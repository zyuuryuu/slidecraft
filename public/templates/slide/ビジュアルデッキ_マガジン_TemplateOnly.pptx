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name="00_表紙">
  <p:cSld name="00_表紙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inkchip"/>
          <p:cNvSpPr/>
          <p:nvPr/>
        </p:nvSpPr>
        <p:spPr>
          <a:xfrm>
            <a:off x="548640" y="3063240"/>
            <a:ext cx="457200" cy="128016"/>
          </a:xfrm>
          <a:prstGeom prst="rect">
            <a:avLst/>
          </a:prstGeom>
          <a:solidFill>
            <a:srgbClr val="21201E"/>
          </a:solidFill>
          <a:ln>
            <a:noFill/>
          </a:ln>
        </p:spPr>
      </p:sp>
      <p:sp>
        <p:nvSpPr>
          <p:cNvPr id="610" name="bigcircle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3383280"/>
            <a:ext cx="9692640" cy="1554480"/>
          </a:xfrm>
        </p:spPr>
        <p:txBody>
          <a:bodyPr anchor="ctr"/>
          <a:lstStyle>
            <a:lvl1pPr algn="l">
              <a:defRPr sz="54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4983480"/>
            <a:ext cx="9692640" cy="548640"/>
          </a:xfrm>
        </p:spPr>
        <p:txBody>
          <a:bodyPr anchor="t"/>
          <a:lstStyle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1600" b="0">
                <a:solidFill>
                  <a:srgbClr val="8A8580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0" name="メタ情報（日付・部署・作成者）"/>
          <p:cNvSpPr>
            <a:spLocks noGrp="1"/>
          </p:cNvSpPr>
          <p:nvPr>
            <p:ph type="body" sz="quarter" idx="14"/>
          </p:nvPr>
        </p:nvSpPr>
        <p:spPr>
          <a:xfrm>
            <a:off x="548640" y="5989320"/>
            <a:ext cx="9692640" cy="64008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</a:defRPr>
            </a:lvl1pPr>
            <a:lvl2pPr algn="l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</a:defRPr>
            </a:lvl2pPr>
            <a:lvl3pPr algn="l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</a:defRPr>
            </a:lvl3pPr>
            <a:lvl4pPr algn="l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</a:defRPr>
            </a:lvl4pPr>
          </a:lstStyle>
          <a:p>
            <a:r>
              <a:rPr lang="ja-JP"/>
              <a:t>日付 / 部署 / 作成者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2_ステートメント">
  <p:cSld name="02_ステートメント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103120"/>
            <a:ext cx="10515600" cy="2377440"/>
          </a:xfrm>
        </p:spPr>
        <p:txBody>
          <a:bodyPr anchor="ctr"/>
          <a:lstStyle>
            <a:lvl1pPr algn="l">
              <a:defRPr sz="64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4754880"/>
            <a:ext cx="8229600" cy="822960"/>
          </a:xfrm>
        </p:spPr>
        <p:txBody>
          <a:bodyPr anchor="t"/>
          <a:lstStyle>
            <a:lvl1pPr algn="l">
              <a:defRPr sz="1400" b="0">
                <a:solidFill>
                  <a:srgbClr val="8A8580"/>
                </a:solidFill>
              </a:defRPr>
            </a:lvl1pPr>
            <a:lvl2pPr algn="l">
              <a:defRPr sz="1250" b="0">
                <a:solidFill>
                  <a:srgbClr val="8A8580"/>
                </a:solidFill>
              </a:defRPr>
            </a:lvl2pPr>
            <a:lvl3pPr algn="l">
              <a:defRPr sz="1050" b="0">
                <a:solidFill>
                  <a:srgbClr val="8A8580"/>
                </a:solidFill>
              </a:defRPr>
            </a:lvl3pPr>
            <a:lvl4pPr algn="l">
              <a:defRPr sz="900" b="0">
                <a:solidFill>
                  <a:srgbClr val="8A8580"/>
                </a:solidFill>
              </a:defRPr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0" name="stmtrule"/>
          <p:cNvCxnSpPr/>
          <p:nvPr/>
        </p:nvCxnSpPr>
        <p:spPr>
          <a:xfrm>
            <a:off x="548640" y="1920240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name="01_章扉">
  <p:cSld name="01_章扉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0" y="2834640"/>
            <a:ext cx="5394960" cy="1371600"/>
          </a:xfrm>
        </p:spPr>
        <p:txBody>
          <a:bodyPr anchor="ctr"/>
          <a:lstStyle>
            <a:lvl1pPr algn="l">
              <a:defRPr sz="34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6035040" cy="4206240"/>
          </a:xfrm>
        </p:spPr>
        <p:txBody>
          <a:bodyPr anchor="ctr"/>
          <a:lstStyle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16000" b="1">
                <a:solidFill>
                  <a:srgbClr val="FF4D3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20" name="eyebrow"/>
          <p:cNvSpPr txBox="1"/>
          <p:nvPr/>
        </p:nvSpPr>
        <p:spPr>
          <a:xfrm>
            <a:off x="6309360" y="2286000"/>
            <a:ext cx="5394960" cy="411480"/>
          </a:xfrm>
          <a:prstGeom prst="rect">
            <a:avLst/>
          </a:prstGeom>
          <a:noFill/>
        </p:spPr>
        <p:txBody>
          <a:bodyPr wrap="square" anchor="t" lIns="0" rIns="0"/>
          <a:lstStyle/>
          <a:p>
            <a:pPr algn="l"/>
            <a:r>
              <a:rPr lang="ja-JP" sz="1300" b="1" spc="300">
                <a:solidFill>
                  <a:srgbClr val="FF4D3D"/>
                </a:solidFill>
              </a:rPr>
              <a:t>SECTION</a:t>
            </a:r>
          </a:p>
        </p:txBody>
      </p:sp>
      <p:cxnSp>
        <p:nvCxnSpPr>
          <p:cNvPr id="621" name="secline"/>
          <p:cNvCxnSpPr/>
          <p:nvPr/>
        </p:nvCxnSpPr>
        <p:spPr>
          <a:xfrm>
            <a:off x="6309360" y="4343400"/>
            <a:ext cx="1371600" cy="0"/>
          </a:xfrm>
          <a:prstGeom prst="line">
            <a:avLst/>
          </a:prstGeom>
          <a:ln w="15875">
            <a:solidFill>
              <a:srgbClr val="21201E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name="03_本文（2カラム）">
  <p:cSld name="03_本文（2カラム）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coldiv"/>
          <p:cNvSpPr/>
          <p:nvPr/>
        </p:nvSpPr>
        <p:spPr>
          <a:xfrm>
            <a:off x="6080760" y="1783080"/>
            <a:ext cx="10058" cy="420624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554480"/>
            <a:ext cx="5349240" cy="4572000"/>
          </a:xfrm>
        </p:spPr>
        <p:txBody>
          <a:bodyPr anchor="t"/>
          <a:lstStyle>
            <a:lvl2pPr>
              <a:defRPr sz="115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3640" y="1554480"/>
            <a:ext cx="5349240" cy="4572000"/>
          </a:xfrm>
        </p:spPr>
        <p:txBody>
          <a:bodyPr anchor="t"/>
          <a:lstStyle>
            <a:lvl2pPr>
              <a:defRPr sz="115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name="06_まとめ">
  <p:cSld name="06_まとめ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102" name="nextbox"/>
          <p:cNvSpPr/>
          <p:nvPr/>
        </p:nvSpPr>
        <p:spPr>
          <a:xfrm>
            <a:off x="548640" y="4343400"/>
            <a:ext cx="11094415" cy="1737360"/>
          </a:xfrm>
          <a:prstGeom prst="roundRect">
            <a:avLst>
              <a:gd name="adj" fmla="val 6000"/>
            </a:avLst>
          </a:prstGeom>
          <a:solidFill>
            <a:srgbClr val="21201E"/>
          </a:solidFill>
          <a:ln>
            <a:noFill/>
          </a:ln>
        </p:spPr>
      </p:sp>
      <p:sp>
        <p:nvSpPr>
          <p:cNvPr id="103" name="nextlabel"/>
          <p:cNvSpPr txBox="1"/>
          <p:nvPr/>
        </p:nvSpPr>
        <p:spPr>
          <a:xfrm>
            <a:off x="777240" y="4480560"/>
            <a:ext cx="10637215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400" b="1">
                <a:latin typeface="Yu Gothic"/>
                <a:ea typeface="Yu Gothic"/>
                <a:cs typeface="Yu Gothic"/>
                <a:solidFill>
                  <a:srgbClr val="FF4D3D"/>
                </a:solidFill>
              </a:rPr>
              <a:t>Next 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"/>
          </a:xfrm>
        </p:spPr>
        <p:txBody>
          <a:bodyPr anchor="ctr"/>
          <a:lstStyle>
            <a:lvl2pPr marL="457200" indent="0">
              <a:buNone/>
              <a:defRPr sz="10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600" b="1">
                <a:solidFill>
                  <a:srgbClr val="FF4D3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11094415" cy="2103120"/>
          </a:xfrm>
        </p:spPr>
        <p:txBody>
          <a:bodyPr anchor="t"/>
          <a:lstStyle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40" y="4892040"/>
            <a:ext cx="10637215" cy="9144"/>
          </a:xfrm>
        </p:spPr>
        <p:txBody>
          <a:bodyPr anchor="t"/>
          <a:lstStyle>
            <a:lvl2pPr marL="457200" indent="0">
              <a:buNone/>
              <a:defRPr sz="100" b="1"/>
            </a:lvl2pPr>
            <a:lvl3pPr marL="914400" indent="0">
              <a:buNone/>
              <a:defRPr sz="100" b="1"/>
            </a:lvl3pPr>
            <a:lvl4pPr marL="1371600" indent="0">
              <a:buNone/>
              <a:defRPr sz="100" b="1"/>
            </a:lvl4pPr>
            <a:lvl5pPr marL="1828800" indent="0">
              <a:buNone/>
              <a:defRPr sz="100" b="1"/>
            </a:lvl5pPr>
            <a:lvl6pPr marL="2286000" indent="0">
              <a:buNone/>
              <a:defRPr sz="100" b="1"/>
            </a:lvl6pPr>
            <a:lvl7pPr marL="2743200" indent="0">
              <a:buNone/>
              <a:defRPr sz="100" b="1"/>
            </a:lvl7pPr>
            <a:lvl8pPr marL="3200400" indent="0">
              <a:buNone/>
              <a:defRPr sz="100" b="1"/>
            </a:lvl8pPr>
            <a:lvl9pPr marL="3657600" indent="0">
              <a:buNone/>
              <a:defRPr sz="100" b="1"/>
            </a:lvl9pPr>
            <a:lvl1pPr algn="l" indent="0" marL="0">
              <a:buNone/>
              <a:defRPr sz="1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240" y="4892040"/>
            <a:ext cx="10637215" cy="1097280"/>
          </a:xfrm>
        </p:spPr>
        <p:txBody>
          <a:bodyPr anchor="t"/>
          <a:lstStyle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  <a:lvl1pPr algn="l">
              <a:defRPr sz="1400" b="0">
                <a:solidFill>
                  <a:srgbClr val="F5EFE5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5_ビッグナンバー">
  <p:cSld name="05_ビッグナンバー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3" name="注記"/>
          <p:cNvSpPr>
            <a:spLocks noGrp="1"/>
          </p:cNvSpPr>
          <p:nvPr>
            <p:ph type="body" sz="quarter" idx="13"/>
          </p:nvPr>
        </p:nvSpPr>
        <p:spPr>
          <a:xfrm>
            <a:off x="548640" y="1828800"/>
            <a:ext cx="7315200" cy="457200"/>
          </a:xfrm>
        </p:spPr>
        <p:txBody>
          <a:bodyPr wrap="square" anchor="ctr" lIns="0" rIns="0"/>
          <a:lstStyle>
            <a:lvl1pPr algn="l" marL="0" indent="0">
              <a:buNone/>
              <a:defRPr sz="1500" b="1">
                <a:solidFill>
                  <a:srgbClr val="8A8580"/>
                </a:solidFill>
                <a:latin typeface="Yu Gothic"/>
                <a:ea typeface="Yu Gothic"/>
              </a:defRPr>
            </a:lvl1pPr>
            <a:lvl2pPr algn="l" marL="0" indent="0">
              <a:buNone/>
              <a:defRPr sz="1300" b="1">
                <a:solidFill>
                  <a:srgbClr val="8A8580"/>
                </a:solidFill>
                <a:latin typeface="Yu Gothic"/>
                <a:ea typeface="Yu Gothic"/>
              </a:defRPr>
            </a:lvl2pPr>
            <a:lvl3pPr algn="l" marL="0" indent="0">
              <a:buNone/>
              <a:defRPr sz="1150" b="1">
                <a:solidFill>
                  <a:srgbClr val="8A8580"/>
                </a:solidFill>
                <a:latin typeface="Yu Gothic"/>
                <a:ea typeface="Yu Gothic"/>
              </a:defRPr>
            </a:lvl3pPr>
            <a:lvl4pPr algn="l" marL="0" indent="0">
              <a:buNone/>
              <a:defRPr sz="950" b="1">
                <a:solidFill>
                  <a:srgbClr val="8A8580"/>
                </a:solidFill>
                <a:latin typeface="Yu Gothic"/>
                <a:ea typeface="Yu Gothic"/>
              </a:defRPr>
            </a:lvl4pPr>
          </a:lstStyle>
          <a:p>
            <a:r>
              <a:rPr lang="ja-JP"/>
              <a:t>注記（任意）</a:t>
            </a:r>
          </a:p>
        </p:txBody>
      </p:sp>
      <p:sp>
        <p:nvSpPr>
          <p:cNvPr id="930" name="ビッグナンバー"/>
          <p:cNvSpPr>
            <a:spLocks noGrp="1"/>
          </p:cNvSpPr>
          <p:nvPr>
            <p:ph type="body" sz="quarter" idx="14"/>
          </p:nvPr>
        </p:nvSpPr>
        <p:spPr>
          <a:xfrm>
            <a:off x="457200" y="2194560"/>
            <a:ext cx="9601200" cy="2743200"/>
          </a:xfrm>
        </p:spPr>
        <p:txBody>
          <a:bodyPr wrap="square" anchor="ctr" lIns="0" rIns="0"/>
          <a:lstStyle>
            <a:lvl1pPr algn="l" marL="0" indent="0">
              <a:buNone/>
              <a:defRPr sz="15000" b="1">
                <a:solidFill>
                  <a:srgbClr val="FF4D3D"/>
                </a:solidFill>
              </a:defRPr>
            </a:lvl1pPr>
          </a:lstStyle>
          <a:p>
            <a:r>
              <a:rPr lang="ja-JP"/>
              <a:t>87%</a:t>
            </a:r>
          </a:p>
        </p:txBody>
      </p:sp>
      <p:sp>
        <p:nvSpPr>
          <p:cNvPr id="931" name="補足"/>
          <p:cNvSpPr>
            <a:spLocks noGrp="1"/>
          </p:cNvSpPr>
          <p:nvPr>
            <p:ph type="body" sz="quarter" idx="15"/>
          </p:nvPr>
        </p:nvSpPr>
        <p:spPr>
          <a:xfrm>
            <a:off x="548640" y="5120640"/>
            <a:ext cx="8229600" cy="73152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21201E"/>
                </a:solidFill>
              </a:defRPr>
            </a:lvl1pPr>
            <a:lvl2pPr algn="l" marL="0" indent="0">
              <a:buNone/>
              <a:defRPr sz="1250" b="0">
                <a:solidFill>
                  <a:srgbClr val="21201E"/>
                </a:solidFill>
              </a:defRPr>
            </a:lvl2pPr>
            <a:lvl3pPr algn="l" marL="0" indent="0">
              <a:buNone/>
              <a:defRPr sz="1050" b="0">
                <a:solidFill>
                  <a:srgbClr val="21201E"/>
                </a:solidFill>
              </a:defRPr>
            </a:lvl3pPr>
            <a:lvl4pPr algn="l" marL="0" indent="0">
              <a:buNone/>
              <a:defRPr sz="900" b="0">
                <a:solidFill>
                  <a:srgbClr val="21201E"/>
                </a:solidFill>
              </a:defRPr>
            </a:lvl4pPr>
          </a:lstStyle>
          <a:p>
            <a:r>
              <a:rPr lang="ja-JP"/>
              <a:t>数字の意味を一行で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name="04_フルブリード画像">
  <p:cSld name="04_フルブリード画像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type="pic"/>
          </p:nvPr>
        </p:nvSpPr>
        <p:spPr>
          <a:xfrm>
            <a:off x="0" y="0"/>
            <a:ext cx="12191695" cy="6858000"/>
          </a:xfrm>
        </p:spPr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10" name="inkscrim"/>
          <p:cNvSpPr/>
          <p:nvPr/>
        </p:nvSpPr>
        <p:spPr>
          <a:xfrm>
            <a:off x="0" y="4663440"/>
            <a:ext cx="12191695" cy="2194560"/>
          </a:xfrm>
          <a:prstGeom prst="rect">
            <a:avLst/>
          </a:prstGeom>
          <a:solidFill>
            <a:srgbClr val="21201E">
              <a:alpha val="62000"/>
            </a:srgb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983480"/>
            <a:ext cx="9601200" cy="1005840"/>
          </a:xfrm>
        </p:spPr>
        <p:txBody>
          <a:bodyPr anchor="ctr"/>
          <a:lstStyle>
            <a:lvl1pPr algn="l">
              <a:defRPr sz="3600" b="1">
                <a:solidFill>
                  <a:srgbClr val="FAF7F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6035040"/>
            <a:ext cx="9601200" cy="548640"/>
          </a:xfrm>
        </p:spPr>
        <p:txBody>
          <a:bodyPr anchor="t"/>
          <a:lstStyle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lvl1pPr algn="l">
              <a:defRPr sz="1300" b="0">
                <a:solidFill>
                  <a:srgbClr val="D9D2C7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7_引用">
  <p:cSld name="07_引用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sp>
        <p:nvSpPr>
          <p:cNvPr id="101" name="codebox"/>
          <p:cNvSpPr/>
          <p:nvPr/>
        </p:nvSpPr>
        <p:spPr>
          <a:xfrm>
            <a:off x="0" y="1627632"/>
            <a:ext cx="12191695" cy="4041648"/>
          </a:xfrm>
          <a:prstGeom prst="roundRect">
            <a:avLst>
              <a:gd name="adj" fmla="val 6000"/>
            </a:avLst>
          </a:prstGeom>
          <a:solidFill>
            <a:srgbClr val="21201E"/>
          </a:solidFill>
          <a:ln>
            <a:noFill/>
          </a:ln>
        </p:spPr>
      </p:sp>
      <p:cxnSp>
        <p:nvCxnSpPr>
          <p:cNvPr id="104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1" name="コード本文"/>
          <p:cNvSpPr>
            <a:spLocks noGrp="1"/>
          </p:cNvSpPr>
          <p:nvPr>
            <p:ph type="body" sz="quarter" idx="13"/>
          </p:nvPr>
        </p:nvSpPr>
        <p:spPr>
          <a:xfrm>
            <a:off x="1280160" y="2194560"/>
            <a:ext cx="9601200" cy="2377440"/>
          </a:xfrm>
        </p:spPr>
        <p:txBody>
          <a:bodyPr wrap="square" anchor="ctr" lIns="0" rIns="0"/>
          <a:lstStyle>
            <a:lvl1pPr algn="l" marL="0" indent="0">
              <a:buNone/>
              <a:defRPr sz="2800" b="0">
                <a:solidFill>
                  <a:srgbClr val="FAF7F2"/>
                </a:solidFill>
                <a:latin typeface="Yu Mincho"/>
                <a:ea typeface="Yu Mincho"/>
              </a:defRPr>
            </a:lvl1pPr>
          </a:lstStyle>
          <a:p>
            <a:r>
              <a:rPr lang="ja-JP"/>
              <a:t>コード / ログを貼り付け</a:t>
            </a:r>
          </a:p>
        </p:txBody>
      </p:sp>
      <p:sp>
        <p:nvSpPr>
          <p:cNvPr id="502" name="キャプション"/>
          <p:cNvSpPr>
            <a:spLocks noGrp="1"/>
          </p:cNvSpPr>
          <p:nvPr>
            <p:ph type="body" sz="quarter" idx="14"/>
          </p:nvPr>
        </p:nvSpPr>
        <p:spPr>
          <a:xfrm>
            <a:off x="1280160" y="4754880"/>
            <a:ext cx="9601200" cy="457200"/>
          </a:xfrm>
        </p:spPr>
        <p:txBody>
          <a:bodyPr wrap="square" anchor="ctr" lIns="0" rIns="0"/>
          <a:lstStyle>
            <a:lvl1pPr algn="l" marL="0" indent="0">
              <a:buNone/>
              <a:defRPr sz="1300" b="0">
                <a:solidFill>
                  <a:srgbClr val="B8AF9F"/>
                </a:solidFill>
                <a:latin typeface="Yu Gothic"/>
                <a:ea typeface="Yu Gothic"/>
              </a:defRPr>
            </a:lvl1pPr>
            <a:lvl2pPr algn="l" marL="0" indent="0">
              <a:buNone/>
              <a:defRPr sz="1150" b="0">
                <a:solidFill>
                  <a:srgbClr val="B8AF9F"/>
                </a:solidFill>
                <a:latin typeface="Yu Gothic"/>
                <a:ea typeface="Yu Gothic"/>
              </a:defRPr>
            </a:lvl2pPr>
            <a:lvl3pPr algn="l" marL="0" indent="0">
              <a:buNone/>
              <a:defRPr sz="1000" b="0">
                <a:solidFill>
                  <a:srgbClr val="B8AF9F"/>
                </a:solidFill>
                <a:latin typeface="Yu Gothic"/>
                <a:ea typeface="Yu Gothic"/>
              </a:defRPr>
            </a:lvl3pPr>
            <a:lvl4pPr algn="l" marL="0" indent="0">
              <a:buNone/>
              <a:defRPr sz="800" b="0">
                <a:solidFill>
                  <a:srgbClr val="B8AF9F"/>
                </a:solidFill>
                <a:latin typeface="Yu Gothic"/>
                <a:ea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  <p:sp>
        <p:nvSpPr>
          <p:cNvPr id="940" name="quotemark"/>
          <p:cNvSpPr txBox="1"/>
          <p:nvPr/>
        </p:nvSpPr>
        <p:spPr>
          <a:xfrm>
            <a:off x="502920" y="1554480"/>
            <a:ext cx="914400" cy="1097280"/>
          </a:xfrm>
          <a:prstGeom prst="rect">
            <a:avLst/>
          </a:prstGeom>
          <a:noFill/>
        </p:spPr>
        <p:txBody>
          <a:bodyPr wrap="square" anchor="t" lIns="0" rIns="0"/>
          <a:lstStyle/>
          <a:p>
            <a:pPr algn="l"/>
            <a:r>
              <a:rPr lang="ja-JP" sz="9600" b="1">
                <a:solidFill>
                  <a:srgbClr val="FF4D3D"/>
                </a:solidFill>
                <a:latin typeface="Yu Mincho"/>
                <a:ea typeface="Yu Mincho"/>
                <a:cs typeface="Yu Mincho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8_目次">
  <p:cSld name="08_目次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737360"/>
            <a:ext cx="11094415" cy="4389120"/>
          </a:xfrm>
        </p:spPr>
        <p:txBody>
          <a:bodyPr anchor="t"/>
          <a:lstStyle>
            <a:lvl1pPr algn="l">
              <a:defRPr sz="2000" b="0">
                <a:solidFill>
                  <a:srgbClr val="1A1A1A"/>
                </a:solidFill>
              </a:defRPr>
            </a:lvl1pPr>
            <a:lvl2pPr algn="l">
              <a:defRPr sz="1750" b="0">
                <a:solidFill>
                  <a:srgbClr val="1A1A1A"/>
                </a:solidFill>
              </a:defRPr>
            </a:lvl2pPr>
            <a:lvl3pPr algn="l">
              <a:defRPr sz="1500" b="0">
                <a:solidFill>
                  <a:srgbClr val="1A1A1A"/>
                </a:solidFill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9_KPIハイライト">
  <p:cSld name="09_KPIハイライト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KPIラベル1"/>
          <p:cNvSpPr>
            <a:spLocks noGrp="1"/>
          </p:cNvSpPr>
          <p:nvPr>
            <p:ph type="body" sz="quarter" idx="13"/>
          </p:nvPr>
        </p:nvSpPr>
        <p:spPr>
          <a:xfrm>
            <a:off x="548640" y="2103120"/>
            <a:ext cx="3454298" cy="411480"/>
          </a:xfrm>
        </p:spPr>
        <p:txBody>
          <a:bodyPr wrap="square" anchor="t" lIns="0" rIns="0"/>
          <a:lstStyle>
            <a:lvl1pPr algn="l" marL="0" indent="0">
              <a:buNone/>
              <a:defRPr sz="13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1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8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KPI名 1</a:t>
            </a:r>
          </a:p>
        </p:txBody>
      </p:sp>
      <p:sp>
        <p:nvSpPr>
          <p:cNvPr id="301" name="KPI数値1"/>
          <p:cNvSpPr>
            <a:spLocks noGrp="1"/>
          </p:cNvSpPr>
          <p:nvPr>
            <p:ph type="body" sz="quarter" idx="14"/>
          </p:nvPr>
        </p:nvSpPr>
        <p:spPr>
          <a:xfrm>
            <a:off x="548640" y="2514600"/>
            <a:ext cx="3454298" cy="1463040"/>
          </a:xfrm>
        </p:spPr>
        <p:txBody>
          <a:bodyPr wrap="square" anchor="ctr" lIns="0" rIns="0"/>
          <a:lstStyle>
            <a:lvl1pPr algn="l" marL="0" indent="0">
              <a:buNone/>
              <a:defRPr sz="72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2" name="KPI補足1"/>
          <p:cNvSpPr>
            <a:spLocks noGrp="1"/>
          </p:cNvSpPr>
          <p:nvPr>
            <p:ph type="body" sz="quarter" idx="15"/>
          </p:nvPr>
        </p:nvSpPr>
        <p:spPr>
          <a:xfrm>
            <a:off x="548640" y="4069080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15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8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  <p:sp>
        <p:nvSpPr>
          <p:cNvPr id="303" name="KPIラベル2"/>
          <p:cNvSpPr>
            <a:spLocks noGrp="1"/>
          </p:cNvSpPr>
          <p:nvPr>
            <p:ph type="body" sz="quarter" idx="16"/>
          </p:nvPr>
        </p:nvSpPr>
        <p:spPr>
          <a:xfrm>
            <a:off x="4368698" y="2103120"/>
            <a:ext cx="3454298" cy="411480"/>
          </a:xfrm>
        </p:spPr>
        <p:txBody>
          <a:bodyPr wrap="square" anchor="t" lIns="0" rIns="0"/>
          <a:lstStyle>
            <a:lvl1pPr algn="l" marL="0" indent="0">
              <a:buNone/>
              <a:defRPr sz="13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1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8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KPI名 2</a:t>
            </a:r>
          </a:p>
        </p:txBody>
      </p:sp>
      <p:sp>
        <p:nvSpPr>
          <p:cNvPr id="304" name="KPI数値2"/>
          <p:cNvSpPr>
            <a:spLocks noGrp="1"/>
          </p:cNvSpPr>
          <p:nvPr>
            <p:ph type="body" sz="quarter" idx="17"/>
          </p:nvPr>
        </p:nvSpPr>
        <p:spPr>
          <a:xfrm>
            <a:off x="4368698" y="2514600"/>
            <a:ext cx="3454298" cy="1463040"/>
          </a:xfrm>
        </p:spPr>
        <p:txBody>
          <a:bodyPr wrap="square" anchor="ctr" lIns="0" rIns="0"/>
          <a:lstStyle>
            <a:lvl1pPr algn="l" marL="0" indent="0">
              <a:buNone/>
              <a:defRPr sz="72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5" name="KPI補足2"/>
          <p:cNvSpPr>
            <a:spLocks noGrp="1"/>
          </p:cNvSpPr>
          <p:nvPr>
            <p:ph type="body" sz="quarter" idx="18"/>
          </p:nvPr>
        </p:nvSpPr>
        <p:spPr>
          <a:xfrm>
            <a:off x="4368698" y="4069080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15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8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  <p:sp>
        <p:nvSpPr>
          <p:cNvPr id="306" name="KPIラベル3"/>
          <p:cNvSpPr>
            <a:spLocks noGrp="1"/>
          </p:cNvSpPr>
          <p:nvPr>
            <p:ph type="body" sz="quarter" idx="19"/>
          </p:nvPr>
        </p:nvSpPr>
        <p:spPr>
          <a:xfrm>
            <a:off x="8188756" y="2103120"/>
            <a:ext cx="3454298" cy="411480"/>
          </a:xfrm>
        </p:spPr>
        <p:txBody>
          <a:bodyPr wrap="square" anchor="t" lIns="0" rIns="0"/>
          <a:lstStyle>
            <a:lvl1pPr algn="l" marL="0" indent="0">
              <a:buNone/>
              <a:defRPr sz="13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1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8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KPI名 3</a:t>
            </a:r>
          </a:p>
        </p:txBody>
      </p:sp>
      <p:sp>
        <p:nvSpPr>
          <p:cNvPr id="307" name="KPI数値3"/>
          <p:cNvSpPr>
            <a:spLocks noGrp="1"/>
          </p:cNvSpPr>
          <p:nvPr>
            <p:ph type="body" sz="quarter" idx="20"/>
          </p:nvPr>
        </p:nvSpPr>
        <p:spPr>
          <a:xfrm>
            <a:off x="8188756" y="2514600"/>
            <a:ext cx="3454298" cy="1463040"/>
          </a:xfrm>
        </p:spPr>
        <p:txBody>
          <a:bodyPr wrap="square" anchor="ctr" lIns="0" rIns="0"/>
          <a:lstStyle>
            <a:lvl1pPr algn="l" marL="0" indent="0">
              <a:buNone/>
              <a:defRPr sz="72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8" name="KPI補足3"/>
          <p:cNvSpPr>
            <a:spLocks noGrp="1"/>
          </p:cNvSpPr>
          <p:nvPr>
            <p:ph type="body" sz="quarter" idx="21"/>
          </p:nvPr>
        </p:nvSpPr>
        <p:spPr>
          <a:xfrm>
            <a:off x="8188756" y="4069080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3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15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800" b="0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  <p:cxnSp>
        <p:nvCxnSpPr>
          <p:cNvPr id="640" name="kpirule0"/>
          <p:cNvCxnSpPr/>
          <p:nvPr/>
        </p:nvCxnSpPr>
        <p:spPr>
          <a:xfrm>
            <a:off x="548640" y="1920240"/>
            <a:ext cx="1097280" cy="0"/>
          </a:xfrm>
          <a:prstGeom prst="line">
            <a:avLst/>
          </a:prstGeom>
          <a:ln w="28575">
            <a:solidFill>
              <a:srgbClr val="21201E"/>
            </a:solidFill>
          </a:ln>
        </p:spPr>
      </p:cxnSp>
      <p:cxnSp>
        <p:nvCxnSpPr>
          <p:cNvPr id="641" name="kpirule1"/>
          <p:cNvCxnSpPr/>
          <p:nvPr/>
        </p:nvCxnSpPr>
        <p:spPr>
          <a:xfrm>
            <a:off x="4368698" y="1920240"/>
            <a:ext cx="1097280" cy="0"/>
          </a:xfrm>
          <a:prstGeom prst="line">
            <a:avLst/>
          </a:prstGeom>
          <a:ln w="28575">
            <a:solidFill>
              <a:srgbClr val="21201E"/>
            </a:solidFill>
          </a:ln>
        </p:spPr>
      </p:cxnSp>
      <p:cxnSp>
        <p:nvCxnSpPr>
          <p:cNvPr id="642" name="kpirule2"/>
          <p:cNvCxnSpPr/>
          <p:nvPr/>
        </p:nvCxnSpPr>
        <p:spPr>
          <a:xfrm>
            <a:off x="8188756" y="1920240"/>
            <a:ext cx="1097280" cy="0"/>
          </a:xfrm>
          <a:prstGeom prst="line">
            <a:avLst/>
          </a:prstGeom>
          <a:ln w="28575">
            <a:solidFill>
              <a:srgbClr val="21201E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0_画像３連">
  <p:cSld name="10_画像３連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1" name="カード見出し1"/>
          <p:cNvSpPr>
            <a:spLocks noGrp="1"/>
          </p:cNvSpPr>
          <p:nvPr>
            <p:ph type="body" sz="quarter" idx="14"/>
          </p:nvPr>
        </p:nvSpPr>
        <p:spPr>
          <a:xfrm>
            <a:off x="548640" y="4754880"/>
            <a:ext cx="3454298" cy="457200"/>
          </a:xfrm>
        </p:spPr>
        <p:txBody>
          <a:bodyPr wrap="square" anchor="t" lIns="0" rIns="0"/>
          <a:lstStyle>
            <a:lvl1pPr algn="l" marL="0" indent="0">
              <a:buNone/>
              <a:defRPr sz="17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5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0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302" name="カード説明1"/>
          <p:cNvSpPr>
            <a:spLocks noGrp="1"/>
          </p:cNvSpPr>
          <p:nvPr>
            <p:ph type="body" sz="quarter" idx="15"/>
          </p:nvPr>
        </p:nvSpPr>
        <p:spPr>
          <a:xfrm>
            <a:off x="548640" y="5230368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説明文を記入</a:t>
            </a:r>
          </a:p>
        </p:txBody>
      </p:sp>
      <p:sp>
        <p:nvSpPr>
          <p:cNvPr id="304" name="カード見出し2"/>
          <p:cNvSpPr>
            <a:spLocks noGrp="1"/>
          </p:cNvSpPr>
          <p:nvPr>
            <p:ph type="body" sz="quarter" idx="17"/>
          </p:nvPr>
        </p:nvSpPr>
        <p:spPr>
          <a:xfrm>
            <a:off x="4368698" y="4754880"/>
            <a:ext cx="3454298" cy="457200"/>
          </a:xfrm>
        </p:spPr>
        <p:txBody>
          <a:bodyPr wrap="square" anchor="t" lIns="0" rIns="0"/>
          <a:lstStyle>
            <a:lvl1pPr algn="l" marL="0" indent="0">
              <a:buNone/>
              <a:defRPr sz="17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5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0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305" name="カード説明2"/>
          <p:cNvSpPr>
            <a:spLocks noGrp="1"/>
          </p:cNvSpPr>
          <p:nvPr>
            <p:ph type="body" sz="quarter" idx="18"/>
          </p:nvPr>
        </p:nvSpPr>
        <p:spPr>
          <a:xfrm>
            <a:off x="4368698" y="5230368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説明文を記入</a:t>
            </a:r>
          </a:p>
        </p:txBody>
      </p:sp>
      <p:sp>
        <p:nvSpPr>
          <p:cNvPr id="307" name="カード見出し3"/>
          <p:cNvSpPr>
            <a:spLocks noGrp="1"/>
          </p:cNvSpPr>
          <p:nvPr>
            <p:ph type="body" sz="quarter" idx="20"/>
          </p:nvPr>
        </p:nvSpPr>
        <p:spPr>
          <a:xfrm>
            <a:off x="8188756" y="4754880"/>
            <a:ext cx="3454298" cy="457200"/>
          </a:xfrm>
        </p:spPr>
        <p:txBody>
          <a:bodyPr wrap="square" anchor="t" lIns="0" rIns="0"/>
          <a:lstStyle>
            <a:lvl1pPr algn="l" marL="0" indent="0">
              <a:buNone/>
              <a:defRPr sz="17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5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0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308" name="カード説明3"/>
          <p:cNvSpPr>
            <a:spLocks noGrp="1"/>
          </p:cNvSpPr>
          <p:nvPr>
            <p:ph type="body" sz="quarter" idx="21"/>
          </p:nvPr>
        </p:nvSpPr>
        <p:spPr>
          <a:xfrm>
            <a:off x="8188756" y="5230368"/>
            <a:ext cx="3454298" cy="82296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説明文を記入</a:t>
            </a:r>
          </a:p>
        </p:txBody>
      </p:sp>
      <p:cxnSp>
        <p:nvCxnSpPr>
          <p:cNvPr id="650" name="cardrule0"/>
          <p:cNvCxnSpPr/>
          <p:nvPr/>
        </p:nvCxnSpPr>
        <p:spPr>
          <a:xfrm>
            <a:off x="548640" y="1783080"/>
            <a:ext cx="3454298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651" name="cardrule1"/>
          <p:cNvCxnSpPr/>
          <p:nvPr/>
        </p:nvCxnSpPr>
        <p:spPr>
          <a:xfrm>
            <a:off x="4368698" y="1783080"/>
            <a:ext cx="3454298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652" name="cardrule2"/>
          <p:cNvCxnSpPr/>
          <p:nvPr/>
        </p:nvCxnSpPr>
        <p:spPr>
          <a:xfrm>
            <a:off x="8188756" y="1783080"/>
            <a:ext cx="3454298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920" name="画像1"/>
          <p:cNvSpPr>
            <a:spLocks noGrp="1"/>
          </p:cNvSpPr>
          <p:nvPr>
            <p:ph type="pic" sz="quarter" idx="22"/>
          </p:nvPr>
        </p:nvSpPr>
        <p:spPr>
          <a:xfrm>
            <a:off x="548640" y="1783080"/>
            <a:ext cx="3454298" cy="2834640"/>
          </a:xfrm>
        </p:spPr>
      </p:sp>
      <p:sp>
        <p:nvSpPr>
          <p:cNvPr id="921" name="画像2"/>
          <p:cNvSpPr>
            <a:spLocks noGrp="1"/>
          </p:cNvSpPr>
          <p:nvPr>
            <p:ph type="pic" sz="quarter" idx="23"/>
          </p:nvPr>
        </p:nvSpPr>
        <p:spPr>
          <a:xfrm>
            <a:off x="4368698" y="1783080"/>
            <a:ext cx="3454298" cy="2834640"/>
          </a:xfrm>
        </p:spPr>
      </p:sp>
      <p:sp>
        <p:nvSpPr>
          <p:cNvPr id="922" name="画像3"/>
          <p:cNvSpPr>
            <a:spLocks noGrp="1"/>
          </p:cNvSpPr>
          <p:nvPr>
            <p:ph type="pic" sz="quarter" idx="24"/>
          </p:nvPr>
        </p:nvSpPr>
        <p:spPr>
          <a:xfrm>
            <a:off x="8188756" y="1783080"/>
            <a:ext cx="3454298" cy="2834640"/>
          </a:xfrm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1_プロセス">
  <p:cSld name="11_プロセス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STEPラベル1"/>
          <p:cNvSpPr>
            <a:spLocks noGrp="1"/>
          </p:cNvSpPr>
          <p:nvPr>
            <p:ph type="body" sz="quarter" idx="13"/>
          </p:nvPr>
        </p:nvSpPr>
        <p:spPr>
          <a:xfrm>
            <a:off x="548640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1</a:t>
            </a:r>
          </a:p>
        </p:txBody>
      </p:sp>
      <p:sp>
        <p:nvSpPr>
          <p:cNvPr id="301" name="工程名1"/>
          <p:cNvSpPr>
            <a:spLocks noGrp="1"/>
          </p:cNvSpPr>
          <p:nvPr>
            <p:ph type="body" sz="quarter" idx="14"/>
          </p:nvPr>
        </p:nvSpPr>
        <p:spPr>
          <a:xfrm>
            <a:off x="548640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6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1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2" name="工程説明1"/>
          <p:cNvSpPr>
            <a:spLocks noGrp="1"/>
          </p:cNvSpPr>
          <p:nvPr>
            <p:ph type="body" sz="quarter" idx="15"/>
          </p:nvPr>
        </p:nvSpPr>
        <p:spPr>
          <a:xfrm>
            <a:off x="548640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3" name="STEPラベル2"/>
          <p:cNvSpPr>
            <a:spLocks noGrp="1"/>
          </p:cNvSpPr>
          <p:nvPr>
            <p:ph type="body" sz="quarter" idx="16"/>
          </p:nvPr>
        </p:nvSpPr>
        <p:spPr>
          <a:xfrm>
            <a:off x="3390823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2</a:t>
            </a:r>
          </a:p>
        </p:txBody>
      </p:sp>
      <p:sp>
        <p:nvSpPr>
          <p:cNvPr id="304" name="工程名2"/>
          <p:cNvSpPr>
            <a:spLocks noGrp="1"/>
          </p:cNvSpPr>
          <p:nvPr>
            <p:ph type="body" sz="quarter" idx="17"/>
          </p:nvPr>
        </p:nvSpPr>
        <p:spPr>
          <a:xfrm>
            <a:off x="3390823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6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1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5" name="工程説明2"/>
          <p:cNvSpPr>
            <a:spLocks noGrp="1"/>
          </p:cNvSpPr>
          <p:nvPr>
            <p:ph type="body" sz="quarter" idx="18"/>
          </p:nvPr>
        </p:nvSpPr>
        <p:spPr>
          <a:xfrm>
            <a:off x="3390823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6" name="STEPラベル3"/>
          <p:cNvSpPr>
            <a:spLocks noGrp="1"/>
          </p:cNvSpPr>
          <p:nvPr>
            <p:ph type="body" sz="quarter" idx="19"/>
          </p:nvPr>
        </p:nvSpPr>
        <p:spPr>
          <a:xfrm>
            <a:off x="6233006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3</a:t>
            </a:r>
          </a:p>
        </p:txBody>
      </p:sp>
      <p:sp>
        <p:nvSpPr>
          <p:cNvPr id="307" name="工程名3"/>
          <p:cNvSpPr>
            <a:spLocks noGrp="1"/>
          </p:cNvSpPr>
          <p:nvPr>
            <p:ph type="body" sz="quarter" idx="20"/>
          </p:nvPr>
        </p:nvSpPr>
        <p:spPr>
          <a:xfrm>
            <a:off x="6233006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6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1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8" name="工程説明3"/>
          <p:cNvSpPr>
            <a:spLocks noGrp="1"/>
          </p:cNvSpPr>
          <p:nvPr>
            <p:ph type="body" sz="quarter" idx="21"/>
          </p:nvPr>
        </p:nvSpPr>
        <p:spPr>
          <a:xfrm>
            <a:off x="6233006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9" name="STEPラベル4"/>
          <p:cNvSpPr>
            <a:spLocks noGrp="1"/>
          </p:cNvSpPr>
          <p:nvPr>
            <p:ph type="body" sz="quarter" idx="22"/>
          </p:nvPr>
        </p:nvSpPr>
        <p:spPr>
          <a:xfrm>
            <a:off x="9075189" y="2423160"/>
            <a:ext cx="2567863" cy="36576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4</a:t>
            </a:r>
          </a:p>
        </p:txBody>
      </p:sp>
      <p:sp>
        <p:nvSpPr>
          <p:cNvPr id="310" name="工程名4"/>
          <p:cNvSpPr>
            <a:spLocks noGrp="1"/>
          </p:cNvSpPr>
          <p:nvPr>
            <p:ph type="body" sz="quarter" idx="23"/>
          </p:nvPr>
        </p:nvSpPr>
        <p:spPr>
          <a:xfrm>
            <a:off x="9075189" y="3429000"/>
            <a:ext cx="2567863" cy="457200"/>
          </a:xfrm>
        </p:spPr>
        <p:txBody>
          <a:bodyPr wrap="square" anchor="t" lIns="0" rIns="0"/>
          <a:lstStyle>
            <a:lvl1pPr algn="ctr" marL="0" indent="0">
              <a:buNone/>
              <a:defRPr sz="18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60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150" b="1">
                <a:solidFill>
                  <a:srgbClr val="21201E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11" name="工程説明4"/>
          <p:cNvSpPr>
            <a:spLocks noGrp="1"/>
          </p:cNvSpPr>
          <p:nvPr>
            <p:ph type="body" sz="quarter" idx="24"/>
          </p:nvPr>
        </p:nvSpPr>
        <p:spPr>
          <a:xfrm>
            <a:off x="9075189" y="3931920"/>
            <a:ext cx="2567863" cy="73152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0">
                <a:solidFill>
                  <a:srgbClr val="8A8580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  <p:cxnSp>
        <p:nvCxnSpPr>
          <p:cNvPr id="660" name="timeline"/>
          <p:cNvCxnSpPr/>
          <p:nvPr/>
        </p:nvCxnSpPr>
        <p:spPr>
          <a:xfrm>
            <a:off x="548640" y="3154680"/>
            <a:ext cx="11094415" cy="0"/>
          </a:xfrm>
          <a:prstGeom prst="line">
            <a:avLst/>
          </a:prstGeom>
          <a:ln w="12700">
            <a:solidFill>
              <a:srgbClr val="21201E"/>
            </a:solidFill>
          </a:ln>
        </p:spPr>
      </p:cxnSp>
      <p:sp>
        <p:nvSpPr>
          <p:cNvPr id="661" name="dot0"/>
          <p:cNvSpPr/>
          <p:nvPr/>
        </p:nvSpPr>
        <p:spPr>
          <a:xfrm>
            <a:off x="1731987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662" name="dot1"/>
          <p:cNvSpPr/>
          <p:nvPr/>
        </p:nvSpPr>
        <p:spPr>
          <a:xfrm>
            <a:off x="4574170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663" name="dot2"/>
          <p:cNvSpPr/>
          <p:nvPr/>
        </p:nvSpPr>
        <p:spPr>
          <a:xfrm>
            <a:off x="7416353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  <p:sp>
        <p:nvSpPr>
          <p:cNvPr id="664" name="dot3"/>
          <p:cNvSpPr/>
          <p:nvPr/>
        </p:nvSpPr>
        <p:spPr>
          <a:xfrm>
            <a:off x="10258536" y="3054096"/>
            <a:ext cx="201168" cy="201168"/>
          </a:xfrm>
          <a:prstGeom prst="ellipse">
            <a:avLst/>
          </a:prstGeom>
          <a:solidFill>
            <a:srgbClr val="FF4D3D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2_課題と対策">
  <p:cSld name="12_課題と対策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titleline"/>
          <p:cNvCxnSpPr/>
          <p:nvPr/>
        </p:nvCxnSpPr>
        <p:spPr>
          <a:xfrm>
            <a:off x="548640" y="1335024"/>
            <a:ext cx="1371600" cy="0"/>
          </a:xfrm>
          <a:prstGeom prst="line">
            <a:avLst/>
          </a:prstGeom>
          <a:ln w="34925">
            <a:solidFill>
              <a:srgbClr val="FF4D3D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02" name="probbox"/>
          <p:cNvSpPr/>
          <p:nvPr/>
        </p:nvSpPr>
        <p:spPr>
          <a:xfrm>
            <a:off x="548640" y="1645920"/>
            <a:ext cx="5440680" cy="4389120"/>
          </a:xfrm>
          <a:prstGeom prst="roundRect">
            <a:avLst>
              <a:gd name="adj" fmla="val 4000"/>
            </a:avLst>
          </a:prstGeom>
          <a:solidFill>
            <a:srgbClr val="21201E"/>
          </a:solidFill>
          <a:ln w="0">
            <a:solidFill>
              <a:srgbClr val="21201E"/>
            </a:solidFill>
          </a:ln>
        </p:spPr>
      </p:sp>
      <p:sp>
        <p:nvSpPr>
          <p:cNvPr id="207" name="solbox"/>
          <p:cNvSpPr/>
          <p:nvPr/>
        </p:nvSpPr>
        <p:spPr>
          <a:xfrm>
            <a:off x="6217920" y="1645920"/>
            <a:ext cx="5440680" cy="4389120"/>
          </a:xfrm>
          <a:prstGeom prst="roundRect">
            <a:avLst>
              <a:gd name="adj" fmla="val 4000"/>
            </a:avLst>
          </a:prstGeom>
          <a:solidFill>
            <a:srgbClr val="FF4D3D"/>
          </a:solidFill>
          <a:ln w="0">
            <a:solidFill>
              <a:srgbClr val="FF4D3D"/>
            </a:solidFill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FF4D3D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8D2C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4415" cy="868680"/>
          </a:xfrm>
        </p:spPr>
        <p:txBody>
          <a:bodyPr anchor="ctr"/>
          <a:lstStyle>
            <a:lvl1pPr algn="l">
              <a:defRPr sz="30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課題見出し"/>
          <p:cNvSpPr>
            <a:spLocks noGrp="1"/>
          </p:cNvSpPr>
          <p:nvPr>
            <p:ph type="body" sz="quarter" idx="13"/>
          </p:nvPr>
        </p:nvSpPr>
        <p:spPr>
          <a:xfrm>
            <a:off x="914400" y="1965960"/>
            <a:ext cx="4709160" cy="548640"/>
          </a:xfrm>
        </p:spPr>
        <p:txBody>
          <a:bodyPr wrap="square" anchor="ctr" lIns="0" rIns="0"/>
          <a:lstStyle>
            <a:lvl1pPr algn="l" marL="0" indent="0">
              <a:buNone/>
              <a:defRPr sz="18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60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5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150" b="1">
                <a:solidFill>
                  <a:srgbClr val="FF4D3D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課題 / Before</a:t>
            </a:r>
          </a:p>
        </p:txBody>
      </p:sp>
      <p:sp>
        <p:nvSpPr>
          <p:cNvPr id="301" name="課題本文"/>
          <p:cNvSpPr>
            <a:spLocks noGrp="1"/>
          </p:cNvSpPr>
          <p:nvPr>
            <p:ph type="body" sz="quarter" idx="14"/>
          </p:nvPr>
        </p:nvSpPr>
        <p:spPr>
          <a:xfrm>
            <a:off x="914400" y="2651760"/>
            <a:ext cx="4709160" cy="301752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F5EFE5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250" b="0">
                <a:solidFill>
                  <a:srgbClr val="F5EFE5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50" b="0">
                <a:solidFill>
                  <a:srgbClr val="F5EFE5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900" b="0">
                <a:solidFill>
                  <a:srgbClr val="F5EFE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課題を記入</a:t>
            </a:r>
          </a:p>
        </p:txBody>
      </p:sp>
      <p:sp>
        <p:nvSpPr>
          <p:cNvPr id="302" name="対策見出し"/>
          <p:cNvSpPr>
            <a:spLocks noGrp="1"/>
          </p:cNvSpPr>
          <p:nvPr>
            <p:ph type="body" sz="quarter" idx="15"/>
          </p:nvPr>
        </p:nvSpPr>
        <p:spPr>
          <a:xfrm>
            <a:off x="6583680" y="1965960"/>
            <a:ext cx="4709160" cy="548640"/>
          </a:xfrm>
        </p:spPr>
        <p:txBody>
          <a:bodyPr wrap="square" anchor="ctr" lIns="0" rIns="0"/>
          <a:lstStyle>
            <a:lvl1pPr algn="l" marL="0" indent="0"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1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対策 / After</a:t>
            </a:r>
          </a:p>
        </p:txBody>
      </p:sp>
      <p:sp>
        <p:nvSpPr>
          <p:cNvPr id="303" name="対策本文"/>
          <p:cNvSpPr>
            <a:spLocks noGrp="1"/>
          </p:cNvSpPr>
          <p:nvPr>
            <p:ph type="body" sz="quarter" idx="16"/>
          </p:nvPr>
        </p:nvSpPr>
        <p:spPr>
          <a:xfrm>
            <a:off x="6583680" y="2651760"/>
            <a:ext cx="4709160" cy="301752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FFF3F1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250" b="0">
                <a:solidFill>
                  <a:srgbClr val="FFF3F1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50" b="0">
                <a:solidFill>
                  <a:srgbClr val="FFF3F1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900" b="0">
                <a:solidFill>
                  <a:srgbClr val="FFF3F1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対策を記入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600" b="1">
                <a:solidFill>
                  <a:srgbClr val="21201E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600" y="635635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46080" y="6356350"/>
            <a:ext cx="1097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60" r:id="rId13"/>
    <p:sldLayoutId id="2147483661" r:id="rId14"/>
    <p:sldLayoutId id="2147483662" r:id="rId11"/>
    <p:sldLayoutId id="2147483663" r:id="rId10"/>
    <p:sldLayoutId id="2147483664" r:id="rId9"/>
    <p:sldLayoutId id="214748366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1201E"/>
      </a:dk2>
      <a:lt2>
        <a:srgbClr val="F1EAE0"/>
      </a:lt2>
      <a:accent1>
        <a:srgbClr val="FF4D3D"/>
      </a:accent1>
      <a:accent2>
        <a:srgbClr val="21201E"/>
      </a:accent2>
      <a:accent3>
        <a:srgbClr val="8A8580"/>
      </a:accent3>
      <a:accent4>
        <a:srgbClr val="D8D2C8"/>
      </a:accent4>
      <a:accent5>
        <a:srgbClr val="FFB3AA"/>
      </a:accent5>
      <a:accent6>
        <a:srgbClr val="21201E"/>
      </a:accent6>
      <a:hlink>
        <a:srgbClr val="0000FF"/>
      </a:hlink>
      <a:folHlink>
        <a:srgbClr val="800080"/>
      </a:folHlink>
    </a:clrScheme>
    <a:fontScheme name="Office">
      <a:majorFont>
        <a:latin typeface="Yu Mincho"/>
        <a:ea typeface=""/>
        <a:cs typeface=""/>
        <a:font script="Jpan" typeface="Yu Mincho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