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name="00_表紙">
  <p:cSld name="00_表紙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2468880"/>
            <a:ext cx="8534095" cy="1280160"/>
          </a:xfrm>
        </p:spPr>
        <p:txBody>
          <a:bodyPr anchor="ctr"/>
          <a:lstStyle>
            <a:lvl1pPr algn="ctr">
              <a:defRPr sz="3600" b="1">
                <a:solidFill>
                  <a:srgbClr val="0000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160520"/>
            <a:ext cx="8534095" cy="640080"/>
          </a:xfrm>
        </p:spPr>
        <p:txBody>
          <a:bodyPr anchor="t"/>
          <a:lstStyle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lvl1pPr algn="ctr" indent="0" marL="0">
              <a:buNone/>
              <a:defRPr sz="1600" b="0">
                <a:solidFill>
                  <a:srgbClr val="595959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0" name="rule0"/>
          <p:cNvCxnSpPr/>
          <p:nvPr/>
        </p:nvCxnSpPr>
        <p:spPr>
          <a:xfrm>
            <a:off x="1828800" y="2240280"/>
            <a:ext cx="8534095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cxnSp>
        <p:nvCxnSpPr>
          <p:cNvPr id="411" name="rule1"/>
          <p:cNvCxnSpPr/>
          <p:nvPr/>
        </p:nvCxnSpPr>
        <p:spPr>
          <a:xfrm>
            <a:off x="1828800" y="3977640"/>
            <a:ext cx="8534095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sp>
        <p:nvSpPr>
          <p:cNvPr id="420" name="docnumframe"/>
          <p:cNvSpPr/>
          <p:nvPr/>
        </p:nvSpPr>
        <p:spPr>
          <a:xfrm>
            <a:off x="10180015" y="41148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421" name="資料番号"/>
          <p:cNvSpPr>
            <a:spLocks noGrp="1"/>
          </p:cNvSpPr>
          <p:nvPr>
            <p:ph type="body" sz="quarter" idx="13"/>
          </p:nvPr>
        </p:nvSpPr>
        <p:spPr>
          <a:xfrm>
            <a:off x="10180015" y="411480"/>
            <a:ext cx="1463040" cy="502920"/>
          </a:xfrm>
        </p:spPr>
        <p:txBody>
          <a:bodyPr anchor="ctr"/>
          <a:lstStyle>
            <a:lvl1pPr algn="ctr" marL="0" indent="0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ja-JP"/>
              <a:t>資料１</a:t>
            </a:r>
          </a:p>
        </p:txBody>
      </p:sp>
      <p:sp>
        <p:nvSpPr>
          <p:cNvPr id="500" name="メタ情報（日付・部署・作成者）"/>
          <p:cNvSpPr>
            <a:spLocks noGrp="1"/>
          </p:cNvSpPr>
          <p:nvPr>
            <p:ph type="body" sz="quarter" idx="14"/>
          </p:nvPr>
        </p:nvSpPr>
        <p:spPr>
          <a:xfrm>
            <a:off x="1828800" y="5394960"/>
            <a:ext cx="8534095" cy="91440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000000"/>
                </a:solidFill>
                <a:latin typeface="MS PGothic"/>
                <a:ea typeface="MS PGothic"/>
              </a:defRPr>
            </a:lvl1pPr>
          </a:lstStyle>
          <a:p>
            <a:r>
              <a:rPr lang="ja-JP"/>
              <a:t>日付 / 部署 / 作成者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2_本文（1カラム）">
  <p:cSld name="02_本文（1カラム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92608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3832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572000"/>
          </a:xfrm>
        </p:spPr>
        <p:txBody>
          <a:bodyPr anchor="t"/>
          <a:lstStyle>
            <a:lvl1pPr algn="l">
              <a:defRPr sz="16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name="01_章扉">
  <p:cSld name="01_章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idebar"/>
          <p:cNvSpPr/>
          <p:nvPr/>
        </p:nvSpPr>
        <p:spPr>
          <a:xfrm>
            <a:off x="0" y="2560320"/>
            <a:ext cx="12191695" cy="15544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2697480"/>
            <a:ext cx="9418320" cy="1280160"/>
          </a:xfrm>
        </p:spPr>
        <p:txBody>
          <a:bodyPr anchor="ctr"/>
          <a:lstStyle>
            <a:lvl1pPr algn="l">
              <a:defRPr sz="30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697480"/>
            <a:ext cx="1463040" cy="1280160"/>
          </a:xfrm>
        </p:spPr>
        <p:txBody>
          <a:bodyPr anchor="ctr"/>
          <a:lstStyle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4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name="03_本文（2カラム）">
  <p:cSld name="03_本文（2カラム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92608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3832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554480"/>
            <a:ext cx="5349240" cy="4572000"/>
          </a:xfrm>
        </p:spPr>
        <p:txBody>
          <a:bodyPr anchor="t"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3640" y="1554480"/>
            <a:ext cx="5349240" cy="4572000"/>
          </a:xfrm>
        </p:spPr>
        <p:txBody>
          <a:bodyPr anchor="t"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name="06_まとめ">
  <p:cSld name="06_まとめ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92608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02" name="nextbox"/>
          <p:cNvSpPr/>
          <p:nvPr/>
        </p:nvSpPr>
        <p:spPr>
          <a:xfrm>
            <a:off x="548640" y="4343400"/>
            <a:ext cx="11094415" cy="1737360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103" name="nextlabel"/>
          <p:cNvSpPr txBox="1"/>
          <p:nvPr/>
        </p:nvSpPr>
        <p:spPr>
          <a:xfrm>
            <a:off x="777240" y="4480560"/>
            <a:ext cx="10637215" cy="365760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l"/>
            <a:r>
              <a:rPr lang="ja-JP" sz="1400" b="1">
                <a:solidFill>
                  <a:srgbClr val="17294F"/>
                </a:solidFill>
                <a:latin typeface="MS PGothic"/>
                <a:ea typeface="MS PGothic"/>
                <a:cs typeface="MS PGothic"/>
              </a:rPr>
              <a:t>Next Action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3832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11094415" cy="457200"/>
          </a:xfrm>
        </p:spPr>
        <p:txBody>
          <a:bodyPr anchor="ctr"/>
          <a:lstStyle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600" b="1">
                <a:solidFill>
                  <a:srgbClr val="1F3864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057400"/>
            <a:ext cx="11094415" cy="2103120"/>
          </a:xfrm>
        </p:spPr>
        <p:txBody>
          <a:bodyPr anchor="t"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40" y="4892040"/>
            <a:ext cx="10637215" cy="9144"/>
          </a:xfrm>
        </p:spPr>
        <p:txBody>
          <a:bodyPr anchor="t"/>
          <a:lstStyle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7240" y="4892040"/>
            <a:ext cx="10637215" cy="1097280"/>
          </a:xfrm>
        </p:spPr>
        <p:txBody>
          <a:bodyPr anchor="t"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lvl1pPr algn="l">
              <a:defRPr sz="14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5_比較表">
  <p:cSld name="05_比較表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92608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3832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3" name="注記"/>
          <p:cNvSpPr>
            <a:spLocks noGrp="1"/>
          </p:cNvSpPr>
          <p:nvPr>
            <p:ph type="body" sz="quarter" idx="13"/>
          </p:nvPr>
        </p:nvSpPr>
        <p:spPr>
          <a:xfrm>
            <a:off x="548640" y="5806440"/>
            <a:ext cx="11094415" cy="457200"/>
          </a:xfrm>
        </p:spPr>
        <p:txBody>
          <a:bodyPr wrap="square" anchor="ctr" lIns="0" rIns="0"/>
          <a:lstStyle>
            <a:lvl1pPr algn="l" marL="0" indent="0">
              <a:buNone/>
              <a:defRPr sz="1000" b="0" i="1">
                <a:solidFill>
                  <a:srgbClr val="595959"/>
                </a:solidFill>
                <a:latin typeface="MS PGothic"/>
                <a:ea typeface="MS PGothic"/>
              </a:defRPr>
            </a:lvl1pPr>
          </a:lstStyle>
          <a:p>
            <a:r>
              <a:rPr lang="ja-JP"/>
              <a:t>注記（任意）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name="04_図＋説明">
  <p:cSld name="04_図＋説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92608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02" name="figframe"/>
          <p:cNvSpPr/>
          <p:nvPr/>
        </p:nvSpPr>
        <p:spPr>
          <a:xfrm>
            <a:off x="548640" y="1554480"/>
            <a:ext cx="6766560" cy="4572000"/>
          </a:xfrm>
          <a:prstGeom prst="rect">
            <a:avLst/>
          </a:prstGeom>
          <a:solidFill>
            <a:srgbClr val="DEEBF7"/>
          </a:solidFill>
          <a:ln w="9525">
            <a:solidFill>
              <a:srgbClr val="7F7F7F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3832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676656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9520" y="1554480"/>
            <a:ext cx="4023360" cy="4572000"/>
          </a:xfrm>
        </p:spPr>
        <p:txBody>
          <a:bodyPr anchor="t"/>
          <a:lstStyle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lvl1pPr algn="l">
              <a:defRPr sz="14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7_コード／ログ">
  <p:cSld name="07_コード／ロ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92608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101" name="codebox"/>
          <p:cNvSpPr/>
          <p:nvPr/>
        </p:nvSpPr>
        <p:spPr>
          <a:xfrm>
            <a:off x="548640" y="1554480"/>
            <a:ext cx="11094415" cy="4114800"/>
          </a:xfrm>
          <a:prstGeom prst="rect">
            <a:avLst/>
          </a:prstGeom>
          <a:solidFill>
            <a:srgbClr val="404040"/>
          </a:solidFill>
          <a:ln>
            <a:noFill/>
          </a:ln>
        </p:spPr>
      </p:sp>
      <p:cxnSp>
        <p:nvCxnSpPr>
          <p:cNvPr id="104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3832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1" name="コード本文"/>
          <p:cNvSpPr>
            <a:spLocks noGrp="1"/>
          </p:cNvSpPr>
          <p:nvPr>
            <p:ph type="body" sz="quarter" idx="13"/>
          </p:nvPr>
        </p:nvSpPr>
        <p:spPr>
          <a:xfrm>
            <a:off x="777240" y="1737360"/>
            <a:ext cx="10637215" cy="374904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FFFFFF"/>
                </a:solidFill>
                <a:latin typeface="Consolas"/>
                <a:ea typeface="MS PGothic"/>
              </a:defRPr>
            </a:lvl1pPr>
          </a:lstStyle>
          <a:p>
            <a:r>
              <a:rPr lang="ja-JP"/>
              <a:t>コード / ログを貼り付け</a:t>
            </a:r>
          </a:p>
        </p:txBody>
      </p:sp>
      <p:sp>
        <p:nvSpPr>
          <p:cNvPr id="502" name="キャプション"/>
          <p:cNvSpPr>
            <a:spLocks noGrp="1"/>
          </p:cNvSpPr>
          <p:nvPr>
            <p:ph type="body" sz="quarter" idx="14"/>
          </p:nvPr>
        </p:nvSpPr>
        <p:spPr>
          <a:xfrm>
            <a:off x="548640" y="5806440"/>
            <a:ext cx="11094415" cy="502920"/>
          </a:xfrm>
        </p:spPr>
        <p:txBody>
          <a:bodyPr wrap="square" anchor="ctr" lIns="0" rIns="0"/>
          <a:lstStyle>
            <a:lvl1pPr algn="l" marL="0" indent="0">
              <a:buNone/>
              <a:defRPr sz="1100" b="0">
                <a:solidFill>
                  <a:srgbClr val="595959"/>
                </a:solidFill>
                <a:latin typeface="MS PGothic"/>
                <a:ea typeface="MS PGothic"/>
              </a:defRPr>
            </a:lvl1pPr>
          </a:lstStyle>
          <a:p>
            <a:r>
              <a:rPr lang="ja-JP"/>
              <a:t>補足説明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8_目次">
  <p:cSld name="08_目次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92608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3832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737360"/>
            <a:ext cx="11094415" cy="4389120"/>
          </a:xfrm>
        </p:spPr>
        <p:txBody>
          <a:bodyPr anchor="t"/>
          <a:lstStyle>
            <a:lvl1pPr algn="l">
              <a:defRPr sz="20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9_KPIハイライト">
  <p:cSld name="09_KPIハイライト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92608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kpicard0"/>
          <p:cNvSpPr/>
          <p:nvPr/>
        </p:nvSpPr>
        <p:spPr>
          <a:xfrm>
            <a:off x="548640" y="1920240"/>
            <a:ext cx="3454298" cy="3291840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203" name="kpidot0"/>
          <p:cNvSpPr/>
          <p:nvPr/>
        </p:nvSpPr>
        <p:spPr>
          <a:xfrm>
            <a:off x="2111197" y="2286000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5" name="kpicard1"/>
          <p:cNvSpPr/>
          <p:nvPr/>
        </p:nvSpPr>
        <p:spPr>
          <a:xfrm>
            <a:off x="4368698" y="1920240"/>
            <a:ext cx="3454298" cy="3291840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206" name="kpidot1"/>
          <p:cNvSpPr/>
          <p:nvPr/>
        </p:nvSpPr>
        <p:spPr>
          <a:xfrm>
            <a:off x="5931255" y="2286000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8" name="kpicard2"/>
          <p:cNvSpPr/>
          <p:nvPr/>
        </p:nvSpPr>
        <p:spPr>
          <a:xfrm>
            <a:off x="8188756" y="1920240"/>
            <a:ext cx="3454298" cy="3291840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209" name="kpidot2"/>
          <p:cNvSpPr/>
          <p:nvPr/>
        </p:nvSpPr>
        <p:spPr>
          <a:xfrm>
            <a:off x="9751313" y="2286000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3832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KPIラベル1"/>
          <p:cNvSpPr>
            <a:spLocks noGrp="1"/>
          </p:cNvSpPr>
          <p:nvPr>
            <p:ph type="body" sz="quarter" idx="13"/>
          </p:nvPr>
        </p:nvSpPr>
        <p:spPr>
          <a:xfrm>
            <a:off x="731520" y="2834640"/>
            <a:ext cx="3088538" cy="411480"/>
          </a:xfrm>
        </p:spPr>
        <p:txBody>
          <a:bodyPr wrap="square" anchor="t" lIns="0" rIns="0"/>
          <a:lstStyle>
            <a:lvl1pPr algn="ctr" marL="0" indent="0">
              <a:buNone/>
              <a:defRPr sz="1400" b="1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KPI名 1</a:t>
            </a:r>
          </a:p>
        </p:txBody>
      </p:sp>
      <p:sp>
        <p:nvSpPr>
          <p:cNvPr id="301" name="KPI数値1"/>
          <p:cNvSpPr>
            <a:spLocks noGrp="1"/>
          </p:cNvSpPr>
          <p:nvPr>
            <p:ph type="body" sz="quarter" idx="14"/>
          </p:nvPr>
        </p:nvSpPr>
        <p:spPr>
          <a:xfrm>
            <a:off x="731520" y="3246120"/>
            <a:ext cx="3088538" cy="1005840"/>
          </a:xfrm>
        </p:spPr>
        <p:txBody>
          <a:bodyPr wrap="square" anchor="ctr" lIns="0" rIns="0"/>
          <a:lstStyle>
            <a:lvl1pPr algn="ctr" marL="0" indent="0">
              <a:buNone/>
              <a:defRPr sz="54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2" name="KPI補足1"/>
          <p:cNvSpPr>
            <a:spLocks noGrp="1"/>
          </p:cNvSpPr>
          <p:nvPr>
            <p:ph type="body" sz="quarter" idx="15"/>
          </p:nvPr>
        </p:nvSpPr>
        <p:spPr>
          <a:xfrm>
            <a:off x="731520" y="4297680"/>
            <a:ext cx="3088538" cy="82296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補足説明</a:t>
            </a:r>
          </a:p>
        </p:txBody>
      </p:sp>
      <p:sp>
        <p:nvSpPr>
          <p:cNvPr id="303" name="KPIラベル2"/>
          <p:cNvSpPr>
            <a:spLocks noGrp="1"/>
          </p:cNvSpPr>
          <p:nvPr>
            <p:ph type="body" sz="quarter" idx="16"/>
          </p:nvPr>
        </p:nvSpPr>
        <p:spPr>
          <a:xfrm>
            <a:off x="4551578" y="2834640"/>
            <a:ext cx="3088538" cy="411480"/>
          </a:xfrm>
        </p:spPr>
        <p:txBody>
          <a:bodyPr wrap="square" anchor="t" lIns="0" rIns="0"/>
          <a:lstStyle>
            <a:lvl1pPr algn="ctr" marL="0" indent="0">
              <a:buNone/>
              <a:defRPr sz="1400" b="1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KPI名 2</a:t>
            </a:r>
          </a:p>
        </p:txBody>
      </p:sp>
      <p:sp>
        <p:nvSpPr>
          <p:cNvPr id="304" name="KPI数値2"/>
          <p:cNvSpPr>
            <a:spLocks noGrp="1"/>
          </p:cNvSpPr>
          <p:nvPr>
            <p:ph type="body" sz="quarter" idx="17"/>
          </p:nvPr>
        </p:nvSpPr>
        <p:spPr>
          <a:xfrm>
            <a:off x="4551578" y="3246120"/>
            <a:ext cx="3088538" cy="1005840"/>
          </a:xfrm>
        </p:spPr>
        <p:txBody>
          <a:bodyPr wrap="square" anchor="ctr" lIns="0" rIns="0"/>
          <a:lstStyle>
            <a:lvl1pPr algn="ctr" marL="0" indent="0">
              <a:buNone/>
              <a:defRPr sz="54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5" name="KPI補足2"/>
          <p:cNvSpPr>
            <a:spLocks noGrp="1"/>
          </p:cNvSpPr>
          <p:nvPr>
            <p:ph type="body" sz="quarter" idx="18"/>
          </p:nvPr>
        </p:nvSpPr>
        <p:spPr>
          <a:xfrm>
            <a:off x="4551578" y="4297680"/>
            <a:ext cx="3088538" cy="82296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補足説明</a:t>
            </a:r>
          </a:p>
        </p:txBody>
      </p:sp>
      <p:sp>
        <p:nvSpPr>
          <p:cNvPr id="306" name="KPIラベル3"/>
          <p:cNvSpPr>
            <a:spLocks noGrp="1"/>
          </p:cNvSpPr>
          <p:nvPr>
            <p:ph type="body" sz="quarter" idx="19"/>
          </p:nvPr>
        </p:nvSpPr>
        <p:spPr>
          <a:xfrm>
            <a:off x="8371636" y="2834640"/>
            <a:ext cx="3088538" cy="411480"/>
          </a:xfrm>
        </p:spPr>
        <p:txBody>
          <a:bodyPr wrap="square" anchor="t" lIns="0" rIns="0"/>
          <a:lstStyle>
            <a:lvl1pPr algn="ctr" marL="0" indent="0">
              <a:buNone/>
              <a:defRPr sz="1400" b="1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KPI名 3</a:t>
            </a:r>
          </a:p>
        </p:txBody>
      </p:sp>
      <p:sp>
        <p:nvSpPr>
          <p:cNvPr id="307" name="KPI数値3"/>
          <p:cNvSpPr>
            <a:spLocks noGrp="1"/>
          </p:cNvSpPr>
          <p:nvPr>
            <p:ph type="body" sz="quarter" idx="20"/>
          </p:nvPr>
        </p:nvSpPr>
        <p:spPr>
          <a:xfrm>
            <a:off x="8371636" y="3246120"/>
            <a:ext cx="3088538" cy="1005840"/>
          </a:xfrm>
        </p:spPr>
        <p:txBody>
          <a:bodyPr wrap="square" anchor="ctr" lIns="0" rIns="0"/>
          <a:lstStyle>
            <a:lvl1pPr algn="ctr" marL="0" indent="0">
              <a:buNone/>
              <a:defRPr sz="54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8" name="KPI補足3"/>
          <p:cNvSpPr>
            <a:spLocks noGrp="1"/>
          </p:cNvSpPr>
          <p:nvPr>
            <p:ph type="body" sz="quarter" idx="21"/>
          </p:nvPr>
        </p:nvSpPr>
        <p:spPr>
          <a:xfrm>
            <a:off x="8371636" y="4297680"/>
            <a:ext cx="3088538" cy="82296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補足説明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0_カード3列">
  <p:cSld name="10_カード3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92608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card0"/>
          <p:cNvSpPr/>
          <p:nvPr/>
        </p:nvSpPr>
        <p:spPr>
          <a:xfrm>
            <a:off x="548640" y="1737360"/>
            <a:ext cx="345429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</p:sp>
      <p:sp>
        <p:nvSpPr>
          <p:cNvPr id="203" name="cardnum0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207" name="card1"/>
          <p:cNvSpPr/>
          <p:nvPr/>
        </p:nvSpPr>
        <p:spPr>
          <a:xfrm>
            <a:off x="4368698" y="1737360"/>
            <a:ext cx="345429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</p:sp>
      <p:sp>
        <p:nvSpPr>
          <p:cNvPr id="208" name="cardnum1"/>
          <p:cNvSpPr/>
          <p:nvPr/>
        </p:nvSpPr>
        <p:spPr>
          <a:xfrm>
            <a:off x="4643018" y="201168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212" name="card2"/>
          <p:cNvSpPr/>
          <p:nvPr/>
        </p:nvSpPr>
        <p:spPr>
          <a:xfrm>
            <a:off x="8188756" y="1737360"/>
            <a:ext cx="345429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</p:sp>
      <p:sp>
        <p:nvSpPr>
          <p:cNvPr id="213" name="cardnum2"/>
          <p:cNvSpPr/>
          <p:nvPr/>
        </p:nvSpPr>
        <p:spPr>
          <a:xfrm>
            <a:off x="8463076" y="201168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3832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カード番号1"/>
          <p:cNvSpPr>
            <a:spLocks noGrp="1"/>
          </p:cNvSpPr>
          <p:nvPr>
            <p:ph type="body" sz="quarter" idx="13"/>
          </p:nvPr>
        </p:nvSpPr>
        <p:spPr>
          <a:xfrm>
            <a:off x="822960" y="2029968"/>
            <a:ext cx="548640" cy="512064"/>
          </a:xfrm>
        </p:spPr>
        <p:txBody>
          <a:bodyPr wrap="square" anchor="ctr" lIns="0" rIns="0"/>
          <a:lstStyle>
            <a:lvl1pPr algn="ctr" marL="0" indent="0">
              <a:buNone/>
              <a:defRPr sz="22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1</a:t>
            </a:r>
          </a:p>
        </p:txBody>
      </p:sp>
      <p:sp>
        <p:nvSpPr>
          <p:cNvPr id="301" name="カード見出し1"/>
          <p:cNvSpPr>
            <a:spLocks noGrp="1"/>
          </p:cNvSpPr>
          <p:nvPr>
            <p:ph type="body" sz="quarter" idx="14"/>
          </p:nvPr>
        </p:nvSpPr>
        <p:spPr>
          <a:xfrm>
            <a:off x="822960" y="2788920"/>
            <a:ext cx="2905658" cy="457200"/>
          </a:xfrm>
        </p:spPr>
        <p:txBody>
          <a:bodyPr wrap="square" anchor="t" lIns="0" rIns="0"/>
          <a:lstStyle>
            <a:lvl1pPr algn="l" marL="0" indent="0">
              <a:buNone/>
              <a:defRPr sz="1800" b="1">
                <a:solidFill>
                  <a:srgbClr val="17294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302" name="カード説明1"/>
          <p:cNvSpPr>
            <a:spLocks noGrp="1"/>
          </p:cNvSpPr>
          <p:nvPr>
            <p:ph type="body" sz="quarter" idx="15"/>
          </p:nvPr>
        </p:nvSpPr>
        <p:spPr>
          <a:xfrm>
            <a:off x="822960" y="3337560"/>
            <a:ext cx="2905658" cy="201168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説明文を記入</a:t>
            </a:r>
          </a:p>
        </p:txBody>
      </p:sp>
      <p:sp>
        <p:nvSpPr>
          <p:cNvPr id="303" name="カード番号2"/>
          <p:cNvSpPr>
            <a:spLocks noGrp="1"/>
          </p:cNvSpPr>
          <p:nvPr>
            <p:ph type="body" sz="quarter" idx="16"/>
          </p:nvPr>
        </p:nvSpPr>
        <p:spPr>
          <a:xfrm>
            <a:off x="4643018" y="2029968"/>
            <a:ext cx="548640" cy="512064"/>
          </a:xfrm>
        </p:spPr>
        <p:txBody>
          <a:bodyPr wrap="square" anchor="ctr" lIns="0" rIns="0"/>
          <a:lstStyle>
            <a:lvl1pPr algn="ctr" marL="0" indent="0">
              <a:buNone/>
              <a:defRPr sz="22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2</a:t>
            </a:r>
          </a:p>
        </p:txBody>
      </p:sp>
      <p:sp>
        <p:nvSpPr>
          <p:cNvPr id="304" name="カード見出し2"/>
          <p:cNvSpPr>
            <a:spLocks noGrp="1"/>
          </p:cNvSpPr>
          <p:nvPr>
            <p:ph type="body" sz="quarter" idx="17"/>
          </p:nvPr>
        </p:nvSpPr>
        <p:spPr>
          <a:xfrm>
            <a:off x="4643018" y="2788920"/>
            <a:ext cx="2905658" cy="457200"/>
          </a:xfrm>
        </p:spPr>
        <p:txBody>
          <a:bodyPr wrap="square" anchor="t" lIns="0" rIns="0"/>
          <a:lstStyle>
            <a:lvl1pPr algn="l" marL="0" indent="0">
              <a:buNone/>
              <a:defRPr sz="1800" b="1">
                <a:solidFill>
                  <a:srgbClr val="17294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305" name="カード説明2"/>
          <p:cNvSpPr>
            <a:spLocks noGrp="1"/>
          </p:cNvSpPr>
          <p:nvPr>
            <p:ph type="body" sz="quarter" idx="18"/>
          </p:nvPr>
        </p:nvSpPr>
        <p:spPr>
          <a:xfrm>
            <a:off x="4643018" y="3337560"/>
            <a:ext cx="2905658" cy="201168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説明文を記入</a:t>
            </a:r>
          </a:p>
        </p:txBody>
      </p:sp>
      <p:sp>
        <p:nvSpPr>
          <p:cNvPr id="306" name="カード番号3"/>
          <p:cNvSpPr>
            <a:spLocks noGrp="1"/>
          </p:cNvSpPr>
          <p:nvPr>
            <p:ph type="body" sz="quarter" idx="19"/>
          </p:nvPr>
        </p:nvSpPr>
        <p:spPr>
          <a:xfrm>
            <a:off x="8463076" y="2029968"/>
            <a:ext cx="548640" cy="512064"/>
          </a:xfrm>
        </p:spPr>
        <p:txBody>
          <a:bodyPr wrap="square" anchor="ctr" lIns="0" rIns="0"/>
          <a:lstStyle>
            <a:lvl1pPr algn="ctr" marL="0" indent="0">
              <a:buNone/>
              <a:defRPr sz="22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3</a:t>
            </a:r>
          </a:p>
        </p:txBody>
      </p:sp>
      <p:sp>
        <p:nvSpPr>
          <p:cNvPr id="307" name="カード見出し3"/>
          <p:cNvSpPr>
            <a:spLocks noGrp="1"/>
          </p:cNvSpPr>
          <p:nvPr>
            <p:ph type="body" sz="quarter" idx="20"/>
          </p:nvPr>
        </p:nvSpPr>
        <p:spPr>
          <a:xfrm>
            <a:off x="8463076" y="2788920"/>
            <a:ext cx="2905658" cy="457200"/>
          </a:xfrm>
        </p:spPr>
        <p:txBody>
          <a:bodyPr wrap="square" anchor="t" lIns="0" rIns="0"/>
          <a:lstStyle>
            <a:lvl1pPr algn="l" marL="0" indent="0">
              <a:buNone/>
              <a:defRPr sz="1800" b="1">
                <a:solidFill>
                  <a:srgbClr val="17294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308" name="カード説明3"/>
          <p:cNvSpPr>
            <a:spLocks noGrp="1"/>
          </p:cNvSpPr>
          <p:nvPr>
            <p:ph type="body" sz="quarter" idx="21"/>
          </p:nvPr>
        </p:nvSpPr>
        <p:spPr>
          <a:xfrm>
            <a:off x="8463076" y="3337560"/>
            <a:ext cx="2905658" cy="201168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説明文を記入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1_プロセス">
  <p:cSld name="11_プロセ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92608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stepbox0"/>
          <p:cNvSpPr/>
          <p:nvPr/>
        </p:nvSpPr>
        <p:spPr>
          <a:xfrm>
            <a:off x="548640" y="2377440"/>
            <a:ext cx="2567863" cy="20116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204" name="arrow0"/>
          <p:cNvSpPr/>
          <p:nvPr/>
        </p:nvSpPr>
        <p:spPr>
          <a:xfrm>
            <a:off x="3134791" y="3273552"/>
            <a:ext cx="237744" cy="219456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5" name="stepbox1"/>
          <p:cNvSpPr/>
          <p:nvPr/>
        </p:nvSpPr>
        <p:spPr>
          <a:xfrm>
            <a:off x="3390823" y="2377440"/>
            <a:ext cx="2567863" cy="2011680"/>
          </a:xfrm>
          <a:prstGeom prst="rect">
            <a:avLst/>
          </a:prstGeom>
          <a:solidFill>
            <a:srgbClr val="17294F"/>
          </a:solidFill>
          <a:ln>
            <a:noFill/>
          </a:ln>
        </p:spPr>
      </p:sp>
      <p:sp>
        <p:nvSpPr>
          <p:cNvPr id="207" name="arrow1"/>
          <p:cNvSpPr/>
          <p:nvPr/>
        </p:nvSpPr>
        <p:spPr>
          <a:xfrm>
            <a:off x="5976974" y="3273552"/>
            <a:ext cx="237744" cy="219456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8" name="stepbox2"/>
          <p:cNvSpPr/>
          <p:nvPr/>
        </p:nvSpPr>
        <p:spPr>
          <a:xfrm>
            <a:off x="6233006" y="2377440"/>
            <a:ext cx="2567863" cy="20116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210" name="arrow2"/>
          <p:cNvSpPr/>
          <p:nvPr/>
        </p:nvSpPr>
        <p:spPr>
          <a:xfrm>
            <a:off x="8819157" y="3273552"/>
            <a:ext cx="237744" cy="219456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11" name="stepbox3"/>
          <p:cNvSpPr/>
          <p:nvPr/>
        </p:nvSpPr>
        <p:spPr>
          <a:xfrm>
            <a:off x="9075189" y="2377440"/>
            <a:ext cx="2567863" cy="2011680"/>
          </a:xfrm>
          <a:prstGeom prst="rect">
            <a:avLst/>
          </a:prstGeom>
          <a:solidFill>
            <a:srgbClr val="17294F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3832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STEPラベル1"/>
          <p:cNvSpPr>
            <a:spLocks noGrp="1"/>
          </p:cNvSpPr>
          <p:nvPr>
            <p:ph type="body" sz="quarter" idx="13"/>
          </p:nvPr>
        </p:nvSpPr>
        <p:spPr>
          <a:xfrm>
            <a:off x="685800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BDD7EE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STEP 1</a:t>
            </a:r>
          </a:p>
        </p:txBody>
      </p:sp>
      <p:sp>
        <p:nvSpPr>
          <p:cNvPr id="301" name="工程名1"/>
          <p:cNvSpPr>
            <a:spLocks noGrp="1"/>
          </p:cNvSpPr>
          <p:nvPr>
            <p:ph type="body" sz="quarter" idx="14"/>
          </p:nvPr>
        </p:nvSpPr>
        <p:spPr>
          <a:xfrm>
            <a:off x="685800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2" name="工程説明1"/>
          <p:cNvSpPr>
            <a:spLocks noGrp="1"/>
          </p:cNvSpPr>
          <p:nvPr>
            <p:ph type="body" sz="quarter" idx="15"/>
          </p:nvPr>
        </p:nvSpPr>
        <p:spPr>
          <a:xfrm>
            <a:off x="685800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DEEBF7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3" name="STEPラベル2"/>
          <p:cNvSpPr>
            <a:spLocks noGrp="1"/>
          </p:cNvSpPr>
          <p:nvPr>
            <p:ph type="body" sz="quarter" idx="16"/>
          </p:nvPr>
        </p:nvSpPr>
        <p:spPr>
          <a:xfrm>
            <a:off x="3527983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BDD7EE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STEP 2</a:t>
            </a:r>
          </a:p>
        </p:txBody>
      </p:sp>
      <p:sp>
        <p:nvSpPr>
          <p:cNvPr id="304" name="工程名2"/>
          <p:cNvSpPr>
            <a:spLocks noGrp="1"/>
          </p:cNvSpPr>
          <p:nvPr>
            <p:ph type="body" sz="quarter" idx="17"/>
          </p:nvPr>
        </p:nvSpPr>
        <p:spPr>
          <a:xfrm>
            <a:off x="3527983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5" name="工程説明2"/>
          <p:cNvSpPr>
            <a:spLocks noGrp="1"/>
          </p:cNvSpPr>
          <p:nvPr>
            <p:ph type="body" sz="quarter" idx="18"/>
          </p:nvPr>
        </p:nvSpPr>
        <p:spPr>
          <a:xfrm>
            <a:off x="3527983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DEEBF7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6" name="STEPラベル3"/>
          <p:cNvSpPr>
            <a:spLocks noGrp="1"/>
          </p:cNvSpPr>
          <p:nvPr>
            <p:ph type="body" sz="quarter" idx="19"/>
          </p:nvPr>
        </p:nvSpPr>
        <p:spPr>
          <a:xfrm>
            <a:off x="6370166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BDD7EE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STEP 3</a:t>
            </a:r>
          </a:p>
        </p:txBody>
      </p:sp>
      <p:sp>
        <p:nvSpPr>
          <p:cNvPr id="307" name="工程名3"/>
          <p:cNvSpPr>
            <a:spLocks noGrp="1"/>
          </p:cNvSpPr>
          <p:nvPr>
            <p:ph type="body" sz="quarter" idx="20"/>
          </p:nvPr>
        </p:nvSpPr>
        <p:spPr>
          <a:xfrm>
            <a:off x="6370166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8" name="工程説明3"/>
          <p:cNvSpPr>
            <a:spLocks noGrp="1"/>
          </p:cNvSpPr>
          <p:nvPr>
            <p:ph type="body" sz="quarter" idx="21"/>
          </p:nvPr>
        </p:nvSpPr>
        <p:spPr>
          <a:xfrm>
            <a:off x="6370166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DEEBF7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9" name="STEPラベル4"/>
          <p:cNvSpPr>
            <a:spLocks noGrp="1"/>
          </p:cNvSpPr>
          <p:nvPr>
            <p:ph type="body" sz="quarter" idx="22"/>
          </p:nvPr>
        </p:nvSpPr>
        <p:spPr>
          <a:xfrm>
            <a:off x="9212349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BDD7EE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STEP 4</a:t>
            </a:r>
          </a:p>
        </p:txBody>
      </p:sp>
      <p:sp>
        <p:nvSpPr>
          <p:cNvPr id="310" name="工程名4"/>
          <p:cNvSpPr>
            <a:spLocks noGrp="1"/>
          </p:cNvSpPr>
          <p:nvPr>
            <p:ph type="body" sz="quarter" idx="23"/>
          </p:nvPr>
        </p:nvSpPr>
        <p:spPr>
          <a:xfrm>
            <a:off x="9212349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11" name="工程説明4"/>
          <p:cNvSpPr>
            <a:spLocks noGrp="1"/>
          </p:cNvSpPr>
          <p:nvPr>
            <p:ph type="body" sz="quarter" idx="24"/>
          </p:nvPr>
        </p:nvSpPr>
        <p:spPr>
          <a:xfrm>
            <a:off x="9212349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DEEBF7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2_課題と対策">
  <p:cSld name="12_課題と対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92608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probbox"/>
          <p:cNvSpPr/>
          <p:nvPr/>
        </p:nvSpPr>
        <p:spPr>
          <a:xfrm>
            <a:off x="548640" y="1645920"/>
            <a:ext cx="5349240" cy="4389120"/>
          </a:xfrm>
          <a:prstGeom prst="rect">
            <a:avLst/>
          </a:prstGeom>
          <a:solidFill>
            <a:srgbClr val="EFEFEF"/>
          </a:solidFill>
          <a:ln w="9525">
            <a:solidFill>
              <a:srgbClr val="7F7F7F"/>
            </a:solidFill>
          </a:ln>
        </p:spPr>
      </p:sp>
      <p:sp>
        <p:nvSpPr>
          <p:cNvPr id="203" name="probhead"/>
          <p:cNvSpPr/>
          <p:nvPr/>
        </p:nvSpPr>
        <p:spPr>
          <a:xfrm>
            <a:off x="548640" y="1645920"/>
            <a:ext cx="5349240" cy="64008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sp>
      <p:sp>
        <p:nvSpPr>
          <p:cNvPr id="206" name="baarrow"/>
          <p:cNvSpPr/>
          <p:nvPr/>
        </p:nvSpPr>
        <p:spPr>
          <a:xfrm>
            <a:off x="5943600" y="3657600"/>
            <a:ext cx="457200" cy="36576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7" name="solbox"/>
          <p:cNvSpPr/>
          <p:nvPr/>
        </p:nvSpPr>
        <p:spPr>
          <a:xfrm>
            <a:off x="6492240" y="1645920"/>
            <a:ext cx="5349240" cy="4389120"/>
          </a:xfrm>
          <a:prstGeom prst="rect">
            <a:avLst/>
          </a:prstGeom>
          <a:solidFill>
            <a:srgbClr val="DEEBF7"/>
          </a:solidFill>
          <a:ln w="9525">
            <a:solidFill>
              <a:srgbClr val="7F7F7F"/>
            </a:solidFill>
          </a:ln>
        </p:spPr>
      </p:sp>
      <p:sp>
        <p:nvSpPr>
          <p:cNvPr id="208" name="solhead"/>
          <p:cNvSpPr/>
          <p:nvPr/>
        </p:nvSpPr>
        <p:spPr>
          <a:xfrm>
            <a:off x="6492240" y="1645920"/>
            <a:ext cx="5349240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3832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課題見出し"/>
          <p:cNvSpPr>
            <a:spLocks noGrp="1"/>
          </p:cNvSpPr>
          <p:nvPr>
            <p:ph type="body" sz="quarter" idx="13"/>
          </p:nvPr>
        </p:nvSpPr>
        <p:spPr>
          <a:xfrm>
            <a:off x="822960" y="1645920"/>
            <a:ext cx="4800600" cy="640080"/>
          </a:xfrm>
        </p:spPr>
        <p:txBody>
          <a:bodyPr wrap="square" anchor="ctr" lIns="0" rIns="0"/>
          <a:lstStyle>
            <a:lvl1pPr algn="l" marL="0" indent="0">
              <a:buNone/>
              <a:defRPr sz="16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課題 / Before</a:t>
            </a:r>
          </a:p>
        </p:txBody>
      </p:sp>
      <p:sp>
        <p:nvSpPr>
          <p:cNvPr id="301" name="課題本文"/>
          <p:cNvSpPr>
            <a:spLocks noGrp="1"/>
          </p:cNvSpPr>
          <p:nvPr>
            <p:ph type="body" sz="quarter" idx="14"/>
          </p:nvPr>
        </p:nvSpPr>
        <p:spPr>
          <a:xfrm>
            <a:off x="822960" y="2514600"/>
            <a:ext cx="4800600" cy="329184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課題を記入</a:t>
            </a:r>
          </a:p>
        </p:txBody>
      </p:sp>
      <p:sp>
        <p:nvSpPr>
          <p:cNvPr id="302" name="対策見出し"/>
          <p:cNvSpPr>
            <a:spLocks noGrp="1"/>
          </p:cNvSpPr>
          <p:nvPr>
            <p:ph type="body" sz="quarter" idx="15"/>
          </p:nvPr>
        </p:nvSpPr>
        <p:spPr>
          <a:xfrm>
            <a:off x="6766560" y="1645920"/>
            <a:ext cx="4800600" cy="640080"/>
          </a:xfrm>
        </p:spPr>
        <p:txBody>
          <a:bodyPr wrap="square" anchor="ctr" lIns="0" rIns="0"/>
          <a:lstStyle>
            <a:lvl1pPr algn="l" marL="0" indent="0">
              <a:buNone/>
              <a:defRPr sz="16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対策 / After</a:t>
            </a:r>
          </a:p>
        </p:txBody>
      </p:sp>
      <p:sp>
        <p:nvSpPr>
          <p:cNvPr id="303" name="対策本文"/>
          <p:cNvSpPr>
            <a:spLocks noGrp="1"/>
          </p:cNvSpPr>
          <p:nvPr>
            <p:ph type="body" sz="quarter" idx="16"/>
          </p:nvPr>
        </p:nvSpPr>
        <p:spPr>
          <a:xfrm>
            <a:off x="6766560" y="2514600"/>
            <a:ext cx="4800600" cy="329184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対策を記入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1094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600" b="1">
                <a:solidFill>
                  <a:srgbClr val="17294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35635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81600" y="635635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46080" y="6356350"/>
            <a:ext cx="1097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8"/>
    <p:sldLayoutId id="2147483660" r:id="rId13"/>
    <p:sldLayoutId id="2147483661" r:id="rId14"/>
    <p:sldLayoutId id="2147483662" r:id="rId11"/>
    <p:sldLayoutId id="2147483663" r:id="rId10"/>
    <p:sldLayoutId id="2147483664" r:id="rId9"/>
    <p:sldLayoutId id="214748366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システム基盤更改 PoC 実施報告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次世代セキュリティアーキテクチャ検証結果のご報告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資料３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2026年7月1日</a:t>
            </a:r>
          </a:p>
          <a:p>
            <a:r>
              <a:t>プロフェッショナルサービス部</a:t>
            </a:r>
          </a:p>
          <a:p>
            <a:r>
              <a:t>作成: Takumi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本日のアジェンダ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背景と目的</a:t>
            </a:r>
          </a:p>
          <a:p>
            <a:r>
              <a:t>検証環境とスコープ</a:t>
            </a:r>
          </a:p>
          <a:p>
            <a:r>
              <a:t>検証結果サマリ</a:t>
            </a:r>
          </a:p>
          <a:p>
            <a:r>
              <a:t>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背景と目的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現行基盤の課題</a:t>
            </a:r>
          </a:p>
          <a:p>
            <a:r>
              <a:t>既存EDRでは横展開の検知に遅延</a:t>
            </a:r>
          </a:p>
          <a:p>
            <a:r>
              <a:t>正規化コストが運用を圧迫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採用技術の比較検討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候補A: エージェント型</a:t>
            </a:r>
          </a:p>
          <a:p>
            <a:r>
              <a:t>親和性が高い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候補B: eBPF型</a:t>
            </a:r>
          </a:p>
          <a:p>
            <a:r>
              <a:t>低オーバーヘッド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検証環境アーキテクチャ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構成のポイント</a:t>
            </a:r>
          </a:p>
          <a:p>
            <a:r>
              <a:t>収集層と分析層を分離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評価結果マトリクス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◎優 / ○良 / △課題あり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検知ルールの実装例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- selection:</a:t>
            </a:r>
          </a:p>
          <a:p>
            <a:r>
              <a:t>    EventID: 4688</a:t>
            </a:r>
          </a:p>
          <a:p>
            <a:r>
              <a:t>  condition: selection</a:t>
            </a:r>
          </a:p>
          <a:p>
            <a:r>
              <a:t>level: high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Sigma形式の検知ルール例。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検証結果の要点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eBPF型の有効性を確認</a:t>
            </a:r>
          </a:p>
          <a:p>
            <a:r>
              <a:t>統合は現実的工数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互換性検証</a:t>
            </a:r>
          </a:p>
          <a:p>
            <a:r>
              <a:t>提案書の作成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 成果サマリ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MTTD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−40%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平均検知時間の短縮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誤検知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1/3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運用ノイズの低減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統合工数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2週間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既存SIEM接続まで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アーキテクチャ構成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収集層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eBPFで可視化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分析層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SIEMへ集約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運用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Sigmaで管理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検証の進め方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STEP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要件定義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基準を確定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STEP 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環境構築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PoC環境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STEP 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検証実施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負荷を測定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STEP 4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評価報告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提案化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現行課題と対策方針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課題 / Before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・検知に遅延</a:t>
            </a:r>
          </a:p>
          <a:p>
            <a:r>
              <a:t>・コストが高い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対策 / After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・即時に検知</a:t>
            </a:r>
          </a:p>
          <a:p>
            <a:r>
              <a:t>・正規化を削減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7294F"/>
      </a:dk2>
      <a:lt2>
        <a:srgbClr val="DEEBF7"/>
      </a:lt2>
      <a:accent1>
        <a:srgbClr val="1F3864"/>
      </a:accent1>
      <a:accent2>
        <a:srgbClr val="C00000"/>
      </a:accent2>
      <a:accent3>
        <a:srgbClr val="595959"/>
      </a:accent3>
      <a:accent4>
        <a:srgbClr val="7F7F7F"/>
      </a:accent4>
      <a:accent5>
        <a:srgbClr val="BDD7EE"/>
      </a:accent5>
      <a:accent6>
        <a:srgbClr val="404040"/>
      </a:accent6>
      <a:hlink>
        <a:srgbClr val="0000FF"/>
      </a:hlink>
      <a:folHlink>
        <a:srgbClr val="800080"/>
      </a:folHlink>
    </a:clrScheme>
    <a:fontScheme name="Office">
      <a:majorFont>
        <a:latin typeface="MS P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S P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