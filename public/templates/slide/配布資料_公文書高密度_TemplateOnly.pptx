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name="00_表紙">
  <p:cSld name="00_表紙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2377440"/>
            <a:ext cx="8534095" cy="1280160"/>
          </a:xfrm>
        </p:spPr>
        <p:txBody>
          <a:bodyPr anchor="ctr"/>
          <a:lstStyle>
            <a:lvl1pPr algn="ctr">
              <a:defRPr sz="3200" b="1">
                <a:solidFill>
                  <a:srgbClr val="00000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160520"/>
            <a:ext cx="8534095" cy="548640"/>
          </a:xfrm>
        </p:spPr>
        <p:txBody>
          <a:bodyPr anchor="t"/>
          <a:lstStyle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lvl1pPr algn="ctr" indent="0" marL="0">
              <a:buNone/>
              <a:defRPr sz="1400" b="0">
                <a:solidFill>
                  <a:srgbClr val="595959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20" name="docnumframe"/>
          <p:cNvSpPr/>
          <p:nvPr/>
        </p:nvSpPr>
        <p:spPr>
          <a:xfrm>
            <a:off x="10180015" y="41148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421" name="資料番号"/>
          <p:cNvSpPr>
            <a:spLocks noGrp="1"/>
          </p:cNvSpPr>
          <p:nvPr>
            <p:ph type="body" sz="quarter" idx="13"/>
          </p:nvPr>
        </p:nvSpPr>
        <p:spPr>
          <a:xfrm>
            <a:off x="10180015" y="411480"/>
            <a:ext cx="1463040" cy="502920"/>
          </a:xfrm>
        </p:spPr>
        <p:txBody>
          <a:bodyPr anchor="ctr"/>
          <a:lstStyle>
            <a:lvl1pPr algn="ctr" marL="0" indent="0">
              <a:buNone/>
              <a:defRPr sz="1400" b="1">
                <a:solidFill>
                  <a:srgbClr val="000000"/>
                </a:solidFill>
              </a:defRPr>
            </a:lvl1pPr>
            <a:lvl2pPr algn="ctr" marL="0" indent="0">
              <a:buNone/>
              <a:defRPr sz="1250" b="1">
                <a:solidFill>
                  <a:srgbClr val="000000"/>
                </a:solidFill>
              </a:defRPr>
            </a:lvl2pPr>
            <a:lvl3pPr algn="ctr" marL="0" indent="0">
              <a:buNone/>
              <a:defRPr sz="1050" b="1">
                <a:solidFill>
                  <a:srgbClr val="000000"/>
                </a:solidFill>
              </a:defRPr>
            </a:lvl3pPr>
            <a:lvl4pPr algn="ctr" marL="0" indent="0">
              <a:buNone/>
              <a:defRPr sz="900" b="1">
                <a:solidFill>
                  <a:srgbClr val="000000"/>
                </a:solidFill>
              </a:defRPr>
            </a:lvl4pPr>
          </a:lstStyle>
          <a:p>
            <a:r>
              <a:rPr lang="ja-JP"/>
              <a:t>資料１</a:t>
            </a:r>
          </a:p>
        </p:txBody>
      </p:sp>
      <p:sp>
        <p:nvSpPr>
          <p:cNvPr id="500" name="メタ情報（日付・部署・作成者）"/>
          <p:cNvSpPr>
            <a:spLocks noGrp="1"/>
          </p:cNvSpPr>
          <p:nvPr>
            <p:ph type="body" sz="quarter" idx="14"/>
          </p:nvPr>
        </p:nvSpPr>
        <p:spPr>
          <a:xfrm>
            <a:off x="1828800" y="5394960"/>
            <a:ext cx="8534095" cy="91440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000000"/>
                </a:solidFill>
                <a:latin typeface="MS PGothic"/>
                <a:ea typeface="MS PGothic"/>
              </a:defRPr>
            </a:lvl1pPr>
            <a:lvl2pPr algn="ctr" marL="0" indent="0">
              <a:buNone/>
              <a:defRPr sz="1050" b="0">
                <a:solidFill>
                  <a:srgbClr val="000000"/>
                </a:solidFill>
                <a:latin typeface="MS PGothic"/>
                <a:ea typeface="MS PGothic"/>
              </a:defRPr>
            </a:lvl2pPr>
            <a:lvl3pPr algn="ctr" marL="0" indent="0">
              <a:buNone/>
              <a:defRPr sz="900" b="0">
                <a:solidFill>
                  <a:srgbClr val="000000"/>
                </a:solidFill>
                <a:latin typeface="MS PGothic"/>
                <a:ea typeface="MS PGothic"/>
              </a:defRPr>
            </a:lvl3pPr>
            <a:lvl4pPr algn="ctr" marL="0" indent="0">
              <a:buNone/>
              <a:defRPr sz="750" b="0">
                <a:solidFill>
                  <a:srgbClr val="000000"/>
                </a:solidFill>
                <a:latin typeface="MS PGothic"/>
                <a:ea typeface="MS PGothic"/>
              </a:defRPr>
            </a:lvl4pPr>
          </a:lstStyle>
          <a:p>
            <a:r>
              <a:rPr lang="ja-JP"/>
              <a:t>日付 / 部署 / 作成者</a:t>
            </a:r>
          </a:p>
        </p:txBody>
      </p:sp>
      <p:sp>
        <p:nvSpPr>
          <p:cNvPr id="710" name="titleframe_outer"/>
          <p:cNvSpPr/>
          <p:nvPr/>
        </p:nvSpPr>
        <p:spPr>
          <a:xfrm>
            <a:off x="1554480" y="2148840"/>
            <a:ext cx="9082735" cy="173736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</p:sp>
      <p:sp>
        <p:nvSpPr>
          <p:cNvPr id="711" name="titleframe_inner"/>
          <p:cNvSpPr/>
          <p:nvPr/>
        </p:nvSpPr>
        <p:spPr>
          <a:xfrm>
            <a:off x="1627632" y="2221992"/>
            <a:ext cx="8936431" cy="1591056"/>
          </a:xfrm>
          <a:prstGeom prst="rect">
            <a:avLst/>
          </a:prstGeom>
          <a:noFill/>
          <a:ln w="6350">
            <a:solidFill>
              <a:srgbClr val="000000"/>
            </a:solidFill>
          </a:ln>
        </p:spPr>
      </p:sp>
      <p:sp>
        <p:nvSpPr>
          <p:cNvPr id="712" name="会議名"/>
          <p:cNvSpPr>
            <a:spLocks noGrp="1"/>
          </p:cNvSpPr>
          <p:nvPr>
            <p:ph type="body" sz="quarter" idx="15"/>
          </p:nvPr>
        </p:nvSpPr>
        <p:spPr>
          <a:xfrm>
            <a:off x="457200" y="411480"/>
            <a:ext cx="6400800" cy="457200"/>
          </a:xfrm>
        </p:spPr>
        <p:txBody>
          <a:bodyPr anchor="ctr"/>
          <a:lstStyle>
            <a:lvl1pPr algn="l" marL="0" indent="0">
              <a:buNone/>
              <a:defRPr sz="1300" b="0">
                <a:solidFill>
                  <a:srgbClr val="000000"/>
                </a:solidFill>
              </a:defRPr>
            </a:lvl1pPr>
            <a:lvl2pPr algn="l" marL="0" indent="0">
              <a:buNone/>
              <a:defRPr sz="1150" b="0">
                <a:solidFill>
                  <a:srgbClr val="000000"/>
                </a:solidFill>
              </a:defRPr>
            </a:lvl2pPr>
            <a:lvl3pPr algn="l" marL="0" indent="0">
              <a:buNone/>
              <a:defRPr sz="1000" b="0">
                <a:solidFill>
                  <a:srgbClr val="000000"/>
                </a:solidFill>
              </a:defRPr>
            </a:lvl3pPr>
            <a:lvl4pPr algn="l" marL="0" indent="0">
              <a:buNone/>
              <a:defRPr sz="800" b="0">
                <a:solidFill>
                  <a:srgbClr val="000000"/>
                </a:solidFill>
              </a:defRPr>
            </a:lvl4pPr>
          </a:lstStyle>
          <a:p>
            <a:r>
              <a:rPr lang="ja-JP"/>
              <a:t>第○回 ○○検討会 資料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name="02_本文（３ブロック）">
  <p:cSld name="02_本文（３ブロック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800" name="資料名スロット"/>
          <p:cNvSpPr>
            <a:spLocks noGrp="1"/>
          </p:cNvSpPr>
          <p:nvPr>
            <p:ph type="body" sz="quarter" idx="31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r" marL="0" indent="0">
              <a:buNone/>
              <a:defRPr sz="8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r" marL="0" indent="0">
              <a:buNone/>
              <a:defRPr sz="7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r" marL="0" indent="0">
              <a:buNone/>
              <a:defRPr sz="55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30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7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5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（出典）</a:t>
            </a:r>
          </a:p>
        </p:txBody>
      </p:sp>
      <p:sp>
        <p:nvSpPr>
          <p:cNvPr id="810" name="blocktick0"/>
          <p:cNvSpPr/>
          <p:nvPr/>
        </p:nvSpPr>
        <p:spPr>
          <a:xfrm>
            <a:off x="457200" y="1078992"/>
            <a:ext cx="82296" cy="237744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813" name="小見出し1"/>
          <p:cNvSpPr>
            <a:spLocks noGrp="1"/>
          </p:cNvSpPr>
          <p:nvPr>
            <p:ph type="body" sz="quarter" idx="13"/>
          </p:nvPr>
        </p:nvSpPr>
        <p:spPr>
          <a:xfrm>
            <a:off x="640080" y="1051560"/>
            <a:ext cx="11094415" cy="292608"/>
          </a:xfrm>
        </p:spPr>
        <p:txBody>
          <a:bodyPr wrap="square" anchor="ctr" lIns="0" rIns="0"/>
          <a:lstStyle>
            <a:lvl1pPr algn="l" marL="0" indent="0">
              <a:buNone/>
              <a:defRPr sz="120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105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90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75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（1）小見出し</a:t>
            </a:r>
          </a:p>
        </p:txBody>
      </p:sp>
      <p:sp>
        <p:nvSpPr>
          <p:cNvPr id="816" name="本文1"/>
          <p:cNvSpPr>
            <a:spLocks noGrp="1"/>
          </p:cNvSpPr>
          <p:nvPr>
            <p:ph type="body" sz="quarter" idx="14"/>
          </p:nvPr>
        </p:nvSpPr>
        <p:spPr>
          <a:xfrm>
            <a:off x="640080" y="1380744"/>
            <a:ext cx="11094415" cy="1261872"/>
          </a:xfrm>
        </p:spPr>
        <p:txBody>
          <a:bodyPr wrap="square" anchor="t" lIns="0" rIns="0"/>
          <a:lstStyle>
            <a:lvl1pPr algn="l" marL="0" indent="0">
              <a:buNone/>
              <a:defRPr sz="10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9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8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6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本文を記入（10.5pt・詰め）</a:t>
            </a:r>
          </a:p>
        </p:txBody>
      </p:sp>
      <p:sp>
        <p:nvSpPr>
          <p:cNvPr id="811" name="blocktick1"/>
          <p:cNvSpPr/>
          <p:nvPr/>
        </p:nvSpPr>
        <p:spPr>
          <a:xfrm>
            <a:off x="457200" y="2743200"/>
            <a:ext cx="82296" cy="237744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814" name="小見出し2"/>
          <p:cNvSpPr>
            <a:spLocks noGrp="1"/>
          </p:cNvSpPr>
          <p:nvPr>
            <p:ph type="body" sz="quarter" idx="15"/>
          </p:nvPr>
        </p:nvSpPr>
        <p:spPr>
          <a:xfrm>
            <a:off x="640080" y="2715768"/>
            <a:ext cx="11094415" cy="292608"/>
          </a:xfrm>
        </p:spPr>
        <p:txBody>
          <a:bodyPr wrap="square" anchor="ctr" lIns="0" rIns="0"/>
          <a:lstStyle>
            <a:lvl1pPr algn="l" marL="0" indent="0">
              <a:buNone/>
              <a:defRPr sz="120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105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90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75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（2）小見出し</a:t>
            </a:r>
          </a:p>
        </p:txBody>
      </p:sp>
      <p:sp>
        <p:nvSpPr>
          <p:cNvPr id="817" name="本文2"/>
          <p:cNvSpPr>
            <a:spLocks noGrp="1"/>
          </p:cNvSpPr>
          <p:nvPr>
            <p:ph type="body" sz="quarter" idx="16"/>
          </p:nvPr>
        </p:nvSpPr>
        <p:spPr>
          <a:xfrm>
            <a:off x="640080" y="3044952"/>
            <a:ext cx="11094415" cy="1261872"/>
          </a:xfrm>
        </p:spPr>
        <p:txBody>
          <a:bodyPr wrap="square" anchor="t" lIns="0" rIns="0"/>
          <a:lstStyle>
            <a:lvl1pPr algn="l" marL="0" indent="0">
              <a:buNone/>
              <a:defRPr sz="10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9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8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6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本文を記入（10.5pt・詰め）</a:t>
            </a:r>
          </a:p>
        </p:txBody>
      </p:sp>
      <p:sp>
        <p:nvSpPr>
          <p:cNvPr id="812" name="blocktick2"/>
          <p:cNvSpPr/>
          <p:nvPr/>
        </p:nvSpPr>
        <p:spPr>
          <a:xfrm>
            <a:off x="457200" y="4407408"/>
            <a:ext cx="82296" cy="237744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815" name="小見出し3"/>
          <p:cNvSpPr>
            <a:spLocks noGrp="1"/>
          </p:cNvSpPr>
          <p:nvPr>
            <p:ph type="body" sz="quarter" idx="17"/>
          </p:nvPr>
        </p:nvSpPr>
        <p:spPr>
          <a:xfrm>
            <a:off x="640080" y="4379976"/>
            <a:ext cx="11094415" cy="292608"/>
          </a:xfrm>
        </p:spPr>
        <p:txBody>
          <a:bodyPr wrap="square" anchor="ctr" lIns="0" rIns="0"/>
          <a:lstStyle>
            <a:lvl1pPr algn="l" marL="0" indent="0">
              <a:buNone/>
              <a:defRPr sz="120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105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90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75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（3）小見出し</a:t>
            </a:r>
          </a:p>
        </p:txBody>
      </p:sp>
      <p:sp>
        <p:nvSpPr>
          <p:cNvPr id="818" name="本文3"/>
          <p:cNvSpPr>
            <a:spLocks noGrp="1"/>
          </p:cNvSpPr>
          <p:nvPr>
            <p:ph type="body" sz="quarter" idx="18"/>
          </p:nvPr>
        </p:nvSpPr>
        <p:spPr>
          <a:xfrm>
            <a:off x="640080" y="4709160"/>
            <a:ext cx="11094415" cy="1261872"/>
          </a:xfrm>
        </p:spPr>
        <p:txBody>
          <a:bodyPr wrap="square" anchor="t" lIns="0" rIns="0"/>
          <a:lstStyle>
            <a:lvl1pPr algn="l" marL="0" indent="0">
              <a:buNone/>
              <a:defRPr sz="10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9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8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6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本文を記入（10.5pt・詰め）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name="01_章扉">
  <p:cSld name="01_章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0" y="777240"/>
            <a:ext cx="9966960" cy="685800"/>
          </a:xfrm>
        </p:spPr>
        <p:txBody>
          <a:bodyPr anchor="ctr"/>
          <a:lstStyle>
            <a:lvl1pPr algn="l">
              <a:defRPr sz="2400" b="1">
                <a:solidFill>
                  <a:srgbClr val="00000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7240"/>
            <a:ext cx="1005840" cy="685800"/>
          </a:xfrm>
        </p:spPr>
        <p:txBody>
          <a:bodyPr anchor="ctr"/>
          <a:lstStyle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lvl1pPr algn="l" indent="0" marL="0">
              <a:buNone/>
              <a:defRPr sz="24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20" name="dline1"/>
          <p:cNvCxnSpPr/>
          <p:nvPr/>
        </p:nvCxnSpPr>
        <p:spPr>
          <a:xfrm>
            <a:off x="457200" y="1572768"/>
            <a:ext cx="11277295" cy="0"/>
          </a:xfrm>
          <a:prstGeom prst="line">
            <a:avLst/>
          </a:prstGeom>
          <a:ln w="22225">
            <a:solidFill>
              <a:srgbClr val="1F3864"/>
            </a:solidFill>
          </a:ln>
        </p:spPr>
      </p:cxnSp>
      <p:cxnSp>
        <p:nvCxnSpPr>
          <p:cNvPr id="721" name="dline2"/>
          <p:cNvCxnSpPr/>
          <p:nvPr/>
        </p:nvCxnSpPr>
        <p:spPr>
          <a:xfrm>
            <a:off x="457200" y="1664208"/>
            <a:ext cx="11277295" cy="0"/>
          </a:xfrm>
          <a:prstGeom prst="line">
            <a:avLst/>
          </a:prstGeom>
          <a:ln w="6350">
            <a:solidFill>
              <a:srgbClr val="1F3864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name="03_サマリと詳細">
  <p:cSld name="03_サマリと詳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81328"/>
            <a:ext cx="10820095" cy="822960"/>
          </a:xfrm>
        </p:spPr>
        <p:txBody>
          <a:bodyPr anchor="t"/>
          <a:lstStyle>
            <a:lvl2pPr>
              <a:defRPr sz="850"/>
            </a:lvl2pPr>
            <a:lvl3pPr>
              <a:defRPr sz="70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  <a:lvl1pPr algn="l">
              <a:defRPr sz="11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606040"/>
            <a:ext cx="11277295" cy="3429000"/>
          </a:xfrm>
        </p:spPr>
        <p:txBody>
          <a:bodyPr anchor="t"/>
          <a:lstStyle>
            <a:lvl2pPr>
              <a:defRPr sz="800"/>
            </a:lvl2pPr>
            <a:lvl3pPr>
              <a:defRPr sz="65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  <a:lvl1pPr algn="l">
              <a:defRPr sz="1050" b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800" name="資料名スロット"/>
          <p:cNvSpPr>
            <a:spLocks noGrp="1"/>
          </p:cNvSpPr>
          <p:nvPr>
            <p:ph type="body" sz="quarter" idx="31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r" marL="0" indent="0">
              <a:buNone/>
              <a:defRPr sz="8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r" marL="0" indent="0">
              <a:buNone/>
              <a:defRPr sz="7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r" marL="0" indent="0">
              <a:buNone/>
              <a:defRPr sz="55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30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7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5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（出典）</a:t>
            </a:r>
          </a:p>
        </p:txBody>
      </p:sp>
      <p:sp>
        <p:nvSpPr>
          <p:cNvPr id="820" name="pointbox"/>
          <p:cNvSpPr/>
          <p:nvPr/>
        </p:nvSpPr>
        <p:spPr>
          <a:xfrm>
            <a:off x="457200" y="1051560"/>
            <a:ext cx="11277295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</p:spPr>
      </p:sp>
      <p:sp>
        <p:nvSpPr>
          <p:cNvPr id="821" name="pointhead"/>
          <p:cNvSpPr/>
          <p:nvPr/>
        </p:nvSpPr>
        <p:spPr>
          <a:xfrm>
            <a:off x="457200" y="1051560"/>
            <a:ext cx="118872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822" name="pointlabel"/>
          <p:cNvSpPr txBox="1"/>
          <p:nvPr/>
        </p:nvSpPr>
        <p:spPr>
          <a:xfrm>
            <a:off x="457200" y="1051560"/>
            <a:ext cx="1188720" cy="384048"/>
          </a:xfrm>
          <a:prstGeom prst="rect">
            <a:avLst/>
          </a:prstGeom>
          <a:noFill/>
        </p:spPr>
        <p:txBody>
          <a:bodyPr wrap="square" anchor="ctr" lIns="0" rIns="0"/>
          <a:lstStyle/>
          <a:p>
            <a:pPr algn="ctr"/>
            <a:r>
              <a:rPr lang="ja-JP" sz="1100" b="1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ポイント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name="06_まとめ">
  <p:cSld name="06_まとめ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102" name="nextbox"/>
          <p:cNvSpPr/>
          <p:nvPr/>
        </p:nvSpPr>
        <p:spPr>
          <a:xfrm>
            <a:off x="548640" y="4343400"/>
            <a:ext cx="11094415" cy="1737360"/>
          </a:xfrm>
          <a:prstGeom prst="rect">
            <a:avLst/>
          </a:prstGeom>
          <a:solidFill>
            <a:srgbClr val="DEEBF7"/>
          </a:solidFill>
          <a:ln>
            <a:noFill/>
          </a:ln>
        </p:spPr>
      </p:sp>
      <p:sp>
        <p:nvSpPr>
          <p:cNvPr id="103" name="nextlabel"/>
          <p:cNvSpPr txBox="1"/>
          <p:nvPr/>
        </p:nvSpPr>
        <p:spPr>
          <a:xfrm>
            <a:off x="777240" y="4480560"/>
            <a:ext cx="10637215" cy="365760"/>
          </a:xfrm>
          <a:prstGeom prst="rect">
            <a:avLst/>
          </a:prstGeom>
          <a:noFill/>
        </p:spPr>
        <p:txBody>
          <a:bodyPr wrap="square" anchor="ctr" lIns="0" rIns="0"/>
          <a:lstStyle/>
          <a:p>
            <a:pPr algn="l"/>
            <a:r>
              <a:rPr lang="ja-JP" sz="1400" b="1">
                <a:solidFill>
                  <a:srgbClr val="17294F"/>
                </a:solidFill>
                <a:latin typeface="MS PGothic"/>
                <a:ea typeface="MS PGothic"/>
                <a:cs typeface="MS PGothic"/>
              </a:rPr>
              <a:t>Next Action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54480"/>
            <a:ext cx="11094415" cy="457200"/>
          </a:xfrm>
        </p:spPr>
        <p:txBody>
          <a:bodyPr anchor="ctr"/>
          <a:lstStyle>
            <a:lvl2pPr marL="457200" indent="0">
              <a:buNone/>
              <a:defRPr sz="750" b="1"/>
            </a:lvl2pPr>
            <a:lvl3pPr marL="914400" indent="0">
              <a:buNone/>
              <a:defRPr sz="700" b="1"/>
            </a:lvl3pPr>
            <a:lvl4pPr marL="1371600" indent="0">
              <a:buNone/>
              <a:defRPr sz="600" b="1"/>
            </a:lvl4pPr>
            <a:lvl5pPr marL="1828800" indent="0">
              <a:buNone/>
              <a:defRPr sz="600" b="1"/>
            </a:lvl5pPr>
            <a:lvl6pPr marL="2286000" indent="0">
              <a:buNone/>
              <a:defRPr sz="600" b="1"/>
            </a:lvl6pPr>
            <a:lvl7pPr marL="2743200" indent="0">
              <a:buNone/>
              <a:defRPr sz="600" b="1"/>
            </a:lvl7pPr>
            <a:lvl8pPr marL="3200400" indent="0">
              <a:buNone/>
              <a:defRPr sz="600" b="1"/>
            </a:lvl8pPr>
            <a:lvl9pPr marL="3657600" indent="0">
              <a:buNone/>
              <a:defRPr sz="600" b="1"/>
            </a:lvl9pPr>
            <a:lvl1pPr algn="l" indent="0" marL="0">
              <a:buNone/>
              <a:defRPr sz="1200" b="1">
                <a:solidFill>
                  <a:srgbClr val="1F3864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" y="2057400"/>
            <a:ext cx="11094415" cy="2103120"/>
          </a:xfrm>
        </p:spPr>
        <p:txBody>
          <a:bodyPr anchor="t"/>
          <a:lstStyle>
            <a:lvl2pPr>
              <a:defRPr sz="650"/>
            </a:lvl2pPr>
            <a:lvl3pPr>
              <a:defRPr sz="600"/>
            </a:lvl3pPr>
            <a:lvl4pPr>
              <a:defRPr sz="550"/>
            </a:lvl4pPr>
            <a:lvl5pPr>
              <a:defRPr sz="550"/>
            </a:lvl5pPr>
            <a:lvl6pPr>
              <a:defRPr sz="550"/>
            </a:lvl6pPr>
            <a:lvl7pPr>
              <a:defRPr sz="550"/>
            </a:lvl7pPr>
            <a:lvl8pPr>
              <a:defRPr sz="550"/>
            </a:lvl8pPr>
            <a:lvl9pPr>
              <a:defRPr sz="550"/>
            </a:lvl9pPr>
            <a:lvl1pPr algn="l">
              <a:defRPr sz="105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640" y="4892040"/>
            <a:ext cx="10637215" cy="9144"/>
          </a:xfrm>
        </p:spPr>
        <p:txBody>
          <a:bodyPr anchor="t"/>
          <a:lstStyle>
            <a:lvl2pPr marL="457200" indent="0">
              <a:buNone/>
              <a:defRPr sz="100" b="1"/>
            </a:lvl2pPr>
            <a:lvl3pPr marL="914400" indent="0">
              <a:buNone/>
              <a:defRPr sz="100" b="1"/>
            </a:lvl3pPr>
            <a:lvl4pPr marL="1371600" indent="0">
              <a:buNone/>
              <a:defRPr sz="100" b="1"/>
            </a:lvl4pPr>
            <a:lvl5pPr marL="1828800" indent="0">
              <a:buNone/>
              <a:defRPr sz="100" b="1"/>
            </a:lvl5pPr>
            <a:lvl6pPr marL="2286000" indent="0">
              <a:buNone/>
              <a:defRPr sz="100" b="1"/>
            </a:lvl6pPr>
            <a:lvl7pPr marL="2743200" indent="0">
              <a:buNone/>
              <a:defRPr sz="100" b="1"/>
            </a:lvl7pPr>
            <a:lvl8pPr marL="3200400" indent="0">
              <a:buNone/>
              <a:defRPr sz="100" b="1"/>
            </a:lvl8pPr>
            <a:lvl9pPr marL="3657600" indent="0">
              <a:buNone/>
              <a:defRPr sz="100" b="1"/>
            </a:lvl9pPr>
            <a:lvl1pPr algn="l" indent="0" marL="0">
              <a:buNone/>
              <a:defRPr sz="1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7240" y="4892040"/>
            <a:ext cx="10637215" cy="1097280"/>
          </a:xfrm>
        </p:spPr>
        <p:txBody>
          <a:bodyPr anchor="t"/>
          <a:lstStyle>
            <a:lvl2pPr>
              <a:defRPr sz="650"/>
            </a:lvl2pPr>
            <a:lvl3pPr>
              <a:defRPr sz="600"/>
            </a:lvl3pPr>
            <a:lvl4pPr>
              <a:defRPr sz="550"/>
            </a:lvl4pPr>
            <a:lvl5pPr>
              <a:defRPr sz="550"/>
            </a:lvl5pPr>
            <a:lvl6pPr>
              <a:defRPr sz="550"/>
            </a:lvl6pPr>
            <a:lvl7pPr>
              <a:defRPr sz="550"/>
            </a:lvl7pPr>
            <a:lvl8pPr>
              <a:defRPr sz="550"/>
            </a:lvl8pPr>
            <a:lvl9pPr>
              <a:defRPr sz="550"/>
            </a:lvl9pPr>
            <a:lvl1pPr algn="l">
              <a:defRPr sz="105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800" name="資料名スロット"/>
          <p:cNvSpPr>
            <a:spLocks noGrp="1"/>
          </p:cNvSpPr>
          <p:nvPr>
            <p:ph type="body" sz="quarter" idx="31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r" marL="0" indent="0">
              <a:buNone/>
              <a:defRPr sz="8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r" marL="0" indent="0">
              <a:buNone/>
              <a:defRPr sz="7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r" marL="0" indent="0">
              <a:buNone/>
              <a:defRPr sz="55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30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7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5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（出典）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5_比較表">
  <p:cSld name="05_比較表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3" name="注記"/>
          <p:cNvSpPr>
            <a:spLocks noGrp="1"/>
          </p:cNvSpPr>
          <p:nvPr>
            <p:ph type="body" sz="quarter" idx="13"/>
          </p:nvPr>
        </p:nvSpPr>
        <p:spPr>
          <a:xfrm>
            <a:off x="548640" y="5806440"/>
            <a:ext cx="11094415" cy="457200"/>
          </a:xfrm>
        </p:spPr>
        <p:txBody>
          <a:bodyPr wrap="square" anchor="ctr" lIns="0" rIns="0"/>
          <a:lstStyle>
            <a:lvl1pPr algn="l" marL="0" indent="0">
              <a:buNone/>
              <a:defRPr sz="1000" b="0" i="1">
                <a:solidFill>
                  <a:srgbClr val="595959"/>
                </a:solidFill>
                <a:latin typeface="MS PGothic"/>
                <a:ea typeface="MS PGothic"/>
              </a:defRPr>
            </a:lvl1pPr>
            <a:lvl2pPr algn="l" marL="0" indent="0">
              <a:buNone/>
              <a:defRPr sz="900" b="0" i="1">
                <a:solidFill>
                  <a:srgbClr val="595959"/>
                </a:solidFill>
                <a:latin typeface="MS PGothic"/>
                <a:ea typeface="MS PGothic"/>
              </a:defRPr>
            </a:lvl2pPr>
            <a:lvl3pPr algn="l" marL="0" indent="0">
              <a:buNone/>
              <a:defRPr sz="750" b="0" i="1">
                <a:solidFill>
                  <a:srgbClr val="595959"/>
                </a:solidFill>
                <a:latin typeface="MS PGothic"/>
                <a:ea typeface="MS PGothic"/>
              </a:defRPr>
            </a:lvl3pPr>
            <a:lvl4pPr algn="l" marL="0" indent="0">
              <a:buNone/>
              <a:defRPr sz="650" b="0" i="1">
                <a:solidFill>
                  <a:srgbClr val="595959"/>
                </a:solidFill>
                <a:latin typeface="MS PGothic"/>
                <a:ea typeface="MS PGothic"/>
              </a:defRPr>
            </a:lvl4pPr>
          </a:lstStyle>
          <a:p>
            <a:r>
              <a:rPr lang="ja-JP"/>
              <a:t>注記（任意）</a:t>
            </a:r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800" name="資料名スロット"/>
          <p:cNvSpPr>
            <a:spLocks noGrp="1"/>
          </p:cNvSpPr>
          <p:nvPr>
            <p:ph type="body" sz="quarter" idx="31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r" marL="0" indent="0">
              <a:buNone/>
              <a:defRPr sz="8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r" marL="0" indent="0">
              <a:buNone/>
              <a:defRPr sz="7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r" marL="0" indent="0">
              <a:buNone/>
              <a:defRPr sz="55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30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7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5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（出典）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name="04_図＋説明">
  <p:cSld name="04_図＋説明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102" name="figframe"/>
          <p:cNvSpPr/>
          <p:nvPr/>
        </p:nvSpPr>
        <p:spPr>
          <a:xfrm>
            <a:off x="457200" y="1097280"/>
            <a:ext cx="713232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280"/>
            <a:ext cx="7132320" cy="51206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8120" y="1097280"/>
            <a:ext cx="3931920" cy="5120640"/>
          </a:xfrm>
        </p:spPr>
        <p:txBody>
          <a:bodyPr anchor="t"/>
          <a:lstStyle>
            <a:lvl2pPr marL="457200" indent="0">
              <a:buNone/>
              <a:defRPr sz="4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lvl1pPr algn="l">
              <a:defRPr sz="105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800" name="資料名スロット"/>
          <p:cNvSpPr>
            <a:spLocks noGrp="1"/>
          </p:cNvSpPr>
          <p:nvPr>
            <p:ph type="body" sz="quarter" idx="31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r" marL="0" indent="0">
              <a:buNone/>
              <a:defRPr sz="8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r" marL="0" indent="0">
              <a:buNone/>
              <a:defRPr sz="7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r" marL="0" indent="0">
              <a:buNone/>
              <a:defRPr sz="55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30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7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5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（出典）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7_コード／ログ">
  <p:cSld name="07_コード／ロ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101" name="codebox"/>
          <p:cNvSpPr/>
          <p:nvPr/>
        </p:nvSpPr>
        <p:spPr>
          <a:xfrm>
            <a:off x="457200" y="1097280"/>
            <a:ext cx="11277295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cxnSp>
        <p:nvCxnSpPr>
          <p:cNvPr id="104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1" name="コード本文"/>
          <p:cNvSpPr>
            <a:spLocks noGrp="1"/>
          </p:cNvSpPr>
          <p:nvPr>
            <p:ph type="body" sz="quarter" idx="13"/>
          </p:nvPr>
        </p:nvSpPr>
        <p:spPr>
          <a:xfrm>
            <a:off x="640080" y="1280160"/>
            <a:ext cx="10911535" cy="4206240"/>
          </a:xfrm>
        </p:spPr>
        <p:txBody>
          <a:bodyPr wrap="square" anchor="t" lIns="0" rIns="0"/>
          <a:lstStyle>
            <a:lvl1pPr algn="l" marL="0" indent="0">
              <a:buNone/>
              <a:defRPr sz="1100" b="0">
                <a:solidFill>
                  <a:srgbClr val="000000"/>
                </a:solidFill>
                <a:latin typeface="Consolas"/>
                <a:ea typeface="MS PGothic"/>
              </a:defRPr>
            </a:lvl1pPr>
            <a:lvl2pPr algn="l" marL="0" indent="0">
              <a:buNone/>
              <a:defRPr sz="950" b="0">
                <a:solidFill>
                  <a:srgbClr val="000000"/>
                </a:solidFill>
                <a:latin typeface="Consolas"/>
                <a:ea typeface="MS PGothic"/>
              </a:defRPr>
            </a:lvl2pPr>
            <a:lvl3pPr algn="l" marL="0" indent="0">
              <a:buNone/>
              <a:defRPr sz="850" b="0">
                <a:solidFill>
                  <a:srgbClr val="000000"/>
                </a:solidFill>
                <a:latin typeface="Consolas"/>
                <a:ea typeface="MS PGothic"/>
              </a:defRPr>
            </a:lvl3pPr>
            <a:lvl4pPr algn="l" marL="0" indent="0">
              <a:buNone/>
              <a:defRPr sz="700" b="0">
                <a:solidFill>
                  <a:srgbClr val="000000"/>
                </a:solidFill>
                <a:latin typeface="Consolas"/>
                <a:ea typeface="MS PGothic"/>
              </a:defRPr>
            </a:lvl4pPr>
          </a:lstStyle>
          <a:p>
            <a:r>
              <a:rPr lang="ja-JP"/>
              <a:t>コード / ログを貼り付け</a:t>
            </a:r>
          </a:p>
        </p:txBody>
      </p:sp>
      <p:sp>
        <p:nvSpPr>
          <p:cNvPr id="502" name="キャプション"/>
          <p:cNvSpPr>
            <a:spLocks noGrp="1"/>
          </p:cNvSpPr>
          <p:nvPr>
            <p:ph type="body" sz="quarter" idx="14"/>
          </p:nvPr>
        </p:nvSpPr>
        <p:spPr>
          <a:xfrm>
            <a:off x="457200" y="5806440"/>
            <a:ext cx="11277295" cy="502920"/>
          </a:xfrm>
        </p:spPr>
        <p:txBody>
          <a:bodyPr wrap="square" anchor="ctr" lIns="0" rIns="0"/>
          <a:lstStyle>
            <a:lvl1pPr algn="l" marL="0" indent="0">
              <a:buNone/>
              <a:defRPr sz="1000" b="0">
                <a:solidFill>
                  <a:srgbClr val="595959"/>
                </a:solidFill>
                <a:latin typeface="MS PGothic"/>
                <a:ea typeface="MS PGothic"/>
              </a:defRPr>
            </a:lvl1pPr>
            <a:lvl2pPr algn="l" marL="0" indent="0">
              <a:buNone/>
              <a:defRPr sz="900" b="0">
                <a:solidFill>
                  <a:srgbClr val="595959"/>
                </a:solidFill>
                <a:latin typeface="MS PGothic"/>
                <a:ea typeface="MS PGothic"/>
              </a:defRPr>
            </a:lvl2pPr>
            <a:lvl3pPr algn="l" marL="0" indent="0">
              <a:buNone/>
              <a:defRPr sz="750" b="0">
                <a:solidFill>
                  <a:srgbClr val="595959"/>
                </a:solidFill>
                <a:latin typeface="MS PGothic"/>
                <a:ea typeface="MS PGothic"/>
              </a:defRPr>
            </a:lvl3pPr>
            <a:lvl4pPr algn="l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</a:defRPr>
            </a:lvl4pPr>
          </a:lstStyle>
          <a:p>
            <a:r>
              <a:rPr lang="ja-JP"/>
              <a:t>補足説明</a:t>
            </a:r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800" name="資料名スロット"/>
          <p:cNvSpPr>
            <a:spLocks noGrp="1"/>
          </p:cNvSpPr>
          <p:nvPr>
            <p:ph type="body" sz="quarter" idx="31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r" marL="0" indent="0">
              <a:buNone/>
              <a:defRPr sz="8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r" marL="0" indent="0">
              <a:buNone/>
              <a:defRPr sz="7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r" marL="0" indent="0">
              <a:buNone/>
              <a:defRPr sz="55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30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7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5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（出典）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name="08_目次">
  <p:cSld name="08_目次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8720"/>
            <a:ext cx="11277295" cy="5029200"/>
          </a:xfrm>
        </p:spPr>
        <p:txBody>
          <a:bodyPr anchor="t"/>
          <a:lstStyle>
            <a:lvl1pPr algn="l">
              <a:defRPr sz="1400" b="0">
                <a:solidFill>
                  <a:srgbClr val="1A1A1A"/>
                </a:solidFill>
              </a:defRPr>
            </a:lvl1pPr>
            <a:lvl2pPr algn="l">
              <a:defRPr sz="1250" b="0">
                <a:solidFill>
                  <a:srgbClr val="1A1A1A"/>
                </a:solidFill>
              </a:defRPr>
            </a:lvl2pPr>
            <a:lvl3pPr algn="l">
              <a:defRPr sz="1050" b="0">
                <a:solidFill>
                  <a:srgbClr val="1A1A1A"/>
                </a:solidFill>
              </a:defRPr>
            </a:lvl3pPr>
            <a:lvl4pPr algn="l">
              <a:defRPr sz="900" b="0">
                <a:solidFill>
                  <a:srgbClr val="1A1A1A"/>
                </a:solidFill>
              </a:defRPr>
            </a:lvl4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800" name="資料名スロット"/>
          <p:cNvSpPr>
            <a:spLocks noGrp="1"/>
          </p:cNvSpPr>
          <p:nvPr>
            <p:ph type="body" sz="quarter" idx="31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r" marL="0" indent="0">
              <a:buNone/>
              <a:defRPr sz="8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r" marL="0" indent="0">
              <a:buNone/>
              <a:defRPr sz="7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r" marL="0" indent="0">
              <a:buNone/>
              <a:defRPr sz="55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30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7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5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（出典）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9_KPIハイライト">
  <p:cSld name="09_KPIハイライト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2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02" name="kpicard0"/>
          <p:cNvSpPr/>
          <p:nvPr/>
        </p:nvSpPr>
        <p:spPr>
          <a:xfrm>
            <a:off x="457200" y="1371600"/>
            <a:ext cx="3545738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05" name="kpicard1"/>
          <p:cNvSpPr/>
          <p:nvPr/>
        </p:nvSpPr>
        <p:spPr>
          <a:xfrm>
            <a:off x="4322978" y="1371600"/>
            <a:ext cx="3545738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08" name="kpicard2"/>
          <p:cNvSpPr/>
          <p:nvPr/>
        </p:nvSpPr>
        <p:spPr>
          <a:xfrm>
            <a:off x="8188756" y="1371600"/>
            <a:ext cx="3545738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1F3864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KPIラベル1"/>
          <p:cNvSpPr>
            <a:spLocks noGrp="1"/>
          </p:cNvSpPr>
          <p:nvPr>
            <p:ph type="body" sz="quarter" idx="13"/>
          </p:nvPr>
        </p:nvSpPr>
        <p:spPr>
          <a:xfrm>
            <a:off x="594360" y="1371600"/>
            <a:ext cx="3271418" cy="457200"/>
          </a:xfrm>
        </p:spPr>
        <p:txBody>
          <a:bodyPr wrap="square" anchor="ctr" lIns="0" rIns="0"/>
          <a:lstStyle>
            <a:lvl1pPr algn="l" marL="0" indent="0">
              <a:buNone/>
              <a:defRPr sz="13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11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10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8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KPI名 1</a:t>
            </a:r>
          </a:p>
        </p:txBody>
      </p:sp>
      <p:sp>
        <p:nvSpPr>
          <p:cNvPr id="301" name="KPI数値1"/>
          <p:cNvSpPr>
            <a:spLocks noGrp="1"/>
          </p:cNvSpPr>
          <p:nvPr>
            <p:ph type="body" sz="quarter" idx="14"/>
          </p:nvPr>
        </p:nvSpPr>
        <p:spPr>
          <a:xfrm>
            <a:off x="594360" y="2194560"/>
            <a:ext cx="3271418" cy="1371600"/>
          </a:xfrm>
        </p:spPr>
        <p:txBody>
          <a:bodyPr wrap="square" anchor="ctr" lIns="0" rIns="0"/>
          <a:lstStyle>
            <a:lvl1pPr algn="ctr" marL="0" indent="0">
              <a:buNone/>
              <a:defRPr sz="400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2" name="KPI補足1"/>
          <p:cNvSpPr>
            <a:spLocks noGrp="1"/>
          </p:cNvSpPr>
          <p:nvPr>
            <p:ph type="body" sz="quarter" idx="15"/>
          </p:nvPr>
        </p:nvSpPr>
        <p:spPr>
          <a:xfrm>
            <a:off x="594360" y="3749040"/>
            <a:ext cx="3271418" cy="1371600"/>
          </a:xfrm>
        </p:spPr>
        <p:txBody>
          <a:bodyPr wrap="square" anchor="t" lIns="0" rIns="0"/>
          <a:lstStyle>
            <a:lvl1pPr algn="l" marL="0" indent="0">
              <a:buNone/>
              <a:defRPr sz="11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9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8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7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補足説明</a:t>
            </a:r>
          </a:p>
        </p:txBody>
      </p:sp>
      <p:sp>
        <p:nvSpPr>
          <p:cNvPr id="303" name="KPIラベル2"/>
          <p:cNvSpPr>
            <a:spLocks noGrp="1"/>
          </p:cNvSpPr>
          <p:nvPr>
            <p:ph type="body" sz="quarter" idx="16"/>
          </p:nvPr>
        </p:nvSpPr>
        <p:spPr>
          <a:xfrm>
            <a:off x="4460138" y="1371600"/>
            <a:ext cx="3271418" cy="457200"/>
          </a:xfrm>
        </p:spPr>
        <p:txBody>
          <a:bodyPr wrap="square" anchor="ctr" lIns="0" rIns="0"/>
          <a:lstStyle>
            <a:lvl1pPr algn="l" marL="0" indent="0">
              <a:buNone/>
              <a:defRPr sz="13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11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10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8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KPI名 2</a:t>
            </a:r>
          </a:p>
        </p:txBody>
      </p:sp>
      <p:sp>
        <p:nvSpPr>
          <p:cNvPr id="304" name="KPI数値2"/>
          <p:cNvSpPr>
            <a:spLocks noGrp="1"/>
          </p:cNvSpPr>
          <p:nvPr>
            <p:ph type="body" sz="quarter" idx="17"/>
          </p:nvPr>
        </p:nvSpPr>
        <p:spPr>
          <a:xfrm>
            <a:off x="4460138" y="2194560"/>
            <a:ext cx="3271418" cy="1371600"/>
          </a:xfrm>
        </p:spPr>
        <p:txBody>
          <a:bodyPr wrap="square" anchor="ctr" lIns="0" rIns="0"/>
          <a:lstStyle>
            <a:lvl1pPr algn="ctr" marL="0" indent="0">
              <a:buNone/>
              <a:defRPr sz="400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5" name="KPI補足2"/>
          <p:cNvSpPr>
            <a:spLocks noGrp="1"/>
          </p:cNvSpPr>
          <p:nvPr>
            <p:ph type="body" sz="quarter" idx="18"/>
          </p:nvPr>
        </p:nvSpPr>
        <p:spPr>
          <a:xfrm>
            <a:off x="4460138" y="3749040"/>
            <a:ext cx="3271418" cy="1371600"/>
          </a:xfrm>
        </p:spPr>
        <p:txBody>
          <a:bodyPr wrap="square" anchor="t" lIns="0" rIns="0"/>
          <a:lstStyle>
            <a:lvl1pPr algn="l" marL="0" indent="0">
              <a:buNone/>
              <a:defRPr sz="11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9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8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7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補足説明</a:t>
            </a:r>
          </a:p>
        </p:txBody>
      </p:sp>
      <p:sp>
        <p:nvSpPr>
          <p:cNvPr id="306" name="KPIラベル3"/>
          <p:cNvSpPr>
            <a:spLocks noGrp="1"/>
          </p:cNvSpPr>
          <p:nvPr>
            <p:ph type="body" sz="quarter" idx="19"/>
          </p:nvPr>
        </p:nvSpPr>
        <p:spPr>
          <a:xfrm>
            <a:off x="8325916" y="1371600"/>
            <a:ext cx="3271418" cy="457200"/>
          </a:xfrm>
        </p:spPr>
        <p:txBody>
          <a:bodyPr wrap="square" anchor="ctr" lIns="0" rIns="0"/>
          <a:lstStyle>
            <a:lvl1pPr algn="l" marL="0" indent="0">
              <a:buNone/>
              <a:defRPr sz="13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11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10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8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KPI名 3</a:t>
            </a:r>
          </a:p>
        </p:txBody>
      </p:sp>
      <p:sp>
        <p:nvSpPr>
          <p:cNvPr id="307" name="KPI数値3"/>
          <p:cNvSpPr>
            <a:spLocks noGrp="1"/>
          </p:cNvSpPr>
          <p:nvPr>
            <p:ph type="body" sz="quarter" idx="20"/>
          </p:nvPr>
        </p:nvSpPr>
        <p:spPr>
          <a:xfrm>
            <a:off x="8325916" y="2194560"/>
            <a:ext cx="3271418" cy="1371600"/>
          </a:xfrm>
        </p:spPr>
        <p:txBody>
          <a:bodyPr wrap="square" anchor="ctr" lIns="0" rIns="0"/>
          <a:lstStyle>
            <a:lvl1pPr algn="ctr" marL="0" indent="0">
              <a:buNone/>
              <a:defRPr sz="400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8" name="KPI補足3"/>
          <p:cNvSpPr>
            <a:spLocks noGrp="1"/>
          </p:cNvSpPr>
          <p:nvPr>
            <p:ph type="body" sz="quarter" idx="21"/>
          </p:nvPr>
        </p:nvSpPr>
        <p:spPr>
          <a:xfrm>
            <a:off x="8325916" y="3749040"/>
            <a:ext cx="3271418" cy="1371600"/>
          </a:xfrm>
        </p:spPr>
        <p:txBody>
          <a:bodyPr wrap="square" anchor="t" lIns="0" rIns="0"/>
          <a:lstStyle>
            <a:lvl1pPr algn="l" marL="0" indent="0">
              <a:buNone/>
              <a:defRPr sz="11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9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8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7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補足説明</a:t>
            </a:r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730" name="kpihead0"/>
          <p:cNvSpPr/>
          <p:nvPr/>
        </p:nvSpPr>
        <p:spPr>
          <a:xfrm>
            <a:off x="457200" y="1371600"/>
            <a:ext cx="3545738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731" name="kpihead1"/>
          <p:cNvSpPr/>
          <p:nvPr/>
        </p:nvSpPr>
        <p:spPr>
          <a:xfrm>
            <a:off x="4322978" y="1371600"/>
            <a:ext cx="3545738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732" name="kpihead2"/>
          <p:cNvSpPr/>
          <p:nvPr/>
        </p:nvSpPr>
        <p:spPr>
          <a:xfrm>
            <a:off x="8188756" y="1371600"/>
            <a:ext cx="3545738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800" name="資料名スロット"/>
          <p:cNvSpPr>
            <a:spLocks noGrp="1"/>
          </p:cNvSpPr>
          <p:nvPr>
            <p:ph type="body" sz="quarter" idx="31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r" marL="0" indent="0">
              <a:buNone/>
              <a:defRPr sz="8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r" marL="0" indent="0">
              <a:buNone/>
              <a:defRPr sz="7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r" marL="0" indent="0">
              <a:buNone/>
              <a:defRPr sz="55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30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7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5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（出典）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0_カード3列">
  <p:cSld name="10_カード3列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2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02" name="card0"/>
          <p:cNvSpPr/>
          <p:nvPr/>
        </p:nvSpPr>
        <p:spPr>
          <a:xfrm>
            <a:off x="457200" y="1280160"/>
            <a:ext cx="354573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07" name="card1"/>
          <p:cNvSpPr/>
          <p:nvPr/>
        </p:nvSpPr>
        <p:spPr>
          <a:xfrm>
            <a:off x="4322978" y="1280160"/>
            <a:ext cx="354573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12" name="card2"/>
          <p:cNvSpPr/>
          <p:nvPr/>
        </p:nvSpPr>
        <p:spPr>
          <a:xfrm>
            <a:off x="8188756" y="1280160"/>
            <a:ext cx="354573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1F3864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2" name="カード説明1"/>
          <p:cNvSpPr>
            <a:spLocks noGrp="1"/>
          </p:cNvSpPr>
          <p:nvPr>
            <p:ph type="body" sz="quarter" idx="15"/>
          </p:nvPr>
        </p:nvSpPr>
        <p:spPr>
          <a:xfrm>
            <a:off x="640080" y="1965960"/>
            <a:ext cx="3179978" cy="3657600"/>
          </a:xfrm>
        </p:spPr>
        <p:txBody>
          <a:bodyPr wrap="square" anchor="t" lIns="0" rIns="0"/>
          <a:lstStyle>
            <a:lvl1pPr algn="l" marL="0" indent="0">
              <a:buNone/>
              <a:defRPr sz="11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10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8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7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説明文を記入</a:t>
            </a:r>
          </a:p>
        </p:txBody>
      </p:sp>
      <p:sp>
        <p:nvSpPr>
          <p:cNvPr id="305" name="カード説明2"/>
          <p:cNvSpPr>
            <a:spLocks noGrp="1"/>
          </p:cNvSpPr>
          <p:nvPr>
            <p:ph type="body" sz="quarter" idx="18"/>
          </p:nvPr>
        </p:nvSpPr>
        <p:spPr>
          <a:xfrm>
            <a:off x="4505858" y="1965960"/>
            <a:ext cx="3179978" cy="3657600"/>
          </a:xfrm>
        </p:spPr>
        <p:txBody>
          <a:bodyPr wrap="square" anchor="t" lIns="0" rIns="0"/>
          <a:lstStyle>
            <a:lvl1pPr algn="l" marL="0" indent="0">
              <a:buNone/>
              <a:defRPr sz="11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10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8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7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説明文を記入</a:t>
            </a:r>
          </a:p>
        </p:txBody>
      </p:sp>
      <p:sp>
        <p:nvSpPr>
          <p:cNvPr id="308" name="カード説明3"/>
          <p:cNvSpPr>
            <a:spLocks noGrp="1"/>
          </p:cNvSpPr>
          <p:nvPr>
            <p:ph type="body" sz="quarter" idx="21"/>
          </p:nvPr>
        </p:nvSpPr>
        <p:spPr>
          <a:xfrm>
            <a:off x="8371636" y="1965960"/>
            <a:ext cx="3179978" cy="3657600"/>
          </a:xfrm>
        </p:spPr>
        <p:txBody>
          <a:bodyPr wrap="square" anchor="t" lIns="0" rIns="0"/>
          <a:lstStyle>
            <a:lvl1pPr algn="l" marL="0" indent="0">
              <a:buNone/>
              <a:defRPr sz="11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10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8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7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説明文を記入</a:t>
            </a:r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740" name="cardhead0"/>
          <p:cNvSpPr/>
          <p:nvPr/>
        </p:nvSpPr>
        <p:spPr>
          <a:xfrm>
            <a:off x="457200" y="1280160"/>
            <a:ext cx="3545738" cy="475488"/>
          </a:xfrm>
          <a:prstGeom prst="rect">
            <a:avLst/>
          </a:prstGeom>
          <a:solidFill>
            <a:srgbClr val="DEEBF7"/>
          </a:solidFill>
          <a:ln>
            <a:noFill/>
          </a:ln>
        </p:spPr>
      </p:sp>
      <p:sp>
        <p:nvSpPr>
          <p:cNvPr id="300" name="カード番号1"/>
          <p:cNvSpPr>
            <a:spLocks noGrp="1"/>
          </p:cNvSpPr>
          <p:nvPr>
            <p:ph type="body" sz="quarter" idx="13"/>
          </p:nvPr>
        </p:nvSpPr>
        <p:spPr>
          <a:xfrm>
            <a:off x="594360" y="1335024"/>
            <a:ext cx="365760" cy="365760"/>
          </a:xfrm>
        </p:spPr>
        <p:txBody>
          <a:bodyPr wrap="square" anchor="ctr" lIns="0" rIns="0"/>
          <a:lstStyle>
            <a:lvl1pPr algn="ctr" marL="0" indent="0">
              <a:buNone/>
              <a:defRPr sz="14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ctr" marL="0" indent="0">
              <a:buNone/>
              <a:defRPr sz="12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ctr" marL="0" indent="0">
              <a:buNone/>
              <a:defRPr sz="10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ctr" marL="0" indent="0">
              <a:buNone/>
              <a:defRPr sz="9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1</a:t>
            </a:r>
          </a:p>
        </p:txBody>
      </p:sp>
      <p:sp>
        <p:nvSpPr>
          <p:cNvPr id="301" name="カード見出し1"/>
          <p:cNvSpPr>
            <a:spLocks noGrp="1"/>
          </p:cNvSpPr>
          <p:nvPr>
            <p:ph type="body" sz="quarter" idx="14"/>
          </p:nvPr>
        </p:nvSpPr>
        <p:spPr>
          <a:xfrm>
            <a:off x="1005840" y="1280160"/>
            <a:ext cx="2859938" cy="475488"/>
          </a:xfrm>
        </p:spPr>
        <p:txBody>
          <a:bodyPr wrap="square" anchor="ctr" lIns="0" rIns="0"/>
          <a:lstStyle>
            <a:lvl1pPr algn="l" marL="0" indent="0">
              <a:buNone/>
              <a:defRPr sz="14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125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105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9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見出し</a:t>
            </a:r>
          </a:p>
        </p:txBody>
      </p:sp>
      <p:sp>
        <p:nvSpPr>
          <p:cNvPr id="203" name="cardnum0"/>
          <p:cNvSpPr/>
          <p:nvPr/>
        </p:nvSpPr>
        <p:spPr>
          <a:xfrm>
            <a:off x="594360" y="1362456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741" name="cardhead1"/>
          <p:cNvSpPr/>
          <p:nvPr/>
        </p:nvSpPr>
        <p:spPr>
          <a:xfrm>
            <a:off x="4322978" y="1280160"/>
            <a:ext cx="3545738" cy="475488"/>
          </a:xfrm>
          <a:prstGeom prst="rect">
            <a:avLst/>
          </a:prstGeom>
          <a:solidFill>
            <a:srgbClr val="DEEBF7"/>
          </a:solidFill>
          <a:ln>
            <a:noFill/>
          </a:ln>
        </p:spPr>
      </p:sp>
      <p:sp>
        <p:nvSpPr>
          <p:cNvPr id="303" name="カード番号2"/>
          <p:cNvSpPr>
            <a:spLocks noGrp="1"/>
          </p:cNvSpPr>
          <p:nvPr>
            <p:ph type="body" sz="quarter" idx="16"/>
          </p:nvPr>
        </p:nvSpPr>
        <p:spPr>
          <a:xfrm>
            <a:off x="4460138" y="1335024"/>
            <a:ext cx="365760" cy="365760"/>
          </a:xfrm>
        </p:spPr>
        <p:txBody>
          <a:bodyPr wrap="square" anchor="ctr" lIns="0" rIns="0"/>
          <a:lstStyle>
            <a:lvl1pPr algn="ctr" marL="0" indent="0">
              <a:buNone/>
              <a:defRPr sz="14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ctr" marL="0" indent="0">
              <a:buNone/>
              <a:defRPr sz="12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ctr" marL="0" indent="0">
              <a:buNone/>
              <a:defRPr sz="10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ctr" marL="0" indent="0">
              <a:buNone/>
              <a:defRPr sz="9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2</a:t>
            </a:r>
          </a:p>
        </p:txBody>
      </p:sp>
      <p:sp>
        <p:nvSpPr>
          <p:cNvPr id="304" name="カード見出し2"/>
          <p:cNvSpPr>
            <a:spLocks noGrp="1"/>
          </p:cNvSpPr>
          <p:nvPr>
            <p:ph type="body" sz="quarter" idx="17"/>
          </p:nvPr>
        </p:nvSpPr>
        <p:spPr>
          <a:xfrm>
            <a:off x="4871618" y="1280160"/>
            <a:ext cx="2859938" cy="475488"/>
          </a:xfrm>
        </p:spPr>
        <p:txBody>
          <a:bodyPr wrap="square" anchor="ctr" lIns="0" rIns="0"/>
          <a:lstStyle>
            <a:lvl1pPr algn="l" marL="0" indent="0">
              <a:buNone/>
              <a:defRPr sz="14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125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105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9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見出し</a:t>
            </a:r>
          </a:p>
        </p:txBody>
      </p:sp>
      <p:sp>
        <p:nvSpPr>
          <p:cNvPr id="208" name="cardnum1"/>
          <p:cNvSpPr/>
          <p:nvPr/>
        </p:nvSpPr>
        <p:spPr>
          <a:xfrm>
            <a:off x="4460138" y="1362456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742" name="cardhead2"/>
          <p:cNvSpPr/>
          <p:nvPr/>
        </p:nvSpPr>
        <p:spPr>
          <a:xfrm>
            <a:off x="8188756" y="1280160"/>
            <a:ext cx="3545738" cy="475488"/>
          </a:xfrm>
          <a:prstGeom prst="rect">
            <a:avLst/>
          </a:prstGeom>
          <a:solidFill>
            <a:srgbClr val="DEEBF7"/>
          </a:solidFill>
          <a:ln>
            <a:noFill/>
          </a:ln>
        </p:spPr>
      </p:sp>
      <p:sp>
        <p:nvSpPr>
          <p:cNvPr id="306" name="カード番号3"/>
          <p:cNvSpPr>
            <a:spLocks noGrp="1"/>
          </p:cNvSpPr>
          <p:nvPr>
            <p:ph type="body" sz="quarter" idx="19"/>
          </p:nvPr>
        </p:nvSpPr>
        <p:spPr>
          <a:xfrm>
            <a:off x="8325916" y="1335024"/>
            <a:ext cx="365760" cy="365760"/>
          </a:xfrm>
        </p:spPr>
        <p:txBody>
          <a:bodyPr wrap="square" anchor="ctr" lIns="0" rIns="0"/>
          <a:lstStyle>
            <a:lvl1pPr algn="ctr" marL="0" indent="0">
              <a:buNone/>
              <a:defRPr sz="14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ctr" marL="0" indent="0">
              <a:buNone/>
              <a:defRPr sz="12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ctr" marL="0" indent="0">
              <a:buNone/>
              <a:defRPr sz="10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ctr" marL="0" indent="0">
              <a:buNone/>
              <a:defRPr sz="9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3</a:t>
            </a:r>
          </a:p>
        </p:txBody>
      </p:sp>
      <p:sp>
        <p:nvSpPr>
          <p:cNvPr id="307" name="カード見出し3"/>
          <p:cNvSpPr>
            <a:spLocks noGrp="1"/>
          </p:cNvSpPr>
          <p:nvPr>
            <p:ph type="body" sz="quarter" idx="20"/>
          </p:nvPr>
        </p:nvSpPr>
        <p:spPr>
          <a:xfrm>
            <a:off x="8737396" y="1280160"/>
            <a:ext cx="2859938" cy="475488"/>
          </a:xfrm>
        </p:spPr>
        <p:txBody>
          <a:bodyPr wrap="square" anchor="ctr" lIns="0" rIns="0"/>
          <a:lstStyle>
            <a:lvl1pPr algn="l" marL="0" indent="0">
              <a:buNone/>
              <a:defRPr sz="14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125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105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9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見出し</a:t>
            </a:r>
          </a:p>
        </p:txBody>
      </p:sp>
      <p:sp>
        <p:nvSpPr>
          <p:cNvPr id="213" name="cardnum2"/>
          <p:cNvSpPr/>
          <p:nvPr/>
        </p:nvSpPr>
        <p:spPr>
          <a:xfrm>
            <a:off x="8325916" y="1362456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800" name="資料名スロット"/>
          <p:cNvSpPr>
            <a:spLocks noGrp="1"/>
          </p:cNvSpPr>
          <p:nvPr>
            <p:ph type="body" sz="quarter" idx="31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r" marL="0" indent="0">
              <a:buNone/>
              <a:defRPr sz="8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r" marL="0" indent="0">
              <a:buNone/>
              <a:defRPr sz="7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r" marL="0" indent="0">
              <a:buNone/>
              <a:defRPr sz="55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30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7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5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（出典）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1_プロセス">
  <p:cSld name="11_プロセ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2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02" name="stepbox0"/>
          <p:cNvSpPr/>
          <p:nvPr/>
        </p:nvSpPr>
        <p:spPr>
          <a:xfrm>
            <a:off x="457200" y="2103120"/>
            <a:ext cx="2647873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04" name="arrow0"/>
          <p:cNvSpPr/>
          <p:nvPr/>
        </p:nvSpPr>
        <p:spPr>
          <a:xfrm>
            <a:off x="3114217" y="3209544"/>
            <a:ext cx="210312" cy="164592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05" name="stepbox1"/>
          <p:cNvSpPr/>
          <p:nvPr/>
        </p:nvSpPr>
        <p:spPr>
          <a:xfrm>
            <a:off x="3333673" y="2103120"/>
            <a:ext cx="2647873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07" name="arrow1"/>
          <p:cNvSpPr/>
          <p:nvPr/>
        </p:nvSpPr>
        <p:spPr>
          <a:xfrm>
            <a:off x="5990690" y="3209544"/>
            <a:ext cx="210312" cy="164592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08" name="stepbox2"/>
          <p:cNvSpPr/>
          <p:nvPr/>
        </p:nvSpPr>
        <p:spPr>
          <a:xfrm>
            <a:off x="6210146" y="2103120"/>
            <a:ext cx="2647873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10" name="arrow2"/>
          <p:cNvSpPr/>
          <p:nvPr/>
        </p:nvSpPr>
        <p:spPr>
          <a:xfrm>
            <a:off x="8867163" y="3209544"/>
            <a:ext cx="210312" cy="164592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11" name="stepbox3"/>
          <p:cNvSpPr/>
          <p:nvPr/>
        </p:nvSpPr>
        <p:spPr>
          <a:xfrm>
            <a:off x="9086619" y="2103120"/>
            <a:ext cx="2647873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1F3864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1" name="工程名1"/>
          <p:cNvSpPr>
            <a:spLocks noGrp="1"/>
          </p:cNvSpPr>
          <p:nvPr>
            <p:ph type="body" sz="quarter" idx="14"/>
          </p:nvPr>
        </p:nvSpPr>
        <p:spPr>
          <a:xfrm>
            <a:off x="548640" y="2651760"/>
            <a:ext cx="2464993" cy="457200"/>
          </a:xfrm>
        </p:spPr>
        <p:txBody>
          <a:bodyPr wrap="square" anchor="ctr" lIns="0" rIns="0"/>
          <a:lstStyle>
            <a:lvl1pPr algn="ctr" marL="0" indent="0">
              <a:buNone/>
              <a:defRPr sz="15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ctr" marL="0" indent="0">
              <a:buNone/>
              <a:defRPr sz="13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ctr" marL="0" indent="0">
              <a:buNone/>
              <a:defRPr sz="115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ctr" marL="0" indent="0">
              <a:buNone/>
              <a:defRPr sz="95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工程名</a:t>
            </a:r>
          </a:p>
        </p:txBody>
      </p:sp>
      <p:sp>
        <p:nvSpPr>
          <p:cNvPr id="302" name="工程説明1"/>
          <p:cNvSpPr>
            <a:spLocks noGrp="1"/>
          </p:cNvSpPr>
          <p:nvPr>
            <p:ph type="body" sz="quarter" idx="15"/>
          </p:nvPr>
        </p:nvSpPr>
        <p:spPr>
          <a:xfrm>
            <a:off x="548640" y="3200400"/>
            <a:ext cx="2464993" cy="1097280"/>
          </a:xfrm>
        </p:spPr>
        <p:txBody>
          <a:bodyPr wrap="square" anchor="t" lIns="0" rIns="0"/>
          <a:lstStyle>
            <a:lvl1pPr algn="ctr" marL="0" indent="0">
              <a:buNone/>
              <a:defRPr sz="10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  <a:lvl2pPr algn="ctr" marL="0" indent="0">
              <a:buNone/>
              <a:defRPr sz="90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2pPr>
            <a:lvl3pPr algn="ctr" marL="0" indent="0">
              <a:buNone/>
              <a:defRPr sz="80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3pPr>
            <a:lvl4pPr algn="ctr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説明</a:t>
            </a:r>
          </a:p>
        </p:txBody>
      </p:sp>
      <p:sp>
        <p:nvSpPr>
          <p:cNvPr id="304" name="工程名2"/>
          <p:cNvSpPr>
            <a:spLocks noGrp="1"/>
          </p:cNvSpPr>
          <p:nvPr>
            <p:ph type="body" sz="quarter" idx="17"/>
          </p:nvPr>
        </p:nvSpPr>
        <p:spPr>
          <a:xfrm>
            <a:off x="3425113" y="2651760"/>
            <a:ext cx="2464993" cy="457200"/>
          </a:xfrm>
        </p:spPr>
        <p:txBody>
          <a:bodyPr wrap="square" anchor="ctr" lIns="0" rIns="0"/>
          <a:lstStyle>
            <a:lvl1pPr algn="ctr" marL="0" indent="0">
              <a:buNone/>
              <a:defRPr sz="15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ctr" marL="0" indent="0">
              <a:buNone/>
              <a:defRPr sz="13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ctr" marL="0" indent="0">
              <a:buNone/>
              <a:defRPr sz="115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ctr" marL="0" indent="0">
              <a:buNone/>
              <a:defRPr sz="95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工程名</a:t>
            </a:r>
          </a:p>
        </p:txBody>
      </p:sp>
      <p:sp>
        <p:nvSpPr>
          <p:cNvPr id="305" name="工程説明2"/>
          <p:cNvSpPr>
            <a:spLocks noGrp="1"/>
          </p:cNvSpPr>
          <p:nvPr>
            <p:ph type="body" sz="quarter" idx="18"/>
          </p:nvPr>
        </p:nvSpPr>
        <p:spPr>
          <a:xfrm>
            <a:off x="3425113" y="3200400"/>
            <a:ext cx="2464993" cy="1097280"/>
          </a:xfrm>
        </p:spPr>
        <p:txBody>
          <a:bodyPr wrap="square" anchor="t" lIns="0" rIns="0"/>
          <a:lstStyle>
            <a:lvl1pPr algn="ctr" marL="0" indent="0">
              <a:buNone/>
              <a:defRPr sz="10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  <a:lvl2pPr algn="ctr" marL="0" indent="0">
              <a:buNone/>
              <a:defRPr sz="90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2pPr>
            <a:lvl3pPr algn="ctr" marL="0" indent="0">
              <a:buNone/>
              <a:defRPr sz="80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3pPr>
            <a:lvl4pPr algn="ctr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説明</a:t>
            </a:r>
          </a:p>
        </p:txBody>
      </p:sp>
      <p:sp>
        <p:nvSpPr>
          <p:cNvPr id="307" name="工程名3"/>
          <p:cNvSpPr>
            <a:spLocks noGrp="1"/>
          </p:cNvSpPr>
          <p:nvPr>
            <p:ph type="body" sz="quarter" idx="20"/>
          </p:nvPr>
        </p:nvSpPr>
        <p:spPr>
          <a:xfrm>
            <a:off x="6301586" y="2651760"/>
            <a:ext cx="2464993" cy="457200"/>
          </a:xfrm>
        </p:spPr>
        <p:txBody>
          <a:bodyPr wrap="square" anchor="ctr" lIns="0" rIns="0"/>
          <a:lstStyle>
            <a:lvl1pPr algn="ctr" marL="0" indent="0">
              <a:buNone/>
              <a:defRPr sz="15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ctr" marL="0" indent="0">
              <a:buNone/>
              <a:defRPr sz="13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ctr" marL="0" indent="0">
              <a:buNone/>
              <a:defRPr sz="115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ctr" marL="0" indent="0">
              <a:buNone/>
              <a:defRPr sz="95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工程名</a:t>
            </a:r>
          </a:p>
        </p:txBody>
      </p:sp>
      <p:sp>
        <p:nvSpPr>
          <p:cNvPr id="308" name="工程説明3"/>
          <p:cNvSpPr>
            <a:spLocks noGrp="1"/>
          </p:cNvSpPr>
          <p:nvPr>
            <p:ph type="body" sz="quarter" idx="21"/>
          </p:nvPr>
        </p:nvSpPr>
        <p:spPr>
          <a:xfrm>
            <a:off x="6301586" y="3200400"/>
            <a:ext cx="2464993" cy="1097280"/>
          </a:xfrm>
        </p:spPr>
        <p:txBody>
          <a:bodyPr wrap="square" anchor="t" lIns="0" rIns="0"/>
          <a:lstStyle>
            <a:lvl1pPr algn="ctr" marL="0" indent="0">
              <a:buNone/>
              <a:defRPr sz="10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  <a:lvl2pPr algn="ctr" marL="0" indent="0">
              <a:buNone/>
              <a:defRPr sz="90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2pPr>
            <a:lvl3pPr algn="ctr" marL="0" indent="0">
              <a:buNone/>
              <a:defRPr sz="80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3pPr>
            <a:lvl4pPr algn="ctr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説明</a:t>
            </a:r>
          </a:p>
        </p:txBody>
      </p:sp>
      <p:sp>
        <p:nvSpPr>
          <p:cNvPr id="310" name="工程名4"/>
          <p:cNvSpPr>
            <a:spLocks noGrp="1"/>
          </p:cNvSpPr>
          <p:nvPr>
            <p:ph type="body" sz="quarter" idx="23"/>
          </p:nvPr>
        </p:nvSpPr>
        <p:spPr>
          <a:xfrm>
            <a:off x="9178059" y="2651760"/>
            <a:ext cx="2464993" cy="457200"/>
          </a:xfrm>
        </p:spPr>
        <p:txBody>
          <a:bodyPr wrap="square" anchor="ctr" lIns="0" rIns="0"/>
          <a:lstStyle>
            <a:lvl1pPr algn="ctr" marL="0" indent="0">
              <a:buNone/>
              <a:defRPr sz="15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ctr" marL="0" indent="0">
              <a:buNone/>
              <a:defRPr sz="13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ctr" marL="0" indent="0">
              <a:buNone/>
              <a:defRPr sz="115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ctr" marL="0" indent="0">
              <a:buNone/>
              <a:defRPr sz="95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工程名</a:t>
            </a:r>
          </a:p>
        </p:txBody>
      </p:sp>
      <p:sp>
        <p:nvSpPr>
          <p:cNvPr id="311" name="工程説明4"/>
          <p:cNvSpPr>
            <a:spLocks noGrp="1"/>
          </p:cNvSpPr>
          <p:nvPr>
            <p:ph type="body" sz="quarter" idx="24"/>
          </p:nvPr>
        </p:nvSpPr>
        <p:spPr>
          <a:xfrm>
            <a:off x="9178059" y="3200400"/>
            <a:ext cx="2464993" cy="1097280"/>
          </a:xfrm>
        </p:spPr>
        <p:txBody>
          <a:bodyPr wrap="square" anchor="t" lIns="0" rIns="0"/>
          <a:lstStyle>
            <a:lvl1pPr algn="ctr" marL="0" indent="0">
              <a:buNone/>
              <a:defRPr sz="10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  <a:lvl2pPr algn="ctr" marL="0" indent="0">
              <a:buNone/>
              <a:defRPr sz="90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2pPr>
            <a:lvl3pPr algn="ctr" marL="0" indent="0">
              <a:buNone/>
              <a:defRPr sz="80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3pPr>
            <a:lvl4pPr algn="ctr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説明</a:t>
            </a:r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750" name="stephead0"/>
          <p:cNvSpPr/>
          <p:nvPr/>
        </p:nvSpPr>
        <p:spPr>
          <a:xfrm>
            <a:off x="457200" y="2103120"/>
            <a:ext cx="2647873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300" name="STEPラベル1"/>
          <p:cNvSpPr>
            <a:spLocks noGrp="1"/>
          </p:cNvSpPr>
          <p:nvPr>
            <p:ph type="body" sz="quarter" idx="13"/>
          </p:nvPr>
        </p:nvSpPr>
        <p:spPr>
          <a:xfrm>
            <a:off x="457200" y="2103120"/>
            <a:ext cx="2647873" cy="411480"/>
          </a:xfrm>
        </p:spPr>
        <p:txBody>
          <a:bodyPr wrap="square" anchor="ctr" lIns="0" rIns="0"/>
          <a:lstStyle>
            <a:lvl1pPr algn="ctr" marL="0" indent="0">
              <a:buNone/>
              <a:defRPr sz="11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ctr" marL="0" indent="0">
              <a:buNone/>
              <a:defRPr sz="9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ctr" marL="0" indent="0">
              <a:buNone/>
              <a:defRPr sz="8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ctr" marL="0" indent="0">
              <a:buNone/>
              <a:defRPr sz="7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STEP 1</a:t>
            </a:r>
          </a:p>
        </p:txBody>
      </p:sp>
      <p:sp>
        <p:nvSpPr>
          <p:cNvPr id="751" name="stephead1"/>
          <p:cNvSpPr/>
          <p:nvPr/>
        </p:nvSpPr>
        <p:spPr>
          <a:xfrm>
            <a:off x="3333673" y="2103120"/>
            <a:ext cx="2647873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303" name="STEPラベル2"/>
          <p:cNvSpPr>
            <a:spLocks noGrp="1"/>
          </p:cNvSpPr>
          <p:nvPr>
            <p:ph type="body" sz="quarter" idx="16"/>
          </p:nvPr>
        </p:nvSpPr>
        <p:spPr>
          <a:xfrm>
            <a:off x="3333673" y="2103120"/>
            <a:ext cx="2647873" cy="411480"/>
          </a:xfrm>
        </p:spPr>
        <p:txBody>
          <a:bodyPr wrap="square" anchor="ctr" lIns="0" rIns="0"/>
          <a:lstStyle>
            <a:lvl1pPr algn="ctr" marL="0" indent="0">
              <a:buNone/>
              <a:defRPr sz="11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ctr" marL="0" indent="0">
              <a:buNone/>
              <a:defRPr sz="9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ctr" marL="0" indent="0">
              <a:buNone/>
              <a:defRPr sz="8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ctr" marL="0" indent="0">
              <a:buNone/>
              <a:defRPr sz="7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STEP 2</a:t>
            </a:r>
          </a:p>
        </p:txBody>
      </p:sp>
      <p:sp>
        <p:nvSpPr>
          <p:cNvPr id="752" name="stephead2"/>
          <p:cNvSpPr/>
          <p:nvPr/>
        </p:nvSpPr>
        <p:spPr>
          <a:xfrm>
            <a:off x="6210146" y="2103120"/>
            <a:ext cx="2647873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306" name="STEPラベル3"/>
          <p:cNvSpPr>
            <a:spLocks noGrp="1"/>
          </p:cNvSpPr>
          <p:nvPr>
            <p:ph type="body" sz="quarter" idx="19"/>
          </p:nvPr>
        </p:nvSpPr>
        <p:spPr>
          <a:xfrm>
            <a:off x="6210146" y="2103120"/>
            <a:ext cx="2647873" cy="411480"/>
          </a:xfrm>
        </p:spPr>
        <p:txBody>
          <a:bodyPr wrap="square" anchor="ctr" lIns="0" rIns="0"/>
          <a:lstStyle>
            <a:lvl1pPr algn="ctr" marL="0" indent="0">
              <a:buNone/>
              <a:defRPr sz="11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ctr" marL="0" indent="0">
              <a:buNone/>
              <a:defRPr sz="9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ctr" marL="0" indent="0">
              <a:buNone/>
              <a:defRPr sz="8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ctr" marL="0" indent="0">
              <a:buNone/>
              <a:defRPr sz="7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STEP 3</a:t>
            </a:r>
          </a:p>
        </p:txBody>
      </p:sp>
      <p:sp>
        <p:nvSpPr>
          <p:cNvPr id="753" name="stephead3"/>
          <p:cNvSpPr/>
          <p:nvPr/>
        </p:nvSpPr>
        <p:spPr>
          <a:xfrm>
            <a:off x="9086619" y="2103120"/>
            <a:ext cx="2647873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309" name="STEPラベル4"/>
          <p:cNvSpPr>
            <a:spLocks noGrp="1"/>
          </p:cNvSpPr>
          <p:nvPr>
            <p:ph type="body" sz="quarter" idx="22"/>
          </p:nvPr>
        </p:nvSpPr>
        <p:spPr>
          <a:xfrm>
            <a:off x="9086619" y="2103120"/>
            <a:ext cx="2647873" cy="411480"/>
          </a:xfrm>
        </p:spPr>
        <p:txBody>
          <a:bodyPr wrap="square" anchor="ctr" lIns="0" rIns="0"/>
          <a:lstStyle>
            <a:lvl1pPr algn="ctr" marL="0" indent="0">
              <a:buNone/>
              <a:defRPr sz="11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ctr" marL="0" indent="0">
              <a:buNone/>
              <a:defRPr sz="9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ctr" marL="0" indent="0">
              <a:buNone/>
              <a:defRPr sz="8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ctr" marL="0" indent="0">
              <a:buNone/>
              <a:defRPr sz="7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STEP 4</a:t>
            </a:r>
          </a:p>
        </p:txBody>
      </p:sp>
      <p:sp>
        <p:nvSpPr>
          <p:cNvPr id="800" name="資料名スロット"/>
          <p:cNvSpPr>
            <a:spLocks noGrp="1"/>
          </p:cNvSpPr>
          <p:nvPr>
            <p:ph type="body" sz="quarter" idx="31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r" marL="0" indent="0">
              <a:buNone/>
              <a:defRPr sz="8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r" marL="0" indent="0">
              <a:buNone/>
              <a:defRPr sz="7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r" marL="0" indent="0">
              <a:buNone/>
              <a:defRPr sz="55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30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7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5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（出典）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2_論点と対応">
  <p:cSld name="12_論点と対応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2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02" name="probbox"/>
          <p:cNvSpPr/>
          <p:nvPr/>
        </p:nvSpPr>
        <p:spPr>
          <a:xfrm>
            <a:off x="457200" y="1051560"/>
            <a:ext cx="5486400" cy="4937760"/>
          </a:xfrm>
          <a:prstGeom prst="rect">
            <a:avLst/>
          </a:prstGeom>
          <a:solidFill>
            <a:srgbClr val="EFEFEF"/>
          </a:solidFill>
          <a:ln w="9525">
            <a:solidFill>
              <a:srgbClr val="7F7F7F"/>
            </a:solidFill>
          </a:ln>
        </p:spPr>
      </p:sp>
      <p:sp>
        <p:nvSpPr>
          <p:cNvPr id="203" name="probhead"/>
          <p:cNvSpPr/>
          <p:nvPr/>
        </p:nvSpPr>
        <p:spPr>
          <a:xfrm>
            <a:off x="457200" y="1051560"/>
            <a:ext cx="5486400" cy="4572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sp>
      <p:sp>
        <p:nvSpPr>
          <p:cNvPr id="206" name="baarrow"/>
          <p:cNvSpPr/>
          <p:nvPr/>
        </p:nvSpPr>
        <p:spPr>
          <a:xfrm>
            <a:off x="5943600" y="3657600"/>
            <a:ext cx="457200" cy="36576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07" name="solbox"/>
          <p:cNvSpPr/>
          <p:nvPr/>
        </p:nvSpPr>
        <p:spPr>
          <a:xfrm>
            <a:off x="6245352" y="1051560"/>
            <a:ext cx="5486400" cy="4937760"/>
          </a:xfrm>
          <a:prstGeom prst="rect">
            <a:avLst/>
          </a:prstGeom>
          <a:solidFill>
            <a:srgbClr val="DEEBF7"/>
          </a:solidFill>
          <a:ln w="9525">
            <a:solidFill>
              <a:srgbClr val="7F7F7F"/>
            </a:solidFill>
          </a:ln>
        </p:spPr>
      </p:sp>
      <p:sp>
        <p:nvSpPr>
          <p:cNvPr id="208" name="solhead"/>
          <p:cNvSpPr/>
          <p:nvPr/>
        </p:nvSpPr>
        <p:spPr>
          <a:xfrm>
            <a:off x="6245352" y="1051560"/>
            <a:ext cx="548640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1F3864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課題見出し"/>
          <p:cNvSpPr>
            <a:spLocks noGrp="1"/>
          </p:cNvSpPr>
          <p:nvPr>
            <p:ph type="body" sz="quarter" idx="13"/>
          </p:nvPr>
        </p:nvSpPr>
        <p:spPr>
          <a:xfrm>
            <a:off x="640080" y="1051560"/>
            <a:ext cx="5120640" cy="457200"/>
          </a:xfrm>
        </p:spPr>
        <p:txBody>
          <a:bodyPr wrap="square" anchor="ctr" lIns="0" rIns="0"/>
          <a:lstStyle>
            <a:lvl1pPr algn="l" marL="0" indent="0">
              <a:buNone/>
              <a:defRPr sz="12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10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9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7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課題 / Before</a:t>
            </a:r>
          </a:p>
        </p:txBody>
      </p:sp>
      <p:sp>
        <p:nvSpPr>
          <p:cNvPr id="301" name="課題本文"/>
          <p:cNvSpPr>
            <a:spLocks noGrp="1"/>
          </p:cNvSpPr>
          <p:nvPr>
            <p:ph type="body" sz="quarter" idx="14"/>
          </p:nvPr>
        </p:nvSpPr>
        <p:spPr>
          <a:xfrm>
            <a:off x="640080" y="1645920"/>
            <a:ext cx="5120640" cy="4160520"/>
          </a:xfrm>
        </p:spPr>
        <p:txBody>
          <a:bodyPr wrap="square" anchor="t" lIns="0" rIns="0"/>
          <a:lstStyle>
            <a:lvl1pPr algn="l" marL="0" indent="0">
              <a:buNone/>
              <a:defRPr sz="1050" b="0">
                <a:solidFill>
                  <a:srgbClr val="1A1A1A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900" b="0">
                <a:solidFill>
                  <a:srgbClr val="1A1A1A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800" b="0">
                <a:solidFill>
                  <a:srgbClr val="1A1A1A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650" b="0">
                <a:solidFill>
                  <a:srgbClr val="1A1A1A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課題を記入</a:t>
            </a:r>
          </a:p>
        </p:txBody>
      </p:sp>
      <p:sp>
        <p:nvSpPr>
          <p:cNvPr id="302" name="対策見出し"/>
          <p:cNvSpPr>
            <a:spLocks noGrp="1"/>
          </p:cNvSpPr>
          <p:nvPr>
            <p:ph type="body" sz="quarter" idx="15"/>
          </p:nvPr>
        </p:nvSpPr>
        <p:spPr>
          <a:xfrm>
            <a:off x="6428232" y="1051560"/>
            <a:ext cx="5120640" cy="457200"/>
          </a:xfrm>
        </p:spPr>
        <p:txBody>
          <a:bodyPr wrap="square" anchor="ctr" lIns="0" rIns="0"/>
          <a:lstStyle>
            <a:lvl1pPr algn="l" marL="0" indent="0">
              <a:buNone/>
              <a:defRPr sz="12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10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9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7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対策 / After</a:t>
            </a:r>
          </a:p>
        </p:txBody>
      </p:sp>
      <p:sp>
        <p:nvSpPr>
          <p:cNvPr id="303" name="対策本文"/>
          <p:cNvSpPr>
            <a:spLocks noGrp="1"/>
          </p:cNvSpPr>
          <p:nvPr>
            <p:ph type="body" sz="quarter" idx="16"/>
          </p:nvPr>
        </p:nvSpPr>
        <p:spPr>
          <a:xfrm>
            <a:off x="6428232" y="1645920"/>
            <a:ext cx="5120640" cy="4160520"/>
          </a:xfrm>
        </p:spPr>
        <p:txBody>
          <a:bodyPr wrap="square" anchor="t" lIns="0" rIns="0"/>
          <a:lstStyle>
            <a:lvl1pPr algn="l" marL="0" indent="0">
              <a:buNone/>
              <a:defRPr sz="1050" b="0">
                <a:solidFill>
                  <a:srgbClr val="1A1A1A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900" b="0">
                <a:solidFill>
                  <a:srgbClr val="1A1A1A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800" b="0">
                <a:solidFill>
                  <a:srgbClr val="1A1A1A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650" b="0">
                <a:solidFill>
                  <a:srgbClr val="1A1A1A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対策を記入</a:t>
            </a:r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800" name="資料名スロット"/>
          <p:cNvSpPr>
            <a:spLocks noGrp="1"/>
          </p:cNvSpPr>
          <p:nvPr>
            <p:ph type="body" sz="quarter" idx="31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r" marL="0" indent="0">
              <a:buNone/>
              <a:defRPr sz="8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r" marL="0" indent="0">
              <a:buNone/>
              <a:defRPr sz="7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r" marL="0" indent="0">
              <a:buNone/>
              <a:defRPr sz="55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30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7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5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（出典）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274638"/>
            <a:ext cx="1109472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600" b="1">
                <a:solidFill>
                  <a:srgbClr val="17294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600200"/>
            <a:ext cx="1109472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640" y="635635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81600" y="635635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81447" y="6510528"/>
            <a:ext cx="18288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8"/>
    <p:sldLayoutId id="2147483660" r:id="rId13"/>
    <p:sldLayoutId id="2147483661" r:id="rId14"/>
    <p:sldLayoutId id="2147483662" r:id="rId11"/>
    <p:sldLayoutId id="2147483663" r:id="rId10"/>
    <p:sldLayoutId id="2147483664" r:id="rId9"/>
    <p:sldLayoutId id="214748366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7294F"/>
      </a:dk2>
      <a:lt2>
        <a:srgbClr val="DEEBF7"/>
      </a:lt2>
      <a:accent1>
        <a:srgbClr val="1F3864"/>
      </a:accent1>
      <a:accent2>
        <a:srgbClr val="C00000"/>
      </a:accent2>
      <a:accent3>
        <a:srgbClr val="595959"/>
      </a:accent3>
      <a:accent4>
        <a:srgbClr val="7F7F7F"/>
      </a:accent4>
      <a:accent5>
        <a:srgbClr val="BDD7EE"/>
      </a:accent5>
      <a:accent6>
        <a:srgbClr val="404040"/>
      </a:accent6>
      <a:hlink>
        <a:srgbClr val="0000FF"/>
      </a:hlink>
      <a:folHlink>
        <a:srgbClr val="800080"/>
      </a:folHlink>
    </a:clrScheme>
    <a:fontScheme name="Office">
      <a:majorFont>
        <a:latin typeface="MS P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S P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