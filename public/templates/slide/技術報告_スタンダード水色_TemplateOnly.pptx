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name="00_表紙">
  <p:cSld name="00_表紙">
    <p:bg>
      <p:bgPr>
        <a:solidFill>
          <a:srgbClr val="0A5A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motif1"/>
          <p:cNvSpPr/>
          <p:nvPr/>
        </p:nvSpPr>
        <p:spPr>
          <a:xfrm>
            <a:off x="548640" y="548640"/>
            <a:ext cx="502920" cy="502920"/>
          </a:xfrm>
          <a:prstGeom prst="roundRect">
            <a:avLst>
              <a:gd name="adj" fmla="val 14000"/>
            </a:avLst>
          </a:prstGeom>
          <a:solidFill>
            <a:srgbClr val="7FD4F5"/>
          </a:solidFill>
          <a:ln>
            <a:noFill/>
          </a:ln>
        </p:spPr>
      </p:sp>
      <p:sp>
        <p:nvSpPr>
          <p:cNvPr id="101" name="motif2"/>
          <p:cNvSpPr/>
          <p:nvPr/>
        </p:nvSpPr>
        <p:spPr>
          <a:xfrm>
            <a:off x="1170432" y="548640"/>
            <a:ext cx="201168" cy="502920"/>
          </a:xfrm>
          <a:prstGeom prst="roundRect">
            <a:avLst>
              <a:gd name="adj" fmla="val 14000"/>
            </a:avLst>
          </a:prstGeom>
          <a:solidFill>
            <a:srgbClr val="F5A623"/>
          </a:solidFill>
          <a:ln>
            <a:noFill/>
          </a:ln>
        </p:spPr>
      </p:sp>
      <p:cxnSp>
        <p:nvCxnSpPr>
          <p:cNvPr id="102" name="coverline"/>
          <p:cNvCxnSpPr/>
          <p:nvPr/>
        </p:nvCxnSpPr>
        <p:spPr>
          <a:xfrm>
            <a:off x="548640" y="5212080"/>
            <a:ext cx="5943600" cy="0"/>
          </a:xfrm>
          <a:prstGeom prst="line">
            <a:avLst/>
          </a:prstGeom>
          <a:ln w="12700">
            <a:solidFill>
              <a:srgbClr val="0E7BB8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2377440"/>
            <a:ext cx="10058400" cy="1463040"/>
          </a:xfrm>
        </p:spPr>
        <p:txBody>
          <a:bodyPr anchor="ctr"/>
          <a:lstStyle>
            <a:lvl1pPr algn="l">
              <a:defRPr sz="40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3886200"/>
            <a:ext cx="10058400" cy="731520"/>
          </a:xfrm>
        </p:spPr>
        <p:txBody>
          <a:bodyPr anchor="t"/>
          <a:lstStyle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lvl1pPr algn="l" indent="0" marL="0">
              <a:buNone/>
              <a:defRPr sz="1800" b="0">
                <a:solidFill>
                  <a:srgbClr val="E8F4FA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00" name="メタ情報（日付・部署・作成者）"/>
          <p:cNvSpPr>
            <a:spLocks noGrp="1"/>
          </p:cNvSpPr>
          <p:nvPr>
            <p:ph type="body" sz="quarter" idx="14"/>
          </p:nvPr>
        </p:nvSpPr>
        <p:spPr>
          <a:xfrm>
            <a:off x="548640" y="5349240"/>
            <a:ext cx="10058400" cy="822960"/>
          </a:xfrm>
        </p:spPr>
        <p:txBody>
          <a:bodyPr wrap="square" anchor="t" lIns="0" rIns="0"/>
          <a:lstStyle>
            <a:lvl1pPr algn="l" marL="0" indent="0">
              <a:buNone/>
              <a:defRPr sz="1200" b="0">
                <a:solidFill>
                  <a:srgbClr val="E8F4FA"/>
                </a:solidFill>
                <a:latin typeface="Yu Gothic"/>
                <a:ea typeface="Yu Gothic"/>
              </a:defRPr>
            </a:lvl1pPr>
            <a:lvl2pPr algn="l" marL="0" indent="0">
              <a:buNone/>
              <a:defRPr sz="1050" b="0">
                <a:solidFill>
                  <a:srgbClr val="E8F4FA"/>
                </a:solidFill>
                <a:latin typeface="Yu Gothic"/>
                <a:ea typeface="Yu Gothic"/>
              </a:defRPr>
            </a:lvl2pPr>
            <a:lvl3pPr algn="l" marL="0" indent="0">
              <a:buNone/>
              <a:defRPr sz="900" b="0">
                <a:solidFill>
                  <a:srgbClr val="E8F4FA"/>
                </a:solidFill>
                <a:latin typeface="Yu Gothic"/>
                <a:ea typeface="Yu Gothic"/>
              </a:defRPr>
            </a:lvl3pPr>
            <a:lvl4pPr algn="l" marL="0" indent="0">
              <a:buNone/>
              <a:defRPr sz="750" b="0">
                <a:solidFill>
                  <a:srgbClr val="E8F4FA"/>
                </a:solidFill>
                <a:latin typeface="Yu Gothic"/>
                <a:ea typeface="Yu Gothic"/>
              </a:defRPr>
            </a:lvl4pPr>
          </a:lstStyle>
          <a:p>
            <a:r>
              <a:rPr lang="ja-JP"/>
              <a:t>日付 / 部署 / 作成者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name="02_本文（1カラム）">
  <p:cSld name="02_本文（1カラム）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0E7BB8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C9DCE6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4415" cy="822960"/>
          </a:xfrm>
        </p:spPr>
        <p:txBody>
          <a:bodyPr anchor="ctr"/>
          <a:lstStyle>
            <a:lvl1pPr algn="l">
              <a:defRPr sz="2600" b="1">
                <a:solidFill>
                  <a:srgbClr val="0A5A87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11094415" cy="4572000"/>
          </a:xfrm>
        </p:spPr>
        <p:txBody>
          <a:bodyPr anchor="t"/>
          <a:lstStyle>
            <a:lvl1pPr algn="l">
              <a:defRPr sz="1600" b="0">
                <a:solidFill>
                  <a:srgbClr val="1A1A1A"/>
                </a:solidFill>
              </a:defRPr>
            </a:lvl1pPr>
            <a:lvl2pPr algn="l">
              <a:defRPr sz="1400" b="0">
                <a:solidFill>
                  <a:srgbClr val="1A1A1A"/>
                </a:solidFill>
              </a:defRPr>
            </a:lvl2pPr>
            <a:lvl3pPr algn="l">
              <a:defRPr sz="1200" b="0">
                <a:solidFill>
                  <a:srgbClr val="1A1A1A"/>
                </a:solidFill>
              </a:defRPr>
            </a:lvl3pPr>
            <a:lvl4pPr algn="l">
              <a:defRPr sz="1000" b="0">
                <a:solidFill>
                  <a:srgbClr val="1A1A1A"/>
                </a:solidFill>
              </a:defRPr>
            </a:lvl4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name="01_章扉">
  <p:cSld name="01_章扉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idebar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0E7BB8"/>
          </a:solidFill>
          <a:ln>
            <a:noFill/>
          </a:ln>
        </p:spPr>
      </p:sp>
      <p:sp>
        <p:nvSpPr>
          <p:cNvPr id="101" name="seclabel"/>
          <p:cNvSpPr txBox="1"/>
          <p:nvPr/>
        </p:nvSpPr>
        <p:spPr>
          <a:xfrm>
            <a:off x="411480" y="1965960"/>
            <a:ext cx="2651760" cy="365760"/>
          </a:xfrm>
          <a:prstGeom prst="rect">
            <a:avLst/>
          </a:prstGeom>
          <a:noFill/>
        </p:spPr>
        <p:txBody>
          <a:bodyPr wrap="square" anchor="ctr" lIns="0" rIns="0"/>
          <a:lstStyle/>
          <a:p>
            <a:pPr algn="l"/>
            <a:r>
              <a:rPr lang="ja-JP" sz="1300" b="1">
                <a:solidFill>
                  <a:srgbClr val="E8F4FA"/>
                </a:solidFill>
                <a:latin typeface="Yu Gothic"/>
                <a:ea typeface="Yu Gothic"/>
                <a:cs typeface="Yu Gothic"/>
              </a:rPr>
              <a:t>SECTION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9040" y="2651760"/>
            <a:ext cx="7863840" cy="1463040"/>
          </a:xfrm>
        </p:spPr>
        <p:txBody>
          <a:bodyPr anchor="ctr"/>
          <a:lstStyle>
            <a:lvl1pPr algn="l">
              <a:defRPr sz="3200" b="1">
                <a:solidFill>
                  <a:srgbClr val="0A5A87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760" y="2377440"/>
            <a:ext cx="2651760" cy="1280160"/>
          </a:xfrm>
        </p:spPr>
        <p:txBody>
          <a:bodyPr anchor="ctr"/>
          <a:lstStyle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lvl1pPr algn="l" indent="0" marL="0">
              <a:buNone/>
              <a:defRPr sz="7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name="03_本文（2カラム）">
  <p:cSld name="03_本文（2カラム）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0E7BB8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C9DCE6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4415" cy="822960"/>
          </a:xfrm>
        </p:spPr>
        <p:txBody>
          <a:bodyPr anchor="ctr"/>
          <a:lstStyle>
            <a:lvl1pPr algn="l">
              <a:defRPr sz="2600" b="1">
                <a:solidFill>
                  <a:srgbClr val="0A5A87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0" y="1554480"/>
            <a:ext cx="5349240" cy="4572000"/>
          </a:xfrm>
        </p:spPr>
        <p:txBody>
          <a:bodyPr anchor="t"/>
          <a:lstStyle>
            <a:lvl2pPr>
              <a:defRPr sz="1150"/>
            </a:lvl2pPr>
            <a:lvl3pPr>
              <a:defRPr sz="950"/>
            </a:lvl3pPr>
            <a:lvl4pPr>
              <a:defRPr sz="850"/>
            </a:lvl4pPr>
            <a:lvl5pPr>
              <a:defRPr sz="850"/>
            </a:lvl5pPr>
            <a:lvl6pPr>
              <a:defRPr sz="850"/>
            </a:lvl6pPr>
            <a:lvl7pPr>
              <a:defRPr sz="850"/>
            </a:lvl7pPr>
            <a:lvl8pPr>
              <a:defRPr sz="850"/>
            </a:lvl8pPr>
            <a:lvl9pPr>
              <a:defRPr sz="850"/>
            </a:lvl9pPr>
            <a:lvl1pPr algn="l">
              <a:defRPr sz="150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3640" y="1554480"/>
            <a:ext cx="5349240" cy="4572000"/>
          </a:xfrm>
        </p:spPr>
        <p:txBody>
          <a:bodyPr anchor="t"/>
          <a:lstStyle>
            <a:lvl2pPr>
              <a:defRPr sz="1150"/>
            </a:lvl2pPr>
            <a:lvl3pPr>
              <a:defRPr sz="950"/>
            </a:lvl3pPr>
            <a:lvl4pPr>
              <a:defRPr sz="850"/>
            </a:lvl4pPr>
            <a:lvl5pPr>
              <a:defRPr sz="850"/>
            </a:lvl5pPr>
            <a:lvl6pPr>
              <a:defRPr sz="850"/>
            </a:lvl6pPr>
            <a:lvl7pPr>
              <a:defRPr sz="850"/>
            </a:lvl7pPr>
            <a:lvl8pPr>
              <a:defRPr sz="850"/>
            </a:lvl8pPr>
            <a:lvl9pPr>
              <a:defRPr sz="850"/>
            </a:lvl9pPr>
            <a:lvl1pPr algn="l">
              <a:defRPr sz="150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name="06_まとめ">
  <p:cSld name="06_まとめ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0E7BB8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C9DCE6"/>
            </a:solidFill>
          </a:ln>
        </p:spPr>
      </p:cxnSp>
      <p:sp>
        <p:nvSpPr>
          <p:cNvPr id="102" name="nextbox"/>
          <p:cNvSpPr/>
          <p:nvPr/>
        </p:nvSpPr>
        <p:spPr>
          <a:xfrm>
            <a:off x="548640" y="4343400"/>
            <a:ext cx="11094415" cy="1737360"/>
          </a:xfrm>
          <a:prstGeom prst="roundRect">
            <a:avLst>
              <a:gd name="adj" fmla="val 6000"/>
            </a:avLst>
          </a:prstGeom>
          <a:solidFill>
            <a:srgbClr val="E8F4FA"/>
          </a:solidFill>
          <a:ln>
            <a:noFill/>
          </a:ln>
        </p:spPr>
      </p:sp>
      <p:sp>
        <p:nvSpPr>
          <p:cNvPr id="103" name="nextlabel"/>
          <p:cNvSpPr txBox="1"/>
          <p:nvPr/>
        </p:nvSpPr>
        <p:spPr>
          <a:xfrm>
            <a:off x="777240" y="4480560"/>
            <a:ext cx="10637215" cy="365760"/>
          </a:xfrm>
          <a:prstGeom prst="rect">
            <a:avLst/>
          </a:prstGeom>
          <a:noFill/>
        </p:spPr>
        <p:txBody>
          <a:bodyPr wrap="square" anchor="ctr" lIns="0" rIns="0"/>
          <a:lstStyle/>
          <a:p>
            <a:pPr algn="l"/>
            <a:r>
              <a:rPr lang="ja-JP" sz="1400" b="1">
                <a:solidFill>
                  <a:srgbClr val="0A5A87"/>
                </a:solidFill>
                <a:latin typeface="Yu Gothic"/>
                <a:ea typeface="Yu Gothic"/>
                <a:cs typeface="Yu Gothic"/>
              </a:rPr>
              <a:t>Next Action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4415" cy="822960"/>
          </a:xfrm>
        </p:spPr>
        <p:txBody>
          <a:bodyPr anchor="ctr"/>
          <a:lstStyle>
            <a:lvl1pPr algn="l">
              <a:defRPr sz="2600" b="1">
                <a:solidFill>
                  <a:srgbClr val="0A5A87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554480"/>
            <a:ext cx="11094415" cy="457200"/>
          </a:xfrm>
        </p:spPr>
        <p:txBody>
          <a:bodyPr anchor="ctr"/>
          <a:lstStyle>
            <a:lvl2pPr marL="457200" indent="0">
              <a:buNone/>
              <a:defRPr sz="10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lvl1pPr algn="l" indent="0" marL="0">
              <a:buNone/>
              <a:defRPr sz="1600" b="1">
                <a:solidFill>
                  <a:srgbClr val="0E7BB8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8640" y="2057400"/>
            <a:ext cx="11094415" cy="2103120"/>
          </a:xfrm>
        </p:spPr>
        <p:txBody>
          <a:bodyPr anchor="t"/>
          <a:lstStyle>
            <a:lvl2pPr>
              <a:defRPr sz="950"/>
            </a:lvl2pPr>
            <a:lvl3pPr>
              <a:defRPr sz="850"/>
            </a:lvl3pPr>
            <a:lvl4pPr>
              <a:defRPr sz="750"/>
            </a:lvl4pPr>
            <a:lvl5pPr>
              <a:defRPr sz="750"/>
            </a:lvl5pPr>
            <a:lvl6pPr>
              <a:defRPr sz="750"/>
            </a:lvl6pPr>
            <a:lvl7pPr>
              <a:defRPr sz="750"/>
            </a:lvl7pPr>
            <a:lvl8pPr>
              <a:defRPr sz="750"/>
            </a:lvl8pPr>
            <a:lvl9pPr>
              <a:defRPr sz="750"/>
            </a:lvl9pPr>
            <a:lvl1pPr algn="l">
              <a:defRPr sz="150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8640" y="4892040"/>
            <a:ext cx="10637215" cy="9144"/>
          </a:xfrm>
        </p:spPr>
        <p:txBody>
          <a:bodyPr anchor="t"/>
          <a:lstStyle>
            <a:lvl2pPr marL="457200" indent="0">
              <a:buNone/>
              <a:defRPr sz="100" b="1"/>
            </a:lvl2pPr>
            <a:lvl3pPr marL="914400" indent="0">
              <a:buNone/>
              <a:defRPr sz="100" b="1"/>
            </a:lvl3pPr>
            <a:lvl4pPr marL="1371600" indent="0">
              <a:buNone/>
              <a:defRPr sz="100" b="1"/>
            </a:lvl4pPr>
            <a:lvl5pPr marL="1828800" indent="0">
              <a:buNone/>
              <a:defRPr sz="100" b="1"/>
            </a:lvl5pPr>
            <a:lvl6pPr marL="2286000" indent="0">
              <a:buNone/>
              <a:defRPr sz="100" b="1"/>
            </a:lvl6pPr>
            <a:lvl7pPr marL="2743200" indent="0">
              <a:buNone/>
              <a:defRPr sz="100" b="1"/>
            </a:lvl7pPr>
            <a:lvl8pPr marL="3200400" indent="0">
              <a:buNone/>
              <a:defRPr sz="100" b="1"/>
            </a:lvl8pPr>
            <a:lvl9pPr marL="3657600" indent="0">
              <a:buNone/>
              <a:defRPr sz="100" b="1"/>
            </a:lvl9pPr>
            <a:lvl1pPr algn="l" indent="0" marL="0">
              <a:buNone/>
              <a:defRPr sz="100" b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77240" y="4892040"/>
            <a:ext cx="10637215" cy="1097280"/>
          </a:xfrm>
        </p:spPr>
        <p:txBody>
          <a:bodyPr anchor="t"/>
          <a:lstStyle>
            <a:lvl2pPr>
              <a:defRPr sz="900"/>
            </a:lvl2pPr>
            <a:lvl3pPr>
              <a:defRPr sz="800"/>
            </a:lvl3pPr>
            <a:lvl4pPr>
              <a:defRPr sz="700"/>
            </a:lvl4pPr>
            <a:lvl5pPr>
              <a:defRPr sz="700"/>
            </a:lvl5pPr>
            <a:lvl6pPr>
              <a:defRPr sz="700"/>
            </a:lvl6pPr>
            <a:lvl7pPr>
              <a:defRPr sz="700"/>
            </a:lvl7pPr>
            <a:lvl8pPr>
              <a:defRPr sz="700"/>
            </a:lvl8pPr>
            <a:lvl9pPr>
              <a:defRPr sz="700"/>
            </a:lvl9pPr>
            <a:lvl1pPr algn="l">
              <a:defRPr sz="140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05_比較表">
  <p:cSld name="05_比較表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0E7BB8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C9DCE6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4415" cy="822960"/>
          </a:xfrm>
        </p:spPr>
        <p:txBody>
          <a:bodyPr anchor="ctr"/>
          <a:lstStyle>
            <a:lvl1pPr algn="l">
              <a:defRPr sz="2600" b="1">
                <a:solidFill>
                  <a:srgbClr val="0A5A87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03" name="注記"/>
          <p:cNvSpPr>
            <a:spLocks noGrp="1"/>
          </p:cNvSpPr>
          <p:nvPr>
            <p:ph type="body" sz="quarter" idx="13"/>
          </p:nvPr>
        </p:nvSpPr>
        <p:spPr>
          <a:xfrm>
            <a:off x="548640" y="5806440"/>
            <a:ext cx="11094415" cy="457200"/>
          </a:xfrm>
        </p:spPr>
        <p:txBody>
          <a:bodyPr wrap="square" anchor="ctr" lIns="0" rIns="0"/>
          <a:lstStyle>
            <a:lvl1pPr algn="l" marL="0" indent="0">
              <a:buNone/>
              <a:defRPr sz="1000" b="0" i="1">
                <a:solidFill>
                  <a:srgbClr val="5A6B75"/>
                </a:solidFill>
                <a:latin typeface="Yu Gothic"/>
                <a:ea typeface="Yu Gothic"/>
              </a:defRPr>
            </a:lvl1pPr>
            <a:lvl2pPr algn="l" marL="0" indent="0">
              <a:buNone/>
              <a:defRPr sz="900" b="0" i="1">
                <a:solidFill>
                  <a:srgbClr val="5A6B75"/>
                </a:solidFill>
                <a:latin typeface="Yu Gothic"/>
                <a:ea typeface="Yu Gothic"/>
              </a:defRPr>
            </a:lvl2pPr>
            <a:lvl3pPr algn="l" marL="0" indent="0">
              <a:buNone/>
              <a:defRPr sz="750" b="0" i="1">
                <a:solidFill>
                  <a:srgbClr val="5A6B75"/>
                </a:solidFill>
                <a:latin typeface="Yu Gothic"/>
                <a:ea typeface="Yu Gothic"/>
              </a:defRPr>
            </a:lvl3pPr>
            <a:lvl4pPr algn="l" marL="0" indent="0">
              <a:buNone/>
              <a:defRPr sz="650" b="0" i="1">
                <a:solidFill>
                  <a:srgbClr val="5A6B75"/>
                </a:solidFill>
                <a:latin typeface="Yu Gothic"/>
                <a:ea typeface="Yu Gothic"/>
              </a:defRPr>
            </a:lvl4pPr>
          </a:lstStyle>
          <a:p>
            <a:r>
              <a:rPr lang="ja-JP"/>
              <a:t>注記（任意）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name="04_図＋説明">
  <p:cSld name="04_図＋説明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0E7BB8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C9DCE6"/>
            </a:solidFill>
          </a:ln>
        </p:spPr>
      </p:cxnSp>
      <p:sp>
        <p:nvSpPr>
          <p:cNvPr id="102" name="figframe"/>
          <p:cNvSpPr/>
          <p:nvPr/>
        </p:nvSpPr>
        <p:spPr>
          <a:xfrm>
            <a:off x="548640" y="1554480"/>
            <a:ext cx="6766560" cy="4572000"/>
          </a:xfrm>
          <a:prstGeom prst="rect">
            <a:avLst/>
          </a:prstGeom>
          <a:solidFill>
            <a:srgbClr val="E8F4FA"/>
          </a:solidFill>
          <a:ln w="9525">
            <a:solidFill>
              <a:srgbClr val="C9DCE6"/>
            </a:solidFill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4415" cy="822960"/>
          </a:xfrm>
        </p:spPr>
        <p:txBody>
          <a:bodyPr anchor="ctr"/>
          <a:lstStyle>
            <a:lvl1pPr algn="l">
              <a:defRPr sz="2600" b="1">
                <a:solidFill>
                  <a:srgbClr val="0A5A87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4480"/>
            <a:ext cx="676656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89520" y="1554480"/>
            <a:ext cx="4023360" cy="4572000"/>
          </a:xfrm>
        </p:spPr>
        <p:txBody>
          <a:bodyPr anchor="t"/>
          <a:lstStyle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lvl1pPr algn="l">
              <a:defRPr sz="1400" b="0">
                <a:solidFill>
                  <a:srgbClr val="1A1A1A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07_コード／ログ">
  <p:cSld name="07_コード／ロ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0E7BB8"/>
            </a:solidFill>
          </a:ln>
        </p:spPr>
      </p:cxnSp>
      <p:sp>
        <p:nvSpPr>
          <p:cNvPr id="101" name="codebox"/>
          <p:cNvSpPr/>
          <p:nvPr/>
        </p:nvSpPr>
        <p:spPr>
          <a:xfrm>
            <a:off x="548640" y="1554480"/>
            <a:ext cx="11094415" cy="4114800"/>
          </a:xfrm>
          <a:prstGeom prst="roundRect">
            <a:avLst>
              <a:gd name="adj" fmla="val 6000"/>
            </a:avLst>
          </a:prstGeom>
          <a:solidFill>
            <a:srgbClr val="1E2A33"/>
          </a:solidFill>
          <a:ln>
            <a:noFill/>
          </a:ln>
        </p:spPr>
      </p:sp>
      <p:cxnSp>
        <p:nvCxnSpPr>
          <p:cNvPr id="104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C9DCE6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4415" cy="822960"/>
          </a:xfrm>
        </p:spPr>
        <p:txBody>
          <a:bodyPr anchor="ctr"/>
          <a:lstStyle>
            <a:lvl1pPr algn="l">
              <a:defRPr sz="2600" b="1">
                <a:solidFill>
                  <a:srgbClr val="0A5A87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01" name="コード本文"/>
          <p:cNvSpPr>
            <a:spLocks noGrp="1"/>
          </p:cNvSpPr>
          <p:nvPr>
            <p:ph type="body" sz="quarter" idx="13"/>
          </p:nvPr>
        </p:nvSpPr>
        <p:spPr>
          <a:xfrm>
            <a:off x="777240" y="1737360"/>
            <a:ext cx="10637215" cy="3749040"/>
          </a:xfrm>
        </p:spPr>
        <p:txBody>
          <a:bodyPr wrap="square" anchor="t" lIns="0" rIns="0"/>
          <a:lstStyle>
            <a:lvl1pPr algn="l" marL="0" indent="0">
              <a:buNone/>
              <a:defRPr sz="1200" b="0">
                <a:solidFill>
                  <a:srgbClr val="D6E9F2"/>
                </a:solidFill>
                <a:latin typeface="Consolas"/>
                <a:ea typeface="Yu Gothic"/>
              </a:defRPr>
            </a:lvl1pPr>
            <a:lvl2pPr algn="l" marL="0" indent="0">
              <a:buNone/>
              <a:defRPr sz="1050" b="0">
                <a:solidFill>
                  <a:srgbClr val="D6E9F2"/>
                </a:solidFill>
                <a:latin typeface="Consolas"/>
                <a:ea typeface="Yu Gothic"/>
              </a:defRPr>
            </a:lvl2pPr>
            <a:lvl3pPr algn="l" marL="0" indent="0">
              <a:buNone/>
              <a:defRPr sz="900" b="0">
                <a:solidFill>
                  <a:srgbClr val="D6E9F2"/>
                </a:solidFill>
                <a:latin typeface="Consolas"/>
                <a:ea typeface="Yu Gothic"/>
              </a:defRPr>
            </a:lvl3pPr>
            <a:lvl4pPr algn="l" marL="0" indent="0">
              <a:buNone/>
              <a:defRPr sz="750" b="0">
                <a:solidFill>
                  <a:srgbClr val="D6E9F2"/>
                </a:solidFill>
                <a:latin typeface="Consolas"/>
                <a:ea typeface="Yu Gothic"/>
              </a:defRPr>
            </a:lvl4pPr>
          </a:lstStyle>
          <a:p>
            <a:r>
              <a:rPr lang="ja-JP"/>
              <a:t>コード / ログを貼り付け</a:t>
            </a:r>
          </a:p>
        </p:txBody>
      </p:sp>
      <p:sp>
        <p:nvSpPr>
          <p:cNvPr id="502" name="キャプション"/>
          <p:cNvSpPr>
            <a:spLocks noGrp="1"/>
          </p:cNvSpPr>
          <p:nvPr>
            <p:ph type="body" sz="quarter" idx="14"/>
          </p:nvPr>
        </p:nvSpPr>
        <p:spPr>
          <a:xfrm>
            <a:off x="548640" y="5806440"/>
            <a:ext cx="11094415" cy="502920"/>
          </a:xfrm>
        </p:spPr>
        <p:txBody>
          <a:bodyPr wrap="square" anchor="ctr" lIns="0" rIns="0"/>
          <a:lstStyle>
            <a:lvl1pPr algn="l" marL="0" indent="0">
              <a:buNone/>
              <a:defRPr sz="1100" b="0">
                <a:solidFill>
                  <a:srgbClr val="5A6B75"/>
                </a:solidFill>
                <a:latin typeface="Yu Gothic"/>
                <a:ea typeface="Yu Gothic"/>
              </a:defRPr>
            </a:lvl1pPr>
            <a:lvl2pPr algn="l" marL="0" indent="0">
              <a:buNone/>
              <a:defRPr sz="950" b="0">
                <a:solidFill>
                  <a:srgbClr val="5A6B75"/>
                </a:solidFill>
                <a:latin typeface="Yu Gothic"/>
                <a:ea typeface="Yu Gothic"/>
              </a:defRPr>
            </a:lvl2pPr>
            <a:lvl3pPr algn="l" marL="0" indent="0">
              <a:buNone/>
              <a:defRPr sz="850" b="0">
                <a:solidFill>
                  <a:srgbClr val="5A6B75"/>
                </a:solidFill>
                <a:latin typeface="Yu Gothic"/>
                <a:ea typeface="Yu Gothic"/>
              </a:defRPr>
            </a:lvl3pPr>
            <a:lvl4pPr algn="l" marL="0" indent="0">
              <a:buNone/>
              <a:defRPr sz="700" b="0">
                <a:solidFill>
                  <a:srgbClr val="5A6B75"/>
                </a:solidFill>
                <a:latin typeface="Yu Gothic"/>
                <a:ea typeface="Yu Gothic"/>
              </a:defRPr>
            </a:lvl4pPr>
          </a:lstStyle>
          <a:p>
            <a:r>
              <a:rPr lang="ja-JP"/>
              <a:t>補足説明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name="08_目次">
  <p:cSld name="08_目次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0E7BB8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C9DCE6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4415" cy="822960"/>
          </a:xfrm>
        </p:spPr>
        <p:txBody>
          <a:bodyPr anchor="ctr"/>
          <a:lstStyle>
            <a:lvl1pPr algn="l">
              <a:defRPr sz="2600" b="1">
                <a:solidFill>
                  <a:srgbClr val="0A5A87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737360"/>
            <a:ext cx="11094415" cy="4389120"/>
          </a:xfrm>
        </p:spPr>
        <p:txBody>
          <a:bodyPr anchor="t"/>
          <a:lstStyle>
            <a:lvl1pPr algn="l">
              <a:defRPr sz="2000" b="0">
                <a:solidFill>
                  <a:srgbClr val="1A1A1A"/>
                </a:solidFill>
              </a:defRPr>
            </a:lvl1pPr>
            <a:lvl2pPr algn="l">
              <a:defRPr sz="1750" b="0">
                <a:solidFill>
                  <a:srgbClr val="1A1A1A"/>
                </a:solidFill>
              </a:defRPr>
            </a:lvl2pPr>
            <a:lvl3pPr algn="l">
              <a:defRPr sz="1500" b="0">
                <a:solidFill>
                  <a:srgbClr val="1A1A1A"/>
                </a:solidFill>
              </a:defRPr>
            </a:lvl3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09_KPIハイライト">
  <p:cSld name="09_KPIハイライト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0E7BB8"/>
            </a:solidFill>
          </a:ln>
        </p:spPr>
      </p:cxnSp>
      <p:cxnSp>
        <p:nvCxnSpPr>
          <p:cNvPr id="2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C9DCE6"/>
            </a:solidFill>
          </a:ln>
        </p:spPr>
      </p:cxnSp>
      <p:sp>
        <p:nvSpPr>
          <p:cNvPr id="202" name="kpicard0"/>
          <p:cNvSpPr/>
          <p:nvPr/>
        </p:nvSpPr>
        <p:spPr>
          <a:xfrm>
            <a:off x="548640" y="1920240"/>
            <a:ext cx="3454298" cy="3291840"/>
          </a:xfrm>
          <a:prstGeom prst="roundRect">
            <a:avLst>
              <a:gd name="adj" fmla="val 5000"/>
            </a:avLst>
          </a:prstGeom>
          <a:solidFill>
            <a:srgbClr val="E8F4FA"/>
          </a:solidFill>
          <a:ln>
            <a:noFill/>
          </a:ln>
        </p:spPr>
      </p:sp>
      <p:sp>
        <p:nvSpPr>
          <p:cNvPr id="203" name="kpidot0"/>
          <p:cNvSpPr/>
          <p:nvPr/>
        </p:nvSpPr>
        <p:spPr>
          <a:xfrm>
            <a:off x="2111197" y="2286000"/>
            <a:ext cx="329184" cy="329184"/>
          </a:xfrm>
          <a:prstGeom prst="ellipse">
            <a:avLst/>
          </a:prstGeom>
          <a:solidFill>
            <a:srgbClr val="F5A623"/>
          </a:solidFill>
          <a:ln>
            <a:noFill/>
          </a:ln>
        </p:spPr>
      </p:sp>
      <p:sp>
        <p:nvSpPr>
          <p:cNvPr id="205" name="kpicard1"/>
          <p:cNvSpPr/>
          <p:nvPr/>
        </p:nvSpPr>
        <p:spPr>
          <a:xfrm>
            <a:off x="4368698" y="1920240"/>
            <a:ext cx="3454298" cy="3291840"/>
          </a:xfrm>
          <a:prstGeom prst="roundRect">
            <a:avLst>
              <a:gd name="adj" fmla="val 5000"/>
            </a:avLst>
          </a:prstGeom>
          <a:solidFill>
            <a:srgbClr val="E8F4FA"/>
          </a:solidFill>
          <a:ln>
            <a:noFill/>
          </a:ln>
        </p:spPr>
      </p:sp>
      <p:sp>
        <p:nvSpPr>
          <p:cNvPr id="206" name="kpidot1"/>
          <p:cNvSpPr/>
          <p:nvPr/>
        </p:nvSpPr>
        <p:spPr>
          <a:xfrm>
            <a:off x="5931255" y="2286000"/>
            <a:ext cx="329184" cy="329184"/>
          </a:xfrm>
          <a:prstGeom prst="ellipse">
            <a:avLst/>
          </a:prstGeom>
          <a:solidFill>
            <a:srgbClr val="F5A623"/>
          </a:solidFill>
          <a:ln>
            <a:noFill/>
          </a:ln>
        </p:spPr>
      </p:sp>
      <p:sp>
        <p:nvSpPr>
          <p:cNvPr id="208" name="kpicard2"/>
          <p:cNvSpPr/>
          <p:nvPr/>
        </p:nvSpPr>
        <p:spPr>
          <a:xfrm>
            <a:off x="8188756" y="1920240"/>
            <a:ext cx="3454298" cy="3291840"/>
          </a:xfrm>
          <a:prstGeom prst="roundRect">
            <a:avLst>
              <a:gd name="adj" fmla="val 5000"/>
            </a:avLst>
          </a:prstGeom>
          <a:solidFill>
            <a:srgbClr val="E8F4FA"/>
          </a:solidFill>
          <a:ln>
            <a:noFill/>
          </a:ln>
        </p:spPr>
      </p:sp>
      <p:sp>
        <p:nvSpPr>
          <p:cNvPr id="209" name="kpidot2"/>
          <p:cNvSpPr/>
          <p:nvPr/>
        </p:nvSpPr>
        <p:spPr>
          <a:xfrm>
            <a:off x="9751313" y="2286000"/>
            <a:ext cx="329184" cy="329184"/>
          </a:xfrm>
          <a:prstGeom prst="ellipse">
            <a:avLst/>
          </a:prstGeom>
          <a:solidFill>
            <a:srgbClr val="F5A623"/>
          </a:solidFill>
          <a:ln>
            <a:noFill/>
          </a:ln>
        </p:spPr>
      </p:sp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0E7BB8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C9DCE6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4415" cy="822960"/>
          </a:xfrm>
        </p:spPr>
        <p:txBody>
          <a:bodyPr anchor="ctr"/>
          <a:lstStyle>
            <a:lvl1pPr algn="l">
              <a:defRPr sz="2600" b="1">
                <a:solidFill>
                  <a:srgbClr val="0A5A87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00" name="KPIラベル1"/>
          <p:cNvSpPr>
            <a:spLocks noGrp="1"/>
          </p:cNvSpPr>
          <p:nvPr>
            <p:ph type="body" sz="quarter" idx="13"/>
          </p:nvPr>
        </p:nvSpPr>
        <p:spPr>
          <a:xfrm>
            <a:off x="731520" y="2834640"/>
            <a:ext cx="3088538" cy="411480"/>
          </a:xfrm>
        </p:spPr>
        <p:txBody>
          <a:bodyPr wrap="square" anchor="t" lIns="0" rIns="0"/>
          <a:lstStyle>
            <a:lvl1pPr algn="ctr" marL="0" indent="0">
              <a:buNone/>
              <a:defRPr sz="1400" b="1">
                <a:solidFill>
                  <a:srgbClr val="5A6B75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1250" b="1">
                <a:solidFill>
                  <a:srgbClr val="5A6B75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1050" b="1">
                <a:solidFill>
                  <a:srgbClr val="5A6B75"/>
                </a:solidFill>
                <a:latin typeface="Yu Gothic"/>
                <a:ea typeface="Yu Gothic"/>
                <a:cs typeface="Yu Gothic"/>
              </a:defRPr>
            </a:lvl3pPr>
            <a:lvl4pPr algn="ctr" marL="0" indent="0">
              <a:buNone/>
              <a:defRPr sz="900" b="1">
                <a:solidFill>
                  <a:srgbClr val="5A6B75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KPI名 1</a:t>
            </a:r>
          </a:p>
        </p:txBody>
      </p:sp>
      <p:sp>
        <p:nvSpPr>
          <p:cNvPr id="301" name="KPI数値1"/>
          <p:cNvSpPr>
            <a:spLocks noGrp="1"/>
          </p:cNvSpPr>
          <p:nvPr>
            <p:ph type="body" sz="quarter" idx="14"/>
          </p:nvPr>
        </p:nvSpPr>
        <p:spPr>
          <a:xfrm>
            <a:off x="731520" y="3246120"/>
            <a:ext cx="3088538" cy="1005840"/>
          </a:xfrm>
        </p:spPr>
        <p:txBody>
          <a:bodyPr wrap="square" anchor="ctr" lIns="0" rIns="0"/>
          <a:lstStyle>
            <a:lvl1pPr algn="ctr" marL="0" indent="0">
              <a:buNone/>
              <a:defRPr sz="5400" b="1">
                <a:solidFill>
                  <a:srgbClr val="0E7BB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数値</a:t>
            </a:r>
          </a:p>
        </p:txBody>
      </p:sp>
      <p:sp>
        <p:nvSpPr>
          <p:cNvPr id="302" name="KPI補足1"/>
          <p:cNvSpPr>
            <a:spLocks noGrp="1"/>
          </p:cNvSpPr>
          <p:nvPr>
            <p:ph type="body" sz="quarter" idx="15"/>
          </p:nvPr>
        </p:nvSpPr>
        <p:spPr>
          <a:xfrm>
            <a:off x="731520" y="4297680"/>
            <a:ext cx="3088538" cy="822960"/>
          </a:xfrm>
        </p:spPr>
        <p:txBody>
          <a:bodyPr wrap="square" anchor="t" lIns="0" rIns="0"/>
          <a:lstStyle>
            <a:lvl1pPr algn="ctr" marL="0" indent="0">
              <a:buNone/>
              <a:defRPr sz="120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105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90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3pPr>
            <a:lvl4pPr algn="ctr" marL="0" indent="0">
              <a:buNone/>
              <a:defRPr sz="75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補足説明</a:t>
            </a:r>
          </a:p>
        </p:txBody>
      </p:sp>
      <p:sp>
        <p:nvSpPr>
          <p:cNvPr id="303" name="KPIラベル2"/>
          <p:cNvSpPr>
            <a:spLocks noGrp="1"/>
          </p:cNvSpPr>
          <p:nvPr>
            <p:ph type="body" sz="quarter" idx="16"/>
          </p:nvPr>
        </p:nvSpPr>
        <p:spPr>
          <a:xfrm>
            <a:off x="4551578" y="2834640"/>
            <a:ext cx="3088538" cy="411480"/>
          </a:xfrm>
        </p:spPr>
        <p:txBody>
          <a:bodyPr wrap="square" anchor="t" lIns="0" rIns="0"/>
          <a:lstStyle>
            <a:lvl1pPr algn="ctr" marL="0" indent="0">
              <a:buNone/>
              <a:defRPr sz="1400" b="1">
                <a:solidFill>
                  <a:srgbClr val="5A6B75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1250" b="1">
                <a:solidFill>
                  <a:srgbClr val="5A6B75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1050" b="1">
                <a:solidFill>
                  <a:srgbClr val="5A6B75"/>
                </a:solidFill>
                <a:latin typeface="Yu Gothic"/>
                <a:ea typeface="Yu Gothic"/>
                <a:cs typeface="Yu Gothic"/>
              </a:defRPr>
            </a:lvl3pPr>
            <a:lvl4pPr algn="ctr" marL="0" indent="0">
              <a:buNone/>
              <a:defRPr sz="900" b="1">
                <a:solidFill>
                  <a:srgbClr val="5A6B75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KPI名 2</a:t>
            </a:r>
          </a:p>
        </p:txBody>
      </p:sp>
      <p:sp>
        <p:nvSpPr>
          <p:cNvPr id="304" name="KPI数値2"/>
          <p:cNvSpPr>
            <a:spLocks noGrp="1"/>
          </p:cNvSpPr>
          <p:nvPr>
            <p:ph type="body" sz="quarter" idx="17"/>
          </p:nvPr>
        </p:nvSpPr>
        <p:spPr>
          <a:xfrm>
            <a:off x="4551578" y="3246120"/>
            <a:ext cx="3088538" cy="1005840"/>
          </a:xfrm>
        </p:spPr>
        <p:txBody>
          <a:bodyPr wrap="square" anchor="ctr" lIns="0" rIns="0"/>
          <a:lstStyle>
            <a:lvl1pPr algn="ctr" marL="0" indent="0">
              <a:buNone/>
              <a:defRPr sz="5400" b="1">
                <a:solidFill>
                  <a:srgbClr val="0E7BB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数値</a:t>
            </a:r>
          </a:p>
        </p:txBody>
      </p:sp>
      <p:sp>
        <p:nvSpPr>
          <p:cNvPr id="305" name="KPI補足2"/>
          <p:cNvSpPr>
            <a:spLocks noGrp="1"/>
          </p:cNvSpPr>
          <p:nvPr>
            <p:ph type="body" sz="quarter" idx="18"/>
          </p:nvPr>
        </p:nvSpPr>
        <p:spPr>
          <a:xfrm>
            <a:off x="4551578" y="4297680"/>
            <a:ext cx="3088538" cy="822960"/>
          </a:xfrm>
        </p:spPr>
        <p:txBody>
          <a:bodyPr wrap="square" anchor="t" lIns="0" rIns="0"/>
          <a:lstStyle>
            <a:lvl1pPr algn="ctr" marL="0" indent="0">
              <a:buNone/>
              <a:defRPr sz="120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105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90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3pPr>
            <a:lvl4pPr algn="ctr" marL="0" indent="0">
              <a:buNone/>
              <a:defRPr sz="75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補足説明</a:t>
            </a:r>
          </a:p>
        </p:txBody>
      </p:sp>
      <p:sp>
        <p:nvSpPr>
          <p:cNvPr id="306" name="KPIラベル3"/>
          <p:cNvSpPr>
            <a:spLocks noGrp="1"/>
          </p:cNvSpPr>
          <p:nvPr>
            <p:ph type="body" sz="quarter" idx="19"/>
          </p:nvPr>
        </p:nvSpPr>
        <p:spPr>
          <a:xfrm>
            <a:off x="8371636" y="2834640"/>
            <a:ext cx="3088538" cy="411480"/>
          </a:xfrm>
        </p:spPr>
        <p:txBody>
          <a:bodyPr wrap="square" anchor="t" lIns="0" rIns="0"/>
          <a:lstStyle>
            <a:lvl1pPr algn="ctr" marL="0" indent="0">
              <a:buNone/>
              <a:defRPr sz="1400" b="1">
                <a:solidFill>
                  <a:srgbClr val="5A6B75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1250" b="1">
                <a:solidFill>
                  <a:srgbClr val="5A6B75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1050" b="1">
                <a:solidFill>
                  <a:srgbClr val="5A6B75"/>
                </a:solidFill>
                <a:latin typeface="Yu Gothic"/>
                <a:ea typeface="Yu Gothic"/>
                <a:cs typeface="Yu Gothic"/>
              </a:defRPr>
            </a:lvl3pPr>
            <a:lvl4pPr algn="ctr" marL="0" indent="0">
              <a:buNone/>
              <a:defRPr sz="900" b="1">
                <a:solidFill>
                  <a:srgbClr val="5A6B75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KPI名 3</a:t>
            </a:r>
          </a:p>
        </p:txBody>
      </p:sp>
      <p:sp>
        <p:nvSpPr>
          <p:cNvPr id="307" name="KPI数値3"/>
          <p:cNvSpPr>
            <a:spLocks noGrp="1"/>
          </p:cNvSpPr>
          <p:nvPr>
            <p:ph type="body" sz="quarter" idx="20"/>
          </p:nvPr>
        </p:nvSpPr>
        <p:spPr>
          <a:xfrm>
            <a:off x="8371636" y="3246120"/>
            <a:ext cx="3088538" cy="1005840"/>
          </a:xfrm>
        </p:spPr>
        <p:txBody>
          <a:bodyPr wrap="square" anchor="ctr" lIns="0" rIns="0"/>
          <a:lstStyle>
            <a:lvl1pPr algn="ctr" marL="0" indent="0">
              <a:buNone/>
              <a:defRPr sz="5400" b="1">
                <a:solidFill>
                  <a:srgbClr val="0E7BB8"/>
                </a:solidFill>
                <a:latin typeface="Yu Gothic"/>
                <a:ea typeface="Yu Gothic"/>
                <a:cs typeface="Yu Gothic"/>
              </a:defRPr>
            </a:lvl1pPr>
          </a:lstStyle>
          <a:p>
            <a:r>
              <a:rPr lang="ja-JP"/>
              <a:t>数値</a:t>
            </a:r>
          </a:p>
        </p:txBody>
      </p:sp>
      <p:sp>
        <p:nvSpPr>
          <p:cNvPr id="308" name="KPI補足3"/>
          <p:cNvSpPr>
            <a:spLocks noGrp="1"/>
          </p:cNvSpPr>
          <p:nvPr>
            <p:ph type="body" sz="quarter" idx="21"/>
          </p:nvPr>
        </p:nvSpPr>
        <p:spPr>
          <a:xfrm>
            <a:off x="8371636" y="4297680"/>
            <a:ext cx="3088538" cy="822960"/>
          </a:xfrm>
        </p:spPr>
        <p:txBody>
          <a:bodyPr wrap="square" anchor="t" lIns="0" rIns="0"/>
          <a:lstStyle>
            <a:lvl1pPr algn="ctr" marL="0" indent="0">
              <a:buNone/>
              <a:defRPr sz="120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105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90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3pPr>
            <a:lvl4pPr algn="ctr" marL="0" indent="0">
              <a:buNone/>
              <a:defRPr sz="75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補足説明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10_カード3列">
  <p:cSld name="10_カード3列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0E7BB8"/>
            </a:solidFill>
          </a:ln>
        </p:spPr>
      </p:cxnSp>
      <p:cxnSp>
        <p:nvCxnSpPr>
          <p:cNvPr id="2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C9DCE6"/>
            </a:solidFill>
          </a:ln>
        </p:spPr>
      </p:cxnSp>
      <p:sp>
        <p:nvSpPr>
          <p:cNvPr id="202" name="card0"/>
          <p:cNvSpPr/>
          <p:nvPr/>
        </p:nvSpPr>
        <p:spPr>
          <a:xfrm>
            <a:off x="548640" y="1737360"/>
            <a:ext cx="3454298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CE6"/>
            </a:solidFill>
          </a:ln>
        </p:spPr>
      </p:sp>
      <p:sp>
        <p:nvSpPr>
          <p:cNvPr id="203" name="cardnum0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0E7BB8"/>
          </a:solidFill>
          <a:ln>
            <a:noFill/>
          </a:ln>
        </p:spPr>
      </p:sp>
      <p:sp>
        <p:nvSpPr>
          <p:cNvPr id="207" name="card1"/>
          <p:cNvSpPr/>
          <p:nvPr/>
        </p:nvSpPr>
        <p:spPr>
          <a:xfrm>
            <a:off x="4368698" y="1737360"/>
            <a:ext cx="3454298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CE6"/>
            </a:solidFill>
          </a:ln>
        </p:spPr>
      </p:sp>
      <p:sp>
        <p:nvSpPr>
          <p:cNvPr id="208" name="cardnum1"/>
          <p:cNvSpPr/>
          <p:nvPr/>
        </p:nvSpPr>
        <p:spPr>
          <a:xfrm>
            <a:off x="4643018" y="2011680"/>
            <a:ext cx="548640" cy="548640"/>
          </a:xfrm>
          <a:prstGeom prst="ellipse">
            <a:avLst/>
          </a:prstGeom>
          <a:solidFill>
            <a:srgbClr val="0E7BB8"/>
          </a:solidFill>
          <a:ln>
            <a:noFill/>
          </a:ln>
        </p:spPr>
      </p:sp>
      <p:sp>
        <p:nvSpPr>
          <p:cNvPr id="212" name="card2"/>
          <p:cNvSpPr/>
          <p:nvPr/>
        </p:nvSpPr>
        <p:spPr>
          <a:xfrm>
            <a:off x="8188756" y="1737360"/>
            <a:ext cx="3454298" cy="3840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CE6"/>
            </a:solidFill>
          </a:ln>
        </p:spPr>
      </p:sp>
      <p:sp>
        <p:nvSpPr>
          <p:cNvPr id="213" name="cardnum2"/>
          <p:cNvSpPr/>
          <p:nvPr/>
        </p:nvSpPr>
        <p:spPr>
          <a:xfrm>
            <a:off x="8463076" y="2011680"/>
            <a:ext cx="548640" cy="548640"/>
          </a:xfrm>
          <a:prstGeom prst="ellipse">
            <a:avLst/>
          </a:prstGeom>
          <a:solidFill>
            <a:srgbClr val="0E7BB8"/>
          </a:solidFill>
          <a:ln>
            <a:noFill/>
          </a:ln>
        </p:spPr>
      </p:sp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0E7BB8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C9DCE6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4415" cy="822960"/>
          </a:xfrm>
        </p:spPr>
        <p:txBody>
          <a:bodyPr anchor="ctr"/>
          <a:lstStyle>
            <a:lvl1pPr algn="l">
              <a:defRPr sz="2600" b="1">
                <a:solidFill>
                  <a:srgbClr val="0A5A87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00" name="カード番号1"/>
          <p:cNvSpPr>
            <a:spLocks noGrp="1"/>
          </p:cNvSpPr>
          <p:nvPr>
            <p:ph type="body" sz="quarter" idx="13"/>
          </p:nvPr>
        </p:nvSpPr>
        <p:spPr>
          <a:xfrm>
            <a:off x="822960" y="2029968"/>
            <a:ext cx="548640" cy="512064"/>
          </a:xfrm>
        </p:spPr>
        <p:txBody>
          <a:bodyPr wrap="square" anchor="ctr" lIns="0" rIns="0"/>
          <a:lstStyle>
            <a:lvl1pPr algn="ctr" marL="0" indent="0">
              <a:buNone/>
              <a:defRPr sz="22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19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3pPr>
          </a:lstStyle>
          <a:p>
            <a:r>
              <a:rPr lang="ja-JP"/>
              <a:t>1</a:t>
            </a:r>
          </a:p>
        </p:txBody>
      </p:sp>
      <p:sp>
        <p:nvSpPr>
          <p:cNvPr id="301" name="カード見出し1"/>
          <p:cNvSpPr>
            <a:spLocks noGrp="1"/>
          </p:cNvSpPr>
          <p:nvPr>
            <p:ph type="body" sz="quarter" idx="14"/>
          </p:nvPr>
        </p:nvSpPr>
        <p:spPr>
          <a:xfrm>
            <a:off x="822960" y="2788920"/>
            <a:ext cx="2905658" cy="457200"/>
          </a:xfrm>
        </p:spPr>
        <p:txBody>
          <a:bodyPr wrap="square" anchor="t" lIns="0" rIns="0"/>
          <a:lstStyle>
            <a:lvl1pPr algn="l" marL="0" indent="0">
              <a:buNone/>
              <a:defRPr sz="1800" b="1">
                <a:solidFill>
                  <a:srgbClr val="0A5A87"/>
                </a:solidFill>
                <a:latin typeface="Yu Gothic"/>
                <a:ea typeface="Yu Gothic"/>
                <a:cs typeface="Yu Gothic"/>
              </a:defRPr>
            </a:lvl1pPr>
            <a:lvl2pPr algn="l" marL="0" indent="0">
              <a:buNone/>
              <a:defRPr sz="1600" b="1">
                <a:solidFill>
                  <a:srgbClr val="0A5A87"/>
                </a:solidFill>
                <a:latin typeface="Yu Gothic"/>
                <a:ea typeface="Yu Gothic"/>
                <a:cs typeface="Yu Gothic"/>
              </a:defRPr>
            </a:lvl2pPr>
            <a:lvl3pPr algn="l" marL="0" indent="0">
              <a:buNone/>
              <a:defRPr sz="1350" b="1">
                <a:solidFill>
                  <a:srgbClr val="0A5A87"/>
                </a:solidFill>
                <a:latin typeface="Yu Gothic"/>
                <a:ea typeface="Yu Gothic"/>
                <a:cs typeface="Yu Gothic"/>
              </a:defRPr>
            </a:lvl3pPr>
            <a:lvl4pPr algn="l" marL="0" indent="0">
              <a:buNone/>
              <a:defRPr sz="1150" b="1">
                <a:solidFill>
                  <a:srgbClr val="0A5A87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見出し</a:t>
            </a:r>
          </a:p>
        </p:txBody>
      </p:sp>
      <p:sp>
        <p:nvSpPr>
          <p:cNvPr id="302" name="カード説明1"/>
          <p:cNvSpPr>
            <a:spLocks noGrp="1"/>
          </p:cNvSpPr>
          <p:nvPr>
            <p:ph type="body" sz="quarter" idx="15"/>
          </p:nvPr>
        </p:nvSpPr>
        <p:spPr>
          <a:xfrm>
            <a:off x="822960" y="3337560"/>
            <a:ext cx="2905658" cy="2011680"/>
          </a:xfrm>
        </p:spPr>
        <p:txBody>
          <a:bodyPr wrap="square" anchor="t" lIns="0" rIns="0"/>
          <a:lstStyle>
            <a:lvl1pPr algn="l" marL="0" indent="0">
              <a:buNone/>
              <a:defRPr sz="140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1pPr>
            <a:lvl2pPr algn="l" marL="0" indent="0">
              <a:buNone/>
              <a:defRPr sz="125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2pPr>
            <a:lvl3pPr algn="l" marL="0" indent="0">
              <a:buNone/>
              <a:defRPr sz="105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3pPr>
            <a:lvl4pPr algn="l" marL="0" indent="0">
              <a:buNone/>
              <a:defRPr sz="90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説明文を記入</a:t>
            </a:r>
          </a:p>
        </p:txBody>
      </p:sp>
      <p:sp>
        <p:nvSpPr>
          <p:cNvPr id="303" name="カード番号2"/>
          <p:cNvSpPr>
            <a:spLocks noGrp="1"/>
          </p:cNvSpPr>
          <p:nvPr>
            <p:ph type="body" sz="quarter" idx="16"/>
          </p:nvPr>
        </p:nvSpPr>
        <p:spPr>
          <a:xfrm>
            <a:off x="4643018" y="2029968"/>
            <a:ext cx="548640" cy="512064"/>
          </a:xfrm>
        </p:spPr>
        <p:txBody>
          <a:bodyPr wrap="square" anchor="ctr" lIns="0" rIns="0"/>
          <a:lstStyle>
            <a:lvl1pPr algn="ctr" marL="0" indent="0">
              <a:buNone/>
              <a:defRPr sz="22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19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3pPr>
          </a:lstStyle>
          <a:p>
            <a:r>
              <a:rPr lang="ja-JP"/>
              <a:t>2</a:t>
            </a:r>
          </a:p>
        </p:txBody>
      </p:sp>
      <p:sp>
        <p:nvSpPr>
          <p:cNvPr id="304" name="カード見出し2"/>
          <p:cNvSpPr>
            <a:spLocks noGrp="1"/>
          </p:cNvSpPr>
          <p:nvPr>
            <p:ph type="body" sz="quarter" idx="17"/>
          </p:nvPr>
        </p:nvSpPr>
        <p:spPr>
          <a:xfrm>
            <a:off x="4643018" y="2788920"/>
            <a:ext cx="2905658" cy="457200"/>
          </a:xfrm>
        </p:spPr>
        <p:txBody>
          <a:bodyPr wrap="square" anchor="t" lIns="0" rIns="0"/>
          <a:lstStyle>
            <a:lvl1pPr algn="l" marL="0" indent="0">
              <a:buNone/>
              <a:defRPr sz="1800" b="1">
                <a:solidFill>
                  <a:srgbClr val="0A5A87"/>
                </a:solidFill>
                <a:latin typeface="Yu Gothic"/>
                <a:ea typeface="Yu Gothic"/>
                <a:cs typeface="Yu Gothic"/>
              </a:defRPr>
            </a:lvl1pPr>
            <a:lvl2pPr algn="l" marL="0" indent="0">
              <a:buNone/>
              <a:defRPr sz="1600" b="1">
                <a:solidFill>
                  <a:srgbClr val="0A5A87"/>
                </a:solidFill>
                <a:latin typeface="Yu Gothic"/>
                <a:ea typeface="Yu Gothic"/>
                <a:cs typeface="Yu Gothic"/>
              </a:defRPr>
            </a:lvl2pPr>
            <a:lvl3pPr algn="l" marL="0" indent="0">
              <a:buNone/>
              <a:defRPr sz="1350" b="1">
                <a:solidFill>
                  <a:srgbClr val="0A5A87"/>
                </a:solidFill>
                <a:latin typeface="Yu Gothic"/>
                <a:ea typeface="Yu Gothic"/>
                <a:cs typeface="Yu Gothic"/>
              </a:defRPr>
            </a:lvl3pPr>
            <a:lvl4pPr algn="l" marL="0" indent="0">
              <a:buNone/>
              <a:defRPr sz="1150" b="1">
                <a:solidFill>
                  <a:srgbClr val="0A5A87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見出し</a:t>
            </a:r>
          </a:p>
        </p:txBody>
      </p:sp>
      <p:sp>
        <p:nvSpPr>
          <p:cNvPr id="305" name="カード説明2"/>
          <p:cNvSpPr>
            <a:spLocks noGrp="1"/>
          </p:cNvSpPr>
          <p:nvPr>
            <p:ph type="body" sz="quarter" idx="18"/>
          </p:nvPr>
        </p:nvSpPr>
        <p:spPr>
          <a:xfrm>
            <a:off x="4643018" y="3337560"/>
            <a:ext cx="2905658" cy="2011680"/>
          </a:xfrm>
        </p:spPr>
        <p:txBody>
          <a:bodyPr wrap="square" anchor="t" lIns="0" rIns="0"/>
          <a:lstStyle>
            <a:lvl1pPr algn="l" marL="0" indent="0">
              <a:buNone/>
              <a:defRPr sz="140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1pPr>
            <a:lvl2pPr algn="l" marL="0" indent="0">
              <a:buNone/>
              <a:defRPr sz="125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2pPr>
            <a:lvl3pPr algn="l" marL="0" indent="0">
              <a:buNone/>
              <a:defRPr sz="105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3pPr>
            <a:lvl4pPr algn="l" marL="0" indent="0">
              <a:buNone/>
              <a:defRPr sz="90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説明文を記入</a:t>
            </a:r>
          </a:p>
        </p:txBody>
      </p:sp>
      <p:sp>
        <p:nvSpPr>
          <p:cNvPr id="306" name="カード番号3"/>
          <p:cNvSpPr>
            <a:spLocks noGrp="1"/>
          </p:cNvSpPr>
          <p:nvPr>
            <p:ph type="body" sz="quarter" idx="19"/>
          </p:nvPr>
        </p:nvSpPr>
        <p:spPr>
          <a:xfrm>
            <a:off x="8463076" y="2029968"/>
            <a:ext cx="548640" cy="512064"/>
          </a:xfrm>
        </p:spPr>
        <p:txBody>
          <a:bodyPr wrap="square" anchor="ctr" lIns="0" rIns="0"/>
          <a:lstStyle>
            <a:lvl1pPr algn="ctr" marL="0" indent="0">
              <a:buNone/>
              <a:defRPr sz="22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19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16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3pPr>
          </a:lstStyle>
          <a:p>
            <a:r>
              <a:rPr lang="ja-JP"/>
              <a:t>3</a:t>
            </a:r>
          </a:p>
        </p:txBody>
      </p:sp>
      <p:sp>
        <p:nvSpPr>
          <p:cNvPr id="307" name="カード見出し3"/>
          <p:cNvSpPr>
            <a:spLocks noGrp="1"/>
          </p:cNvSpPr>
          <p:nvPr>
            <p:ph type="body" sz="quarter" idx="20"/>
          </p:nvPr>
        </p:nvSpPr>
        <p:spPr>
          <a:xfrm>
            <a:off x="8463076" y="2788920"/>
            <a:ext cx="2905658" cy="457200"/>
          </a:xfrm>
        </p:spPr>
        <p:txBody>
          <a:bodyPr wrap="square" anchor="t" lIns="0" rIns="0"/>
          <a:lstStyle>
            <a:lvl1pPr algn="l" marL="0" indent="0">
              <a:buNone/>
              <a:defRPr sz="1800" b="1">
                <a:solidFill>
                  <a:srgbClr val="0A5A87"/>
                </a:solidFill>
                <a:latin typeface="Yu Gothic"/>
                <a:ea typeface="Yu Gothic"/>
                <a:cs typeface="Yu Gothic"/>
              </a:defRPr>
            </a:lvl1pPr>
            <a:lvl2pPr algn="l" marL="0" indent="0">
              <a:buNone/>
              <a:defRPr sz="1600" b="1">
                <a:solidFill>
                  <a:srgbClr val="0A5A87"/>
                </a:solidFill>
                <a:latin typeface="Yu Gothic"/>
                <a:ea typeface="Yu Gothic"/>
                <a:cs typeface="Yu Gothic"/>
              </a:defRPr>
            </a:lvl2pPr>
            <a:lvl3pPr algn="l" marL="0" indent="0">
              <a:buNone/>
              <a:defRPr sz="1350" b="1">
                <a:solidFill>
                  <a:srgbClr val="0A5A87"/>
                </a:solidFill>
                <a:latin typeface="Yu Gothic"/>
                <a:ea typeface="Yu Gothic"/>
                <a:cs typeface="Yu Gothic"/>
              </a:defRPr>
            </a:lvl3pPr>
            <a:lvl4pPr algn="l" marL="0" indent="0">
              <a:buNone/>
              <a:defRPr sz="1150" b="1">
                <a:solidFill>
                  <a:srgbClr val="0A5A87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見出し</a:t>
            </a:r>
          </a:p>
        </p:txBody>
      </p:sp>
      <p:sp>
        <p:nvSpPr>
          <p:cNvPr id="308" name="カード説明3"/>
          <p:cNvSpPr>
            <a:spLocks noGrp="1"/>
          </p:cNvSpPr>
          <p:nvPr>
            <p:ph type="body" sz="quarter" idx="21"/>
          </p:nvPr>
        </p:nvSpPr>
        <p:spPr>
          <a:xfrm>
            <a:off x="8463076" y="3337560"/>
            <a:ext cx="2905658" cy="2011680"/>
          </a:xfrm>
        </p:spPr>
        <p:txBody>
          <a:bodyPr wrap="square" anchor="t" lIns="0" rIns="0"/>
          <a:lstStyle>
            <a:lvl1pPr algn="l" marL="0" indent="0">
              <a:buNone/>
              <a:defRPr sz="140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1pPr>
            <a:lvl2pPr algn="l" marL="0" indent="0">
              <a:buNone/>
              <a:defRPr sz="125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2pPr>
            <a:lvl3pPr algn="l" marL="0" indent="0">
              <a:buNone/>
              <a:defRPr sz="105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3pPr>
            <a:lvl4pPr algn="l" marL="0" indent="0">
              <a:buNone/>
              <a:defRPr sz="90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説明文を記入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11_プロセス">
  <p:cSld name="11_プロセ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0E7BB8"/>
            </a:solidFill>
          </a:ln>
        </p:spPr>
      </p:cxnSp>
      <p:cxnSp>
        <p:nvCxnSpPr>
          <p:cNvPr id="2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C9DCE6"/>
            </a:solidFill>
          </a:ln>
        </p:spPr>
      </p:cxnSp>
      <p:sp>
        <p:nvSpPr>
          <p:cNvPr id="202" name="stepbox0"/>
          <p:cNvSpPr/>
          <p:nvPr/>
        </p:nvSpPr>
        <p:spPr>
          <a:xfrm>
            <a:off x="548640" y="2377440"/>
            <a:ext cx="2567863" cy="2011680"/>
          </a:xfrm>
          <a:prstGeom prst="roundRect">
            <a:avLst>
              <a:gd name="adj" fmla="val 5000"/>
            </a:avLst>
          </a:prstGeom>
          <a:solidFill>
            <a:srgbClr val="0E7BB8"/>
          </a:solidFill>
          <a:ln>
            <a:noFill/>
          </a:ln>
        </p:spPr>
      </p:sp>
      <p:sp>
        <p:nvSpPr>
          <p:cNvPr id="204" name="arrow0"/>
          <p:cNvSpPr/>
          <p:nvPr/>
        </p:nvSpPr>
        <p:spPr>
          <a:xfrm>
            <a:off x="3134791" y="3273552"/>
            <a:ext cx="237744" cy="219456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</p:sp>
      <p:sp>
        <p:nvSpPr>
          <p:cNvPr id="205" name="stepbox1"/>
          <p:cNvSpPr/>
          <p:nvPr/>
        </p:nvSpPr>
        <p:spPr>
          <a:xfrm>
            <a:off x="3390823" y="2377440"/>
            <a:ext cx="2567863" cy="2011680"/>
          </a:xfrm>
          <a:prstGeom prst="roundRect">
            <a:avLst>
              <a:gd name="adj" fmla="val 5000"/>
            </a:avLst>
          </a:prstGeom>
          <a:solidFill>
            <a:srgbClr val="0A5A87"/>
          </a:solidFill>
          <a:ln>
            <a:noFill/>
          </a:ln>
        </p:spPr>
      </p:sp>
      <p:sp>
        <p:nvSpPr>
          <p:cNvPr id="207" name="arrow1"/>
          <p:cNvSpPr/>
          <p:nvPr/>
        </p:nvSpPr>
        <p:spPr>
          <a:xfrm>
            <a:off x="5976974" y="3273552"/>
            <a:ext cx="237744" cy="219456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</p:sp>
      <p:sp>
        <p:nvSpPr>
          <p:cNvPr id="208" name="stepbox2"/>
          <p:cNvSpPr/>
          <p:nvPr/>
        </p:nvSpPr>
        <p:spPr>
          <a:xfrm>
            <a:off x="6233006" y="2377440"/>
            <a:ext cx="2567863" cy="2011680"/>
          </a:xfrm>
          <a:prstGeom prst="roundRect">
            <a:avLst>
              <a:gd name="adj" fmla="val 5000"/>
            </a:avLst>
          </a:prstGeom>
          <a:solidFill>
            <a:srgbClr val="0E7BB8"/>
          </a:solidFill>
          <a:ln>
            <a:noFill/>
          </a:ln>
        </p:spPr>
      </p:sp>
      <p:sp>
        <p:nvSpPr>
          <p:cNvPr id="210" name="arrow2"/>
          <p:cNvSpPr/>
          <p:nvPr/>
        </p:nvSpPr>
        <p:spPr>
          <a:xfrm>
            <a:off x="8819157" y="3273552"/>
            <a:ext cx="237744" cy="219456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</p:sp>
      <p:sp>
        <p:nvSpPr>
          <p:cNvPr id="211" name="stepbox3"/>
          <p:cNvSpPr/>
          <p:nvPr/>
        </p:nvSpPr>
        <p:spPr>
          <a:xfrm>
            <a:off x="9075189" y="2377440"/>
            <a:ext cx="2567863" cy="2011680"/>
          </a:xfrm>
          <a:prstGeom prst="roundRect">
            <a:avLst>
              <a:gd name="adj" fmla="val 5000"/>
            </a:avLst>
          </a:prstGeom>
          <a:solidFill>
            <a:srgbClr val="0A5A87"/>
          </a:solidFill>
          <a:ln>
            <a:noFill/>
          </a:ln>
        </p:spPr>
      </p:sp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0E7BB8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C9DCE6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4415" cy="822960"/>
          </a:xfrm>
        </p:spPr>
        <p:txBody>
          <a:bodyPr anchor="ctr"/>
          <a:lstStyle>
            <a:lvl1pPr algn="l">
              <a:defRPr sz="2600" b="1">
                <a:solidFill>
                  <a:srgbClr val="0A5A87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00" name="STEPラベル1"/>
          <p:cNvSpPr>
            <a:spLocks noGrp="1"/>
          </p:cNvSpPr>
          <p:nvPr>
            <p:ph type="body" sz="quarter" idx="13"/>
          </p:nvPr>
        </p:nvSpPr>
        <p:spPr>
          <a:xfrm>
            <a:off x="685800" y="2651760"/>
            <a:ext cx="2293543" cy="320040"/>
          </a:xfrm>
        </p:spPr>
        <p:txBody>
          <a:bodyPr wrap="square" anchor="ctr" lIns="0" rIns="0"/>
          <a:lstStyle>
            <a:lvl1pPr algn="ctr" marL="0" indent="0">
              <a:buNone/>
              <a:defRPr sz="1200" b="1">
                <a:solidFill>
                  <a:srgbClr val="7FD4F5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1050" b="1">
                <a:solidFill>
                  <a:srgbClr val="7FD4F5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900" b="1">
                <a:solidFill>
                  <a:srgbClr val="7FD4F5"/>
                </a:solidFill>
                <a:latin typeface="Yu Gothic"/>
                <a:ea typeface="Yu Gothic"/>
                <a:cs typeface="Yu Gothic"/>
              </a:defRPr>
            </a:lvl3pPr>
            <a:lvl4pPr algn="ctr" marL="0" indent="0">
              <a:buNone/>
              <a:defRPr sz="750" b="1">
                <a:solidFill>
                  <a:srgbClr val="7FD4F5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STEP 1</a:t>
            </a:r>
          </a:p>
        </p:txBody>
      </p:sp>
      <p:sp>
        <p:nvSpPr>
          <p:cNvPr id="301" name="工程名1"/>
          <p:cNvSpPr>
            <a:spLocks noGrp="1"/>
          </p:cNvSpPr>
          <p:nvPr>
            <p:ph type="body" sz="quarter" idx="14"/>
          </p:nvPr>
        </p:nvSpPr>
        <p:spPr>
          <a:xfrm>
            <a:off x="685800" y="3035808"/>
            <a:ext cx="2293543" cy="457200"/>
          </a:xfrm>
        </p:spPr>
        <p:txBody>
          <a:bodyPr wrap="square" anchor="ctr" lIns="0" rIns="0"/>
          <a:lstStyle>
            <a:lvl1pPr algn="ctr" marL="0" indent="0">
              <a:buNone/>
              <a:defRPr sz="17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13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3pPr>
            <a:lvl4pPr algn="ctr" marL="0" indent="0"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工程名</a:t>
            </a:r>
          </a:p>
        </p:txBody>
      </p:sp>
      <p:sp>
        <p:nvSpPr>
          <p:cNvPr id="302" name="工程説明1"/>
          <p:cNvSpPr>
            <a:spLocks noGrp="1"/>
          </p:cNvSpPr>
          <p:nvPr>
            <p:ph type="body" sz="quarter" idx="15"/>
          </p:nvPr>
        </p:nvSpPr>
        <p:spPr>
          <a:xfrm>
            <a:off x="685800" y="3547872"/>
            <a:ext cx="2293543" cy="685800"/>
          </a:xfrm>
        </p:spPr>
        <p:txBody>
          <a:bodyPr wrap="square" anchor="t" lIns="0" rIns="0"/>
          <a:lstStyle>
            <a:lvl1pPr algn="ctr" marL="0" indent="0">
              <a:buNone/>
              <a:defRPr sz="1100" b="0">
                <a:solidFill>
                  <a:srgbClr val="E8F4FA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950" b="0">
                <a:solidFill>
                  <a:srgbClr val="E8F4FA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850" b="0">
                <a:solidFill>
                  <a:srgbClr val="E8F4FA"/>
                </a:solidFill>
                <a:latin typeface="Yu Gothic"/>
                <a:ea typeface="Yu Gothic"/>
                <a:cs typeface="Yu Gothic"/>
              </a:defRPr>
            </a:lvl3pPr>
            <a:lvl4pPr algn="ctr" marL="0" indent="0">
              <a:buNone/>
              <a:defRPr sz="700" b="0">
                <a:solidFill>
                  <a:srgbClr val="E8F4FA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説明</a:t>
            </a:r>
          </a:p>
        </p:txBody>
      </p:sp>
      <p:sp>
        <p:nvSpPr>
          <p:cNvPr id="303" name="STEPラベル2"/>
          <p:cNvSpPr>
            <a:spLocks noGrp="1"/>
          </p:cNvSpPr>
          <p:nvPr>
            <p:ph type="body" sz="quarter" idx="16"/>
          </p:nvPr>
        </p:nvSpPr>
        <p:spPr>
          <a:xfrm>
            <a:off x="3527983" y="2651760"/>
            <a:ext cx="2293543" cy="320040"/>
          </a:xfrm>
        </p:spPr>
        <p:txBody>
          <a:bodyPr wrap="square" anchor="ctr" lIns="0" rIns="0"/>
          <a:lstStyle>
            <a:lvl1pPr algn="ctr" marL="0" indent="0">
              <a:buNone/>
              <a:defRPr sz="1200" b="1">
                <a:solidFill>
                  <a:srgbClr val="7FD4F5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1050" b="1">
                <a:solidFill>
                  <a:srgbClr val="7FD4F5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900" b="1">
                <a:solidFill>
                  <a:srgbClr val="7FD4F5"/>
                </a:solidFill>
                <a:latin typeface="Yu Gothic"/>
                <a:ea typeface="Yu Gothic"/>
                <a:cs typeface="Yu Gothic"/>
              </a:defRPr>
            </a:lvl3pPr>
            <a:lvl4pPr algn="ctr" marL="0" indent="0">
              <a:buNone/>
              <a:defRPr sz="750" b="1">
                <a:solidFill>
                  <a:srgbClr val="7FD4F5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STEP 2</a:t>
            </a:r>
          </a:p>
        </p:txBody>
      </p:sp>
      <p:sp>
        <p:nvSpPr>
          <p:cNvPr id="304" name="工程名2"/>
          <p:cNvSpPr>
            <a:spLocks noGrp="1"/>
          </p:cNvSpPr>
          <p:nvPr>
            <p:ph type="body" sz="quarter" idx="17"/>
          </p:nvPr>
        </p:nvSpPr>
        <p:spPr>
          <a:xfrm>
            <a:off x="3527983" y="3035808"/>
            <a:ext cx="2293543" cy="457200"/>
          </a:xfrm>
        </p:spPr>
        <p:txBody>
          <a:bodyPr wrap="square" anchor="ctr" lIns="0" rIns="0"/>
          <a:lstStyle>
            <a:lvl1pPr algn="ctr" marL="0" indent="0">
              <a:buNone/>
              <a:defRPr sz="17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13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3pPr>
            <a:lvl4pPr algn="ctr" marL="0" indent="0"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工程名</a:t>
            </a:r>
          </a:p>
        </p:txBody>
      </p:sp>
      <p:sp>
        <p:nvSpPr>
          <p:cNvPr id="305" name="工程説明2"/>
          <p:cNvSpPr>
            <a:spLocks noGrp="1"/>
          </p:cNvSpPr>
          <p:nvPr>
            <p:ph type="body" sz="quarter" idx="18"/>
          </p:nvPr>
        </p:nvSpPr>
        <p:spPr>
          <a:xfrm>
            <a:off x="3527983" y="3547872"/>
            <a:ext cx="2293543" cy="685800"/>
          </a:xfrm>
        </p:spPr>
        <p:txBody>
          <a:bodyPr wrap="square" anchor="t" lIns="0" rIns="0"/>
          <a:lstStyle>
            <a:lvl1pPr algn="ctr" marL="0" indent="0">
              <a:buNone/>
              <a:defRPr sz="1100" b="0">
                <a:solidFill>
                  <a:srgbClr val="E8F4FA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950" b="0">
                <a:solidFill>
                  <a:srgbClr val="E8F4FA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850" b="0">
                <a:solidFill>
                  <a:srgbClr val="E8F4FA"/>
                </a:solidFill>
                <a:latin typeface="Yu Gothic"/>
                <a:ea typeface="Yu Gothic"/>
                <a:cs typeface="Yu Gothic"/>
              </a:defRPr>
            </a:lvl3pPr>
            <a:lvl4pPr algn="ctr" marL="0" indent="0">
              <a:buNone/>
              <a:defRPr sz="700" b="0">
                <a:solidFill>
                  <a:srgbClr val="E8F4FA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説明</a:t>
            </a:r>
          </a:p>
        </p:txBody>
      </p:sp>
      <p:sp>
        <p:nvSpPr>
          <p:cNvPr id="306" name="STEPラベル3"/>
          <p:cNvSpPr>
            <a:spLocks noGrp="1"/>
          </p:cNvSpPr>
          <p:nvPr>
            <p:ph type="body" sz="quarter" idx="19"/>
          </p:nvPr>
        </p:nvSpPr>
        <p:spPr>
          <a:xfrm>
            <a:off x="6370166" y="2651760"/>
            <a:ext cx="2293543" cy="320040"/>
          </a:xfrm>
        </p:spPr>
        <p:txBody>
          <a:bodyPr wrap="square" anchor="ctr" lIns="0" rIns="0"/>
          <a:lstStyle>
            <a:lvl1pPr algn="ctr" marL="0" indent="0">
              <a:buNone/>
              <a:defRPr sz="1200" b="1">
                <a:solidFill>
                  <a:srgbClr val="7FD4F5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1050" b="1">
                <a:solidFill>
                  <a:srgbClr val="7FD4F5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900" b="1">
                <a:solidFill>
                  <a:srgbClr val="7FD4F5"/>
                </a:solidFill>
                <a:latin typeface="Yu Gothic"/>
                <a:ea typeface="Yu Gothic"/>
                <a:cs typeface="Yu Gothic"/>
              </a:defRPr>
            </a:lvl3pPr>
            <a:lvl4pPr algn="ctr" marL="0" indent="0">
              <a:buNone/>
              <a:defRPr sz="750" b="1">
                <a:solidFill>
                  <a:srgbClr val="7FD4F5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STEP 3</a:t>
            </a:r>
          </a:p>
        </p:txBody>
      </p:sp>
      <p:sp>
        <p:nvSpPr>
          <p:cNvPr id="307" name="工程名3"/>
          <p:cNvSpPr>
            <a:spLocks noGrp="1"/>
          </p:cNvSpPr>
          <p:nvPr>
            <p:ph type="body" sz="quarter" idx="20"/>
          </p:nvPr>
        </p:nvSpPr>
        <p:spPr>
          <a:xfrm>
            <a:off x="6370166" y="3035808"/>
            <a:ext cx="2293543" cy="457200"/>
          </a:xfrm>
        </p:spPr>
        <p:txBody>
          <a:bodyPr wrap="square" anchor="ctr" lIns="0" rIns="0"/>
          <a:lstStyle>
            <a:lvl1pPr algn="ctr" marL="0" indent="0">
              <a:buNone/>
              <a:defRPr sz="17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13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3pPr>
            <a:lvl4pPr algn="ctr" marL="0" indent="0"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工程名</a:t>
            </a:r>
          </a:p>
        </p:txBody>
      </p:sp>
      <p:sp>
        <p:nvSpPr>
          <p:cNvPr id="308" name="工程説明3"/>
          <p:cNvSpPr>
            <a:spLocks noGrp="1"/>
          </p:cNvSpPr>
          <p:nvPr>
            <p:ph type="body" sz="quarter" idx="21"/>
          </p:nvPr>
        </p:nvSpPr>
        <p:spPr>
          <a:xfrm>
            <a:off x="6370166" y="3547872"/>
            <a:ext cx="2293543" cy="685800"/>
          </a:xfrm>
        </p:spPr>
        <p:txBody>
          <a:bodyPr wrap="square" anchor="t" lIns="0" rIns="0"/>
          <a:lstStyle>
            <a:lvl1pPr algn="ctr" marL="0" indent="0">
              <a:buNone/>
              <a:defRPr sz="1100" b="0">
                <a:solidFill>
                  <a:srgbClr val="E8F4FA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950" b="0">
                <a:solidFill>
                  <a:srgbClr val="E8F4FA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850" b="0">
                <a:solidFill>
                  <a:srgbClr val="E8F4FA"/>
                </a:solidFill>
                <a:latin typeface="Yu Gothic"/>
                <a:ea typeface="Yu Gothic"/>
                <a:cs typeface="Yu Gothic"/>
              </a:defRPr>
            </a:lvl3pPr>
            <a:lvl4pPr algn="ctr" marL="0" indent="0">
              <a:buNone/>
              <a:defRPr sz="700" b="0">
                <a:solidFill>
                  <a:srgbClr val="E8F4FA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説明</a:t>
            </a:r>
          </a:p>
        </p:txBody>
      </p:sp>
      <p:sp>
        <p:nvSpPr>
          <p:cNvPr id="309" name="STEPラベル4"/>
          <p:cNvSpPr>
            <a:spLocks noGrp="1"/>
          </p:cNvSpPr>
          <p:nvPr>
            <p:ph type="body" sz="quarter" idx="22"/>
          </p:nvPr>
        </p:nvSpPr>
        <p:spPr>
          <a:xfrm>
            <a:off x="9212349" y="2651760"/>
            <a:ext cx="2293543" cy="320040"/>
          </a:xfrm>
        </p:spPr>
        <p:txBody>
          <a:bodyPr wrap="square" anchor="ctr" lIns="0" rIns="0"/>
          <a:lstStyle>
            <a:lvl1pPr algn="ctr" marL="0" indent="0">
              <a:buNone/>
              <a:defRPr sz="1200" b="1">
                <a:solidFill>
                  <a:srgbClr val="7FD4F5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1050" b="1">
                <a:solidFill>
                  <a:srgbClr val="7FD4F5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900" b="1">
                <a:solidFill>
                  <a:srgbClr val="7FD4F5"/>
                </a:solidFill>
                <a:latin typeface="Yu Gothic"/>
                <a:ea typeface="Yu Gothic"/>
                <a:cs typeface="Yu Gothic"/>
              </a:defRPr>
            </a:lvl3pPr>
            <a:lvl4pPr algn="ctr" marL="0" indent="0">
              <a:buNone/>
              <a:defRPr sz="750" b="1">
                <a:solidFill>
                  <a:srgbClr val="7FD4F5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STEP 4</a:t>
            </a:r>
          </a:p>
        </p:txBody>
      </p:sp>
      <p:sp>
        <p:nvSpPr>
          <p:cNvPr id="310" name="工程名4"/>
          <p:cNvSpPr>
            <a:spLocks noGrp="1"/>
          </p:cNvSpPr>
          <p:nvPr>
            <p:ph type="body" sz="quarter" idx="23"/>
          </p:nvPr>
        </p:nvSpPr>
        <p:spPr>
          <a:xfrm>
            <a:off x="9212349" y="3035808"/>
            <a:ext cx="2293543" cy="457200"/>
          </a:xfrm>
        </p:spPr>
        <p:txBody>
          <a:bodyPr wrap="square" anchor="ctr" lIns="0" rIns="0"/>
          <a:lstStyle>
            <a:lvl1pPr algn="ctr" marL="0" indent="0">
              <a:buNone/>
              <a:defRPr sz="17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13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3pPr>
            <a:lvl4pPr algn="ctr" marL="0" indent="0"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工程名</a:t>
            </a:r>
          </a:p>
        </p:txBody>
      </p:sp>
      <p:sp>
        <p:nvSpPr>
          <p:cNvPr id="311" name="工程説明4"/>
          <p:cNvSpPr>
            <a:spLocks noGrp="1"/>
          </p:cNvSpPr>
          <p:nvPr>
            <p:ph type="body" sz="quarter" idx="24"/>
          </p:nvPr>
        </p:nvSpPr>
        <p:spPr>
          <a:xfrm>
            <a:off x="9212349" y="3547872"/>
            <a:ext cx="2293543" cy="685800"/>
          </a:xfrm>
        </p:spPr>
        <p:txBody>
          <a:bodyPr wrap="square" anchor="t" lIns="0" rIns="0"/>
          <a:lstStyle>
            <a:lvl1pPr algn="ctr" marL="0" indent="0">
              <a:buNone/>
              <a:defRPr sz="1100" b="0">
                <a:solidFill>
                  <a:srgbClr val="E8F4FA"/>
                </a:solidFill>
                <a:latin typeface="Yu Gothic"/>
                <a:ea typeface="Yu Gothic"/>
                <a:cs typeface="Yu Gothic"/>
              </a:defRPr>
            </a:lvl1pPr>
            <a:lvl2pPr algn="ctr" marL="0" indent="0">
              <a:buNone/>
              <a:defRPr sz="950" b="0">
                <a:solidFill>
                  <a:srgbClr val="E8F4FA"/>
                </a:solidFill>
                <a:latin typeface="Yu Gothic"/>
                <a:ea typeface="Yu Gothic"/>
                <a:cs typeface="Yu Gothic"/>
              </a:defRPr>
            </a:lvl2pPr>
            <a:lvl3pPr algn="ctr" marL="0" indent="0">
              <a:buNone/>
              <a:defRPr sz="850" b="0">
                <a:solidFill>
                  <a:srgbClr val="E8F4FA"/>
                </a:solidFill>
                <a:latin typeface="Yu Gothic"/>
                <a:ea typeface="Yu Gothic"/>
                <a:cs typeface="Yu Gothic"/>
              </a:defRPr>
            </a:lvl3pPr>
            <a:lvl4pPr algn="ctr" marL="0" indent="0">
              <a:buNone/>
              <a:defRPr sz="700" b="0">
                <a:solidFill>
                  <a:srgbClr val="E8F4FA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説明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name="12_課題と対策">
  <p:cSld name="12_課題と対策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0E7BB8"/>
            </a:solidFill>
          </a:ln>
        </p:spPr>
      </p:cxnSp>
      <p:cxnSp>
        <p:nvCxnSpPr>
          <p:cNvPr id="2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C9DCE6"/>
            </a:solidFill>
          </a:ln>
        </p:spPr>
      </p:cxnSp>
      <p:sp>
        <p:nvSpPr>
          <p:cNvPr id="202" name="probbox"/>
          <p:cNvSpPr/>
          <p:nvPr/>
        </p:nvSpPr>
        <p:spPr>
          <a:xfrm>
            <a:off x="548640" y="1645920"/>
            <a:ext cx="5349240" cy="4389120"/>
          </a:xfrm>
          <a:prstGeom prst="roundRect">
            <a:avLst>
              <a:gd name="adj" fmla="val 4000"/>
            </a:avLst>
          </a:prstGeom>
          <a:solidFill>
            <a:srgbClr val="F2F5F7"/>
          </a:solidFill>
          <a:ln w="9525">
            <a:solidFill>
              <a:srgbClr val="C9DCE6"/>
            </a:solidFill>
          </a:ln>
        </p:spPr>
      </p:sp>
      <p:sp>
        <p:nvSpPr>
          <p:cNvPr id="203" name="probhead"/>
          <p:cNvSpPr/>
          <p:nvPr/>
        </p:nvSpPr>
        <p:spPr>
          <a:xfrm>
            <a:off x="548640" y="1645920"/>
            <a:ext cx="5349240" cy="640080"/>
          </a:xfrm>
          <a:prstGeom prst="roundRect">
            <a:avLst>
              <a:gd name="adj" fmla="val 4000"/>
            </a:avLst>
          </a:prstGeom>
          <a:solidFill>
            <a:srgbClr val="5A6B75"/>
          </a:solidFill>
          <a:ln>
            <a:noFill/>
          </a:ln>
        </p:spPr>
      </p:sp>
      <p:sp>
        <p:nvSpPr>
          <p:cNvPr id="206" name="baarrow"/>
          <p:cNvSpPr/>
          <p:nvPr/>
        </p:nvSpPr>
        <p:spPr>
          <a:xfrm>
            <a:off x="5943600" y="3657600"/>
            <a:ext cx="457200" cy="365760"/>
          </a:xfrm>
          <a:prstGeom prst="rightArrow">
            <a:avLst/>
          </a:prstGeom>
          <a:solidFill>
            <a:srgbClr val="F5A623"/>
          </a:solidFill>
          <a:ln>
            <a:noFill/>
          </a:ln>
        </p:spPr>
      </p:sp>
      <p:sp>
        <p:nvSpPr>
          <p:cNvPr id="207" name="solbox"/>
          <p:cNvSpPr/>
          <p:nvPr/>
        </p:nvSpPr>
        <p:spPr>
          <a:xfrm>
            <a:off x="6492240" y="1645920"/>
            <a:ext cx="5349240" cy="4389120"/>
          </a:xfrm>
          <a:prstGeom prst="roundRect">
            <a:avLst>
              <a:gd name="adj" fmla="val 4000"/>
            </a:avLst>
          </a:prstGeom>
          <a:solidFill>
            <a:srgbClr val="E8F4FA"/>
          </a:solidFill>
          <a:ln w="9525">
            <a:solidFill>
              <a:srgbClr val="C9DCE6"/>
            </a:solidFill>
          </a:ln>
        </p:spPr>
      </p:sp>
      <p:sp>
        <p:nvSpPr>
          <p:cNvPr id="208" name="solhead"/>
          <p:cNvSpPr/>
          <p:nvPr/>
        </p:nvSpPr>
        <p:spPr>
          <a:xfrm>
            <a:off x="6492240" y="1645920"/>
            <a:ext cx="5349240" cy="640080"/>
          </a:xfrm>
          <a:prstGeom prst="roundRect">
            <a:avLst>
              <a:gd name="adj" fmla="val 4000"/>
            </a:avLst>
          </a:prstGeom>
          <a:solidFill>
            <a:srgbClr val="0E7BB8"/>
          </a:solidFill>
          <a:ln>
            <a:noFill/>
          </a:ln>
        </p:spPr>
      </p:sp>
      <p:cxnSp>
        <p:nvCxnSpPr>
          <p:cNvPr id="100" name="titleline"/>
          <p:cNvCxnSpPr/>
          <p:nvPr/>
        </p:nvCxnSpPr>
        <p:spPr>
          <a:xfrm>
            <a:off x="548640" y="1298448"/>
            <a:ext cx="11094415" cy="0"/>
          </a:xfrm>
          <a:prstGeom prst="line">
            <a:avLst/>
          </a:prstGeom>
          <a:ln w="19050">
            <a:solidFill>
              <a:srgbClr val="0E7BB8"/>
            </a:solidFill>
          </a:ln>
        </p:spPr>
      </p:cxnSp>
      <p:cxnSp>
        <p:nvCxnSpPr>
          <p:cNvPr id="101" name="footerline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C9DCE6"/>
            </a:solidFill>
          </a:ln>
        </p:spPr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4415" cy="822960"/>
          </a:xfrm>
        </p:spPr>
        <p:txBody>
          <a:bodyPr anchor="ctr"/>
          <a:lstStyle>
            <a:lvl1pPr algn="l">
              <a:defRPr sz="2600" b="1">
                <a:solidFill>
                  <a:srgbClr val="0A5A87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00" name="課題見出し"/>
          <p:cNvSpPr>
            <a:spLocks noGrp="1"/>
          </p:cNvSpPr>
          <p:nvPr>
            <p:ph type="body" sz="quarter" idx="13"/>
          </p:nvPr>
        </p:nvSpPr>
        <p:spPr>
          <a:xfrm>
            <a:off x="822960" y="1645920"/>
            <a:ext cx="4800600" cy="640080"/>
          </a:xfrm>
        </p:spPr>
        <p:txBody>
          <a:bodyPr wrap="square" anchor="ctr" lIns="0" rIns="0"/>
          <a:lstStyle>
            <a:lvl1pPr algn="l" marL="0" indent="0">
              <a:buNone/>
              <a:defRPr sz="16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1pPr>
            <a:lvl2pPr algn="l" marL="0" indent="0">
              <a:buNone/>
              <a:def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2pPr>
            <a:lvl3pPr algn="l" marL="0" indent="0">
              <a:buNone/>
              <a:def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3pPr>
            <a:lvl4pPr algn="l" marL="0" indent="0">
              <a:buNone/>
              <a:defRPr sz="10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課題 / Before</a:t>
            </a:r>
          </a:p>
        </p:txBody>
      </p:sp>
      <p:sp>
        <p:nvSpPr>
          <p:cNvPr id="301" name="課題本文"/>
          <p:cNvSpPr>
            <a:spLocks noGrp="1"/>
          </p:cNvSpPr>
          <p:nvPr>
            <p:ph type="body" sz="quarter" idx="14"/>
          </p:nvPr>
        </p:nvSpPr>
        <p:spPr>
          <a:xfrm>
            <a:off x="822960" y="2514600"/>
            <a:ext cx="4800600" cy="3291840"/>
          </a:xfrm>
        </p:spPr>
        <p:txBody>
          <a:bodyPr wrap="square" anchor="t" lIns="0" rIns="0"/>
          <a:lstStyle>
            <a:lvl1pPr algn="l" marL="0" indent="0">
              <a:buNone/>
              <a:defRPr sz="140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1pPr>
            <a:lvl2pPr algn="l" marL="0" indent="0">
              <a:buNone/>
              <a:defRPr sz="125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2pPr>
            <a:lvl3pPr algn="l" marL="0" indent="0">
              <a:buNone/>
              <a:defRPr sz="105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3pPr>
            <a:lvl4pPr algn="l" marL="0" indent="0">
              <a:buNone/>
              <a:defRPr sz="90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課題を記入</a:t>
            </a:r>
          </a:p>
        </p:txBody>
      </p:sp>
      <p:sp>
        <p:nvSpPr>
          <p:cNvPr id="302" name="対策見出し"/>
          <p:cNvSpPr>
            <a:spLocks noGrp="1"/>
          </p:cNvSpPr>
          <p:nvPr>
            <p:ph type="body" sz="quarter" idx="15"/>
          </p:nvPr>
        </p:nvSpPr>
        <p:spPr>
          <a:xfrm>
            <a:off x="6766560" y="1645920"/>
            <a:ext cx="4800600" cy="640080"/>
          </a:xfrm>
        </p:spPr>
        <p:txBody>
          <a:bodyPr wrap="square" anchor="ctr" lIns="0" rIns="0"/>
          <a:lstStyle>
            <a:lvl1pPr algn="l" marL="0" indent="0">
              <a:buNone/>
              <a:defRPr sz="16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1pPr>
            <a:lvl2pPr algn="l" marL="0" indent="0">
              <a:buNone/>
              <a:def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2pPr>
            <a:lvl3pPr algn="l" marL="0" indent="0">
              <a:buNone/>
              <a:def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3pPr>
            <a:lvl4pPr algn="l" marL="0" indent="0">
              <a:buNone/>
              <a:defRPr sz="10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対策 / After</a:t>
            </a:r>
          </a:p>
        </p:txBody>
      </p:sp>
      <p:sp>
        <p:nvSpPr>
          <p:cNvPr id="303" name="対策本文"/>
          <p:cNvSpPr>
            <a:spLocks noGrp="1"/>
          </p:cNvSpPr>
          <p:nvPr>
            <p:ph type="body" sz="quarter" idx="16"/>
          </p:nvPr>
        </p:nvSpPr>
        <p:spPr>
          <a:xfrm>
            <a:off x="6766560" y="2514600"/>
            <a:ext cx="4800600" cy="3291840"/>
          </a:xfrm>
        </p:spPr>
        <p:txBody>
          <a:bodyPr wrap="square" anchor="t" lIns="0" rIns="0"/>
          <a:lstStyle>
            <a:lvl1pPr algn="l" marL="0" indent="0">
              <a:buNone/>
              <a:defRPr sz="140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1pPr>
            <a:lvl2pPr algn="l" marL="0" indent="0">
              <a:buNone/>
              <a:defRPr sz="125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2pPr>
            <a:lvl3pPr algn="l" marL="0" indent="0">
              <a:buNone/>
              <a:defRPr sz="105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3pPr>
            <a:lvl4pPr algn="l" marL="0" indent="0">
              <a:buNone/>
              <a:defRPr sz="900" b="0">
                <a:solidFill>
                  <a:srgbClr val="1A1A1A"/>
                </a:solidFill>
                <a:latin typeface="Yu Gothic"/>
                <a:ea typeface="Yu Gothic"/>
                <a:cs typeface="Yu Gothic"/>
              </a:defRPr>
            </a:lvl4pPr>
          </a:lstStyle>
          <a:p>
            <a:r>
              <a:rPr lang="ja-JP"/>
              <a:t>対策を記入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4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274638"/>
            <a:ext cx="1109472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600" b="1">
                <a:solidFill>
                  <a:srgbClr val="0A5A87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600200"/>
            <a:ext cx="1109472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8640" y="6356350"/>
            <a:ext cx="457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81600" y="635635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46080" y="6356350"/>
            <a:ext cx="10972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8"/>
    <p:sldLayoutId id="2147483660" r:id="rId13"/>
    <p:sldLayoutId id="2147483661" r:id="rId14"/>
    <p:sldLayoutId id="2147483662" r:id="rId11"/>
    <p:sldLayoutId id="2147483663" r:id="rId10"/>
    <p:sldLayoutId id="2147483664" r:id="rId9"/>
    <p:sldLayoutId id="214748366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A5A87"/>
      </a:dk2>
      <a:lt2>
        <a:srgbClr val="E8F4FA"/>
      </a:lt2>
      <a:accent1>
        <a:srgbClr val="0E7BB8"/>
      </a:accent1>
      <a:accent2>
        <a:srgbClr val="F5A623"/>
      </a:accent2>
      <a:accent3>
        <a:srgbClr val="5A6B75"/>
      </a:accent3>
      <a:accent4>
        <a:srgbClr val="C9DCE6"/>
      </a:accent4>
      <a:accent5>
        <a:srgbClr val="7FD4F5"/>
      </a:accent5>
      <a:accent6>
        <a:srgbClr val="1E2A33"/>
      </a:accent6>
      <a:hlink>
        <a:srgbClr val="0000FF"/>
      </a:hlink>
      <a:folHlink>
        <a:srgbClr val="800080"/>
      </a:folHlink>
    </a:clrScheme>
    <a:fontScheme name="Office">
      <a:majorFont>
        <a:latin typeface="Yu Gothic"/>
        <a:ea typeface=""/>
        <a:cs typeface=""/>
        <a:font script="Jpan" typeface="Yu Gothic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Yu Gothic"/>
        <a:ea typeface=""/>
        <a:cs typeface=""/>
        <a:font script="Jpan" typeface="Yu Gothic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