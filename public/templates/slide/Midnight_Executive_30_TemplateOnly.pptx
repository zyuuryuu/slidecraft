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custom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4" name="BottomPanel"/>
          <p:cNvSpPr>
            <a:spLocks noGrp="1" noSelect="0" noRot="1" noMove="1"/>
          </p:cNvSpPr>
          <p:nvPr/>
        </p:nvSpPr>
        <p:spPr>
          <a:xfrm>
            <a:off x="0" y="4754880"/>
            <a:ext cx="12192000" cy="210312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10" name="CategoryLabel.Top"/>
          <p:cNvSpPr>
            <a:spLocks noGrp="1"/>
          </p:cNvSpPr>
          <p:nvPr>
            <p:ph idx="10" type="body"/>
          </p:nvPr>
        </p:nvSpPr>
        <p:spPr>
          <a:xfrm>
            <a:off x="1097280" y="1371600"/>
            <a:ext cx="8229600" cy="41148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CATEGORY LABEL</a:t>
            </a:r>
          </a:p>
        </p:txBody>
      </p:sp>
      <p:sp>
        <p:nvSpPr>
          <p:cNvPr id="11" name="Title.Center"/>
          <p:cNvSpPr>
            <a:spLocks noGrp="1"/>
          </p:cNvSpPr>
          <p:nvPr>
            <p:ph idx="0" type="ctrTitle"/>
          </p:nvPr>
        </p:nvSpPr>
        <p:spPr>
          <a:xfrm>
            <a:off x="1097280" y="1920240"/>
            <a:ext cx="9601200" cy="137160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プレゼンテーションタイトル</a:t>
            </a:r>
          </a:p>
        </p:txBody>
      </p:sp>
      <p:sp>
        <p:nvSpPr>
          <p:cNvPr id="12" name="Subtitle.Center"/>
          <p:cNvSpPr>
            <a:spLocks noGrp="1"/>
          </p:cNvSpPr>
          <p:nvPr>
            <p:ph idx="1" type="subTitle"/>
          </p:nvPr>
        </p:nvSpPr>
        <p:spPr>
          <a:xfrm>
            <a:off x="1097280" y="3383280"/>
            <a:ext cx="8229600" cy="64008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サブタイトル・説明文</a:t>
            </a:r>
          </a:p>
        </p:txBody>
      </p:sp>
      <p:sp>
        <p:nvSpPr>
          <p:cNvPr id="13" name="Date.Bottom"/>
          <p:cNvSpPr>
            <a:spLocks noGrp="1"/>
          </p:cNvSpPr>
          <p:nvPr>
            <p:ph idx="11" type="body"/>
          </p:nvPr>
        </p:nvSpPr>
        <p:spPr>
          <a:xfrm>
            <a:off x="1097280" y="5120640"/>
            <a:ext cx="7315200" cy="36576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日付  |  組織名  |  部門名</a:t>
            </a:r>
          </a:p>
        </p:txBody>
      </p:sp>
      <p:sp>
        <p:nvSpPr>
          <p:cNvPr id="14" name="Footer.Bottom"/>
          <p:cNvSpPr>
            <a:spLocks noGrp="1"/>
          </p:cNvSpPr>
          <p:nvPr>
            <p:ph idx="12" type="body"/>
          </p:nvPr>
        </p:nvSpPr>
        <p:spPr>
          <a:xfrm>
            <a:off x="1097280" y="5577840"/>
            <a:ext cx="3657600" cy="27432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Confidential</a:t>
            </a:r>
          </a:p>
        </p:txBody>
      </p:sp>
    </p:spTree>
  </p:cSld>
  <p:clrMapOvr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.1Title.Single+1Me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4" name="MetaPanel"/>
          <p:cNvSpPr>
            <a:spLocks noGrp="1" noSelect="0" noRot="1" noMove="1"/>
          </p:cNvSpPr>
          <p:nvPr/>
        </p:nvSpPr>
        <p:spPr>
          <a:xfrm>
            <a:off x="8046720" y="1097280"/>
            <a:ext cx="3474720" cy="4114800"/>
          </a:xfrm>
          <a:prstGeom prst="roundRect">
            <a:avLst>
              <a:gd name="adj" fmla="val 8000"/>
            </a:avLst>
          </a:prstGeom>
          <a:solidFill>
            <a:srgbClr val="141B41"/>
          </a:solidFill>
          <a:ln>
            <a:noFill/>
          </a:ln>
        </p:spPr>
      </p:sp>
      <p:sp>
        <p:nvSpPr>
          <p:cNvPr id="10" name="CategoryLabel.Top"/>
          <p:cNvSpPr>
            <a:spLocks noGrp="1"/>
          </p:cNvSpPr>
          <p:nvPr>
            <p:ph idx="10" type="body"/>
          </p:nvPr>
        </p:nvSpPr>
        <p:spPr>
          <a:xfrm>
            <a:off x="1097280" y="1097280"/>
            <a:ext cx="5943600" cy="36576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DATA ANALYSIS REPORT</a:t>
            </a:r>
          </a:p>
        </p:txBody>
      </p:sp>
      <p:sp>
        <p:nvSpPr>
          <p:cNvPr id="11" name="Title.Left"/>
          <p:cNvSpPr>
            <a:spLocks noGrp="1"/>
          </p:cNvSpPr>
          <p:nvPr>
            <p:ph idx="0" type="ctrTitle"/>
          </p:nvPr>
        </p:nvSpPr>
        <p:spPr>
          <a:xfrm>
            <a:off x="1097280" y="1645920"/>
            <a:ext cx="6400800" cy="164592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レポートタイトル</a:t>
            </a:r>
          </a:p>
        </p:txBody>
      </p:sp>
      <p:sp>
        <p:nvSpPr>
          <p:cNvPr id="12" name="Subtitle.Left"/>
          <p:cNvSpPr>
            <a:spLocks noGrp="1"/>
          </p:cNvSpPr>
          <p:nvPr>
            <p:ph idx="1" type="subTitle"/>
          </p:nvPr>
        </p:nvSpPr>
        <p:spPr>
          <a:xfrm>
            <a:off x="1097280" y="3474720"/>
            <a:ext cx="6400800" cy="54864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サブタイトル</a:t>
            </a:r>
          </a:p>
        </p:txBody>
      </p:sp>
      <p:sp>
        <p:nvSpPr>
          <p:cNvPr id="13" name="Meta.Right"/>
          <p:cNvSpPr>
            <a:spLocks noGrp="1"/>
          </p:cNvSpPr>
          <p:nvPr>
            <p:ph idx="11" type="body"/>
          </p:nvPr>
        </p:nvSpPr>
        <p:spPr>
          <a:xfrm>
            <a:off x="8321040" y="1463040"/>
            <a:ext cx="2926080" cy="347472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作成日：
作成者：
バージョン：
ステータス：
配布先：</a:t>
            </a:r>
          </a:p>
        </p:txBody>
      </p:sp>
      <p:sp>
        <p:nvSpPr>
          <p:cNvPr id="14" name="Footer.Bottom"/>
          <p:cNvSpPr>
            <a:spLocks noGrp="1"/>
          </p:cNvSpPr>
          <p:nvPr>
            <p:ph idx="12" type="body"/>
          </p:nvPr>
        </p:nvSpPr>
        <p:spPr>
          <a:xfrm>
            <a:off x="1097280" y="5669280"/>
            <a:ext cx="5486400" cy="27432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Confidential</a:t>
            </a:r>
          </a:p>
        </p:txBody>
      </p:sp>
    </p:spTree>
  </p:cSld>
  <p:clrMapOvr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.1Title.Single+1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ftPanel"/>
          <p:cNvSpPr>
            <a:spLocks noGrp="1" noSelect="0" noRot="1" noMove="1"/>
          </p:cNvSpPr>
          <p:nvPr/>
        </p:nvSpPr>
        <p:spPr>
          <a:xfrm>
            <a:off x="0" y="0"/>
            <a:ext cx="6858000" cy="685800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RightPanel"/>
          <p:cNvSpPr>
            <a:spLocks noGrp="1" noSelect="0" noRot="1" noMove="1"/>
          </p:cNvSpPr>
          <p:nvPr/>
        </p:nvSpPr>
        <p:spPr>
          <a:xfrm>
            <a:off x="6858000" y="0"/>
            <a:ext cx="5333695" cy="6858000"/>
          </a:xfrm>
          <a:prstGeom prst="rect"/>
          <a:solidFill>
            <a:srgbClr val="F5F7FA"/>
          </a:solidFill>
          <a:ln>
            <a:noFill/>
          </a:ln>
        </p:spPr>
      </p:sp>
      <p:sp>
        <p:nvSpPr>
          <p:cNvPr id="4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5" name="CornerBlock"/>
          <p:cNvSpPr>
            <a:spLocks noGrp="1" noSelect="0" noRot="1" noMove="1"/>
          </p:cNvSpPr>
          <p:nvPr/>
        </p:nvSpPr>
        <p:spPr>
          <a:xfrm>
            <a:off x="6858000" y="0"/>
            <a:ext cx="365760" cy="36576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10" name="CategoryLabel.Left"/>
          <p:cNvSpPr>
            <a:spLocks noGrp="1"/>
          </p:cNvSpPr>
          <p:nvPr>
            <p:ph idx="10" type="body"/>
          </p:nvPr>
        </p:nvSpPr>
        <p:spPr>
          <a:xfrm>
            <a:off x="1097280" y="1371600"/>
            <a:ext cx="5029200" cy="36576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REPORT</a:t>
            </a:r>
          </a:p>
        </p:txBody>
      </p:sp>
      <p:sp>
        <p:nvSpPr>
          <p:cNvPr id="11" name="Title.Left"/>
          <p:cNvSpPr>
            <a:spLocks noGrp="1"/>
          </p:cNvSpPr>
          <p:nvPr>
            <p:ph idx="0" type="ctrTitle"/>
          </p:nvPr>
        </p:nvSpPr>
        <p:spPr>
          <a:xfrm>
            <a:off x="1097280" y="1920240"/>
            <a:ext cx="5303520" cy="182880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タイトル</a:t>
            </a:r>
          </a:p>
        </p:txBody>
      </p:sp>
      <p:sp>
        <p:nvSpPr>
          <p:cNvPr id="12" name="Subtitle.Left"/>
          <p:cNvSpPr>
            <a:spLocks noGrp="1"/>
          </p:cNvSpPr>
          <p:nvPr>
            <p:ph idx="1" type="subTitle"/>
          </p:nvPr>
        </p:nvSpPr>
        <p:spPr>
          <a:xfrm>
            <a:off x="1097280" y="3931920"/>
            <a:ext cx="5029200" cy="54864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サブタイトル</a:t>
            </a:r>
          </a:p>
        </p:txBody>
      </p:sp>
      <p:sp>
        <p:nvSpPr>
          <p:cNvPr id="13" name="Summary.Right"/>
          <p:cNvSpPr>
            <a:spLocks noGrp="1"/>
          </p:cNvSpPr>
          <p:nvPr>
            <p:ph idx="11" type="body"/>
          </p:nvPr>
        </p:nvSpPr>
        <p:spPr>
          <a:xfrm>
            <a:off x="7315200" y="1097280"/>
            <a:ext cx="4389120" cy="502920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サマリー・概要テキスト
または画像を配置</a:t>
            </a:r>
          </a:p>
        </p:txBody>
      </p:sp>
      <p:sp>
        <p:nvSpPr>
          <p:cNvPr id="14" name="Date.Bottom"/>
          <p:cNvSpPr>
            <a:spLocks noGrp="1"/>
          </p:cNvSpPr>
          <p:nvPr>
            <p:ph idx="12" type="body"/>
          </p:nvPr>
        </p:nvSpPr>
        <p:spPr>
          <a:xfrm>
            <a:off x="1097280" y="5669280"/>
            <a:ext cx="4572000" cy="27432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日付  |  組織名</a:t>
            </a:r>
          </a:p>
        </p:txBody>
      </p:sp>
    </p:spTree>
  </p:cSld>
  <p:clrMapOvr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3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4" name="TopBlock"/>
          <p:cNvSpPr>
            <a:spLocks noGrp="1" noSelect="0" noRot="1" noMove="1"/>
          </p:cNvSpPr>
          <p:nvPr/>
        </p:nvSpPr>
        <p:spPr>
          <a:xfrm>
            <a:off x="1097280" y="731520"/>
            <a:ext cx="548640" cy="73152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10" name="SectionLabel.Top"/>
          <p:cNvSpPr>
            <a:spLocks noGrp="1"/>
          </p:cNvSpPr>
          <p:nvPr>
            <p:ph idx="10" type="body"/>
          </p:nvPr>
        </p:nvSpPr>
        <p:spPr>
          <a:xfrm>
            <a:off x="1097280" y="1005840"/>
            <a:ext cx="4572000" cy="36576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SECTION</a:t>
            </a:r>
          </a:p>
        </p:txBody>
      </p:sp>
      <p:sp>
        <p:nvSpPr>
          <p:cNvPr id="11" name="Title.Center"/>
          <p:cNvSpPr>
            <a:spLocks noGrp="1"/>
          </p:cNvSpPr>
          <p:nvPr>
            <p:ph idx="15" type="body"/>
          </p:nvPr>
        </p:nvSpPr>
        <p:spPr>
          <a:xfrm>
            <a:off x="1097280" y="1645920"/>
            <a:ext cx="9601200" cy="201168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セクションタイトル</a:t>
            </a:r>
          </a:p>
        </p:txBody>
      </p:sp>
      <p:sp>
        <p:nvSpPr>
          <p:cNvPr id="12" name="Description.Bottom"/>
          <p:cNvSpPr>
            <a:spLocks noGrp="1"/>
          </p:cNvSpPr>
          <p:nvPr>
            <p:ph idx="11" type="body"/>
          </p:nvPr>
        </p:nvSpPr>
        <p:spPr>
          <a:xfrm>
            <a:off x="1097280" y="4114800"/>
            <a:ext cx="9144000" cy="137160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説明テキストを入力</a:t>
            </a:r>
          </a:p>
        </p:txBody>
      </p:sp>
    </p:spTree>
  </p:cSld>
  <p:clrMapOvr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Nav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3" name="NumPanel"/>
          <p:cNvSpPr>
            <a:spLocks noGrp="1" noSelect="0" noRot="1" noMove="1"/>
          </p:cNvSpPr>
          <p:nvPr/>
        </p:nvSpPr>
        <p:spPr>
          <a:xfrm>
            <a:off x="731520" y="914400"/>
            <a:ext cx="2560320" cy="4572000"/>
          </a:xfrm>
          <a:prstGeom prst="roundRect">
            <a:avLst>
              <a:gd name="adj" fmla="val 10000"/>
            </a:avLst>
          </a:prstGeom>
          <a:solidFill>
            <a:srgbClr val="2D3A6E"/>
          </a:solidFill>
          <a:ln>
            <a:noFill/>
          </a:ln>
        </p:spPr>
      </p:sp>
      <p:sp>
        <p:nvSpPr>
          <p:cNvPr id="10" name="SectionNumber.Left"/>
          <p:cNvSpPr>
            <a:spLocks noGrp="1"/>
          </p:cNvSpPr>
          <p:nvPr>
            <p:ph idx="10" type="body"/>
          </p:nvPr>
        </p:nvSpPr>
        <p:spPr>
          <a:xfrm>
            <a:off x="914400" y="1371600"/>
            <a:ext cx="2194560" cy="2286000"/>
          </a:xfrm>
        </p:spPr>
        <p:txBody>
          <a:bodyPr wrap="square" anchor="t" anchorCtr="0"/>
          <a:lstStyle/>
          <a:p>
            <a:pPr algn="ctr">
              <a:buNone/>
            </a:pPr>
            <a:r>
              <a:rPr lang="ja-JP"/>
              <a:t>01</a:t>
            </a:r>
          </a:p>
        </p:txBody>
      </p:sp>
      <p:sp>
        <p:nvSpPr>
          <p:cNvPr id="11" name="SectionLabel.Left"/>
          <p:cNvSpPr>
            <a:spLocks noGrp="1"/>
          </p:cNvSpPr>
          <p:nvPr>
            <p:ph idx="11" type="body"/>
          </p:nvPr>
        </p:nvSpPr>
        <p:spPr>
          <a:xfrm>
            <a:off x="914400" y="3657600"/>
            <a:ext cx="2194560" cy="365760"/>
          </a:xfrm>
        </p:spPr>
        <p:txBody>
          <a:bodyPr wrap="square" anchor="t" anchorCtr="0"/>
          <a:lstStyle/>
          <a:p>
            <a:pPr algn="ctr">
              <a:buNone/>
            </a:pPr>
            <a:r>
              <a:rPr lang="ja-JP"/>
              <a:t>SECTION</a:t>
            </a:r>
          </a:p>
        </p:txBody>
      </p:sp>
      <p:sp>
        <p:nvSpPr>
          <p:cNvPr id="12" name="Title.Right"/>
          <p:cNvSpPr>
            <a:spLocks noGrp="1"/>
          </p:cNvSpPr>
          <p:nvPr>
            <p:ph idx="15" type="body"/>
          </p:nvPr>
        </p:nvSpPr>
        <p:spPr>
          <a:xfrm>
            <a:off x="3840480" y="1371600"/>
            <a:ext cx="7772400" cy="182880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セクションタイトル</a:t>
            </a:r>
          </a:p>
        </p:txBody>
      </p:sp>
      <p:sp>
        <p:nvSpPr>
          <p:cNvPr id="13" name="Description.Right"/>
          <p:cNvSpPr>
            <a:spLocks noGrp="1"/>
          </p:cNvSpPr>
          <p:nvPr>
            <p:ph idx="12" type="body"/>
          </p:nvPr>
        </p:nvSpPr>
        <p:spPr>
          <a:xfrm>
            <a:off x="3840480" y="3657600"/>
            <a:ext cx="7772400" cy="182880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説明テキストを入力</a:t>
            </a:r>
          </a:p>
        </p:txBody>
      </p:sp>
    </p:spTree>
  </p:cSld>
  <p:clrMapOvr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Break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G"/>
          <p:cNvSpPr>
            <a:spLocks noGrp="1" noSelect="0" noRot="1" noMove="1"/>
          </p:cNvSpPr>
          <p:nvPr/>
        </p:nvSpPr>
        <p:spPr>
          <a:xfrm>
            <a:off x="0" y="0"/>
            <a:ext cx="12192000" cy="256032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3" name="Banner"/>
          <p:cNvSpPr>
            <a:spLocks noGrp="1" noSelect="0" noRot="1" noMove="1"/>
          </p:cNvSpPr>
          <p:nvPr/>
        </p:nvSpPr>
        <p:spPr>
          <a:xfrm>
            <a:off x="0" y="2560320"/>
            <a:ext cx="12192000" cy="201168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4" name="BottomBG"/>
          <p:cNvSpPr>
            <a:spLocks noGrp="1" noSelect="0" noRot="1" noMove="1"/>
          </p:cNvSpPr>
          <p:nvPr/>
        </p:nvSpPr>
        <p:spPr>
          <a:xfrm>
            <a:off x="0" y="4572000"/>
            <a:ext cx="12192000" cy="228600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5" name="AccentTop"/>
          <p:cNvSpPr>
            <a:spLocks noGrp="1" noSelect="0" noRot="1" noMove="1"/>
          </p:cNvSpPr>
          <p:nvPr/>
        </p:nvSpPr>
        <p:spPr>
          <a:xfrm>
            <a:off x="0" y="2560320"/>
            <a:ext cx="12192000" cy="54864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6" name="AccentBottom"/>
          <p:cNvSpPr>
            <a:spLocks noGrp="1" noSelect="0" noRot="1" noMove="1"/>
          </p:cNvSpPr>
          <p:nvPr/>
        </p:nvSpPr>
        <p:spPr>
          <a:xfrm>
            <a:off x="0" y="4517136"/>
            <a:ext cx="12192000" cy="54864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10" name="SectionLabel.Top"/>
          <p:cNvSpPr>
            <a:spLocks noGrp="1"/>
          </p:cNvSpPr>
          <p:nvPr>
            <p:ph idx="10" type="body"/>
          </p:nvPr>
        </p:nvSpPr>
        <p:spPr>
          <a:xfrm>
            <a:off x="1097280" y="1097280"/>
            <a:ext cx="9144000" cy="36576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SECTION 01</a:t>
            </a:r>
          </a:p>
        </p:txBody>
      </p:sp>
      <p:sp>
        <p:nvSpPr>
          <p:cNvPr id="11" name="Title.Center"/>
          <p:cNvSpPr>
            <a:spLocks noGrp="1"/>
          </p:cNvSpPr>
          <p:nvPr>
            <p:ph idx="15" type="body"/>
          </p:nvPr>
        </p:nvSpPr>
        <p:spPr>
          <a:xfrm>
            <a:off x="1097280" y="2743200"/>
            <a:ext cx="9601200" cy="137160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セクションタイトル</a:t>
            </a:r>
          </a:p>
        </p:txBody>
      </p:sp>
      <p:sp>
        <p:nvSpPr>
          <p:cNvPr id="12" name="Description.Bottom"/>
          <p:cNvSpPr>
            <a:spLocks noGrp="1"/>
          </p:cNvSpPr>
          <p:nvPr>
            <p:ph idx="11" type="body"/>
          </p:nvPr>
        </p:nvSpPr>
        <p:spPr>
          <a:xfrm>
            <a:off x="1097280" y="4846320"/>
            <a:ext cx="9144000" cy="109728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説明テキスト</a:t>
            </a:r>
          </a:p>
        </p:txBody>
      </p:sp>
    </p:spTree>
  </p:cSld>
  <p:clrMapOvr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.1Body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10" name="SlideTitle.Header"/>
          <p:cNvSpPr>
            <a:spLocks noGrp="1"/>
          </p:cNvSpPr>
          <p:nvPr>
            <p:ph idx="15" type="body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スライドタイトル</a:t>
            </a:r>
          </a:p>
        </p:txBody>
      </p:sp>
      <p:sp>
        <p:nvSpPr>
          <p:cNvPr id="11" name="SlideSubtitle.Header"/>
          <p:cNvSpPr>
            <a:spLocks noGrp="1"/>
          </p:cNvSpPr>
          <p:nvPr>
            <p:ph idx="16" type="body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サブタイトル</a:t>
            </a:r>
          </a:p>
        </p:txBody>
      </p:sp>
      <p:sp>
        <p:nvSpPr>
          <p:cNvPr id="20" name="Body.Center"/>
          <p:cNvSpPr>
            <a:spLocks noGrp="1"/>
          </p:cNvSpPr>
          <p:nvPr>
            <p:ph idx="1" type="body"/>
          </p:nvPr>
        </p:nvSpPr>
        <p:spPr>
          <a:xfrm>
            <a:off x="731520" y="1325880"/>
            <a:ext cx="10698480" cy="493776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コンテンツを入力</a:t>
            </a:r>
          </a:p>
        </p:txBody>
      </p:sp>
      <p:sp>
        <p:nvSpPr>
          <p:cNvPr id="30" name="SlideNum.Footer"/>
          <p:cNvSpPr>
            <a:spLocks noGrp="1"/>
          </p:cNvSpPr>
          <p:nvPr>
            <p:ph idx="50" type="sldNum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/>
          <a:p>
            <a:pPr algn="r">
              <a:buNone/>
            </a:pPr>
            <a:r>
              <a:rPr lang="ja-JP"/>
              <a:t>&lt;#&gt;</a:t>
            </a:r>
          </a:p>
        </p:txBody>
      </p:sp>
    </p:spTree>
  </p:cSld>
  <p:clrMapOvr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.1Body.Single+1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10" name="SlideTitle.Header"/>
          <p:cNvSpPr>
            <a:spLocks noGrp="1"/>
          </p:cNvSpPr>
          <p:nvPr>
            <p:ph idx="15" type="body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スライドタイトル</a:t>
            </a:r>
          </a:p>
        </p:txBody>
      </p:sp>
      <p:sp>
        <p:nvSpPr>
          <p:cNvPr id="11" name="SlideSubtitle.Header"/>
          <p:cNvSpPr>
            <a:spLocks noGrp="1"/>
          </p:cNvSpPr>
          <p:nvPr>
            <p:ph idx="16" type="body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サブタイトル</a:t>
            </a:r>
          </a:p>
        </p:txBody>
      </p:sp>
      <p:sp>
        <p:nvSpPr>
          <p:cNvPr id="5" name="SidePanel"/>
          <p:cNvSpPr>
            <a:spLocks noGrp="1" noSelect="0" noRot="1" noMove="1"/>
          </p:cNvSpPr>
          <p:nvPr/>
        </p:nvSpPr>
        <p:spPr>
          <a:xfrm>
            <a:off x="8595360" y="1234440"/>
            <a:ext cx="3200400" cy="5120640"/>
          </a:xfrm>
          <a:prstGeom prst="roundRect">
            <a:avLst>
              <a:gd name="adj" fmla="val 8000"/>
            </a:avLst>
          </a:prstGeom>
          <a:solidFill>
            <a:srgbClr val="EDF0F7"/>
          </a:solidFill>
          <a:ln>
            <a:noFill/>
          </a:ln>
        </p:spPr>
      </p:sp>
      <p:sp>
        <p:nvSpPr>
          <p:cNvPr id="20" name="Body.Left"/>
          <p:cNvSpPr>
            <a:spLocks noGrp="1"/>
          </p:cNvSpPr>
          <p:nvPr>
            <p:ph idx="1" type="body"/>
          </p:nvPr>
        </p:nvSpPr>
        <p:spPr>
          <a:xfrm>
            <a:off x="731520" y="1325880"/>
            <a:ext cx="7498079" cy="493776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メインコンテンツ</a:t>
            </a:r>
          </a:p>
        </p:txBody>
      </p:sp>
      <p:sp>
        <p:nvSpPr>
          <p:cNvPr id="21" name="Notes.Right"/>
          <p:cNvSpPr>
            <a:spLocks noGrp="1"/>
          </p:cNvSpPr>
          <p:nvPr>
            <p:ph idx="2" type="body"/>
          </p:nvPr>
        </p:nvSpPr>
        <p:spPr>
          <a:xfrm>
            <a:off x="8869680" y="1508760"/>
            <a:ext cx="2743200" cy="466344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サイドバー
補足情報・メモ・
関連リンク等</a:t>
            </a:r>
          </a:p>
        </p:txBody>
      </p:sp>
      <p:sp>
        <p:nvSpPr>
          <p:cNvPr id="30" name="SlideNum.Footer"/>
          <p:cNvSpPr>
            <a:spLocks noGrp="1"/>
          </p:cNvSpPr>
          <p:nvPr>
            <p:ph idx="50" type="sldNum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/>
          <a:p>
            <a:pPr algn="r">
              <a:buNone/>
            </a:pPr>
            <a:r>
              <a:rPr lang="ja-JP"/>
              <a:t>&lt;#&gt;</a:t>
            </a:r>
          </a:p>
        </p:txBody>
      </p:sp>
    </p:spTree>
  </p:cSld>
  <p:clrMapOvr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.1Body.Single+1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10" name="SlideTitle.Header"/>
          <p:cNvSpPr>
            <a:spLocks noGrp="1"/>
          </p:cNvSpPr>
          <p:nvPr>
            <p:ph idx="15" type="body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スライドタイトル</a:t>
            </a:r>
          </a:p>
        </p:txBody>
      </p:sp>
      <p:sp>
        <p:nvSpPr>
          <p:cNvPr id="11" name="SlideSubtitle.Header"/>
          <p:cNvSpPr>
            <a:spLocks noGrp="1"/>
          </p:cNvSpPr>
          <p:nvPr>
            <p:ph idx="16" type="body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サブタイトル</a:t>
            </a:r>
          </a:p>
        </p:txBody>
      </p:sp>
      <p:sp>
        <p:nvSpPr>
          <p:cNvPr id="5" name="FooterBar"/>
          <p:cNvSpPr>
            <a:spLocks noGrp="1" noSelect="0" noRot="1" noMove="1"/>
          </p:cNvSpPr>
          <p:nvPr/>
        </p:nvSpPr>
        <p:spPr>
          <a:xfrm>
            <a:off x="0" y="5943600"/>
            <a:ext cx="12192000" cy="914400"/>
          </a:xfrm>
          <a:prstGeom prst="rect"/>
          <a:solidFill>
            <a:srgbClr val="EDF0F7"/>
          </a:solidFill>
          <a:ln>
            <a:noFill/>
          </a:ln>
        </p:spPr>
      </p:sp>
      <p:sp>
        <p:nvSpPr>
          <p:cNvPr id="20" name="Body.Center"/>
          <p:cNvSpPr>
            <a:spLocks noGrp="1"/>
          </p:cNvSpPr>
          <p:nvPr>
            <p:ph idx="1" type="body"/>
          </p:nvPr>
        </p:nvSpPr>
        <p:spPr>
          <a:xfrm>
            <a:off x="731520" y="1325880"/>
            <a:ext cx="10698480" cy="438912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コンテンツを入力</a:t>
            </a:r>
          </a:p>
        </p:txBody>
      </p:sp>
      <p:sp>
        <p:nvSpPr>
          <p:cNvPr id="21" name="Source.Bottom"/>
          <p:cNvSpPr>
            <a:spLocks noGrp="1"/>
          </p:cNvSpPr>
          <p:nvPr>
            <p:ph idx="2" type="body"/>
          </p:nvPr>
        </p:nvSpPr>
        <p:spPr>
          <a:xfrm>
            <a:off x="731520" y="6080760"/>
            <a:ext cx="10058400" cy="54864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出典：データソースを記載</a:t>
            </a:r>
          </a:p>
        </p:txBody>
      </p:sp>
      <p:sp>
        <p:nvSpPr>
          <p:cNvPr id="30" name="SlideNum.Footer"/>
          <p:cNvSpPr>
            <a:spLocks noGrp="1"/>
          </p:cNvSpPr>
          <p:nvPr>
            <p:ph idx="50" type="sldNum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/>
          <a:p>
            <a:pPr algn="r">
              <a:buNone/>
            </a:pPr>
            <a:r>
              <a:rPr lang="ja-JP"/>
              <a:t>&lt;#&gt;</a:t>
            </a:r>
          </a:p>
        </p:txBody>
      </p:sp>
    </p:spTree>
  </p:cSld>
  <p:clrMapOvr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.1Body.Single+1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10" name="SlideTitle.Header"/>
          <p:cNvSpPr>
            <a:spLocks noGrp="1"/>
          </p:cNvSpPr>
          <p:nvPr>
            <p:ph idx="15" type="body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スライドタイトル</a:t>
            </a:r>
          </a:p>
        </p:txBody>
      </p:sp>
      <p:sp>
        <p:nvSpPr>
          <p:cNvPr id="11" name="SlideSubtitle.Header"/>
          <p:cNvSpPr>
            <a:spLocks noGrp="1"/>
          </p:cNvSpPr>
          <p:nvPr>
            <p:ph idx="16" type="body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サブタイトル</a:t>
            </a:r>
          </a:p>
        </p:txBody>
      </p:sp>
      <p:sp>
        <p:nvSpPr>
          <p:cNvPr id="5" name="Callout"/>
          <p:cNvSpPr>
            <a:spLocks noGrp="1" noSelect="0" noRot="1" noMove="1"/>
          </p:cNvSpPr>
          <p:nvPr/>
        </p:nvSpPr>
        <p:spPr>
          <a:xfrm>
            <a:off x="640080" y="123444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F0F4FF"/>
          </a:solidFill>
          <a:ln>
            <a:noFill/>
          </a:ln>
        </p:spPr>
      </p:sp>
      <p:sp>
        <p:nvSpPr>
          <p:cNvPr id="6" name="CalloutAccent"/>
          <p:cNvSpPr>
            <a:spLocks noGrp="1" noSelect="0" noRot="1" noMove="1"/>
          </p:cNvSpPr>
          <p:nvPr/>
        </p:nvSpPr>
        <p:spPr>
          <a:xfrm>
            <a:off x="640080" y="1234440"/>
            <a:ext cx="73152" cy="109728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20" name="Callout.Top"/>
          <p:cNvSpPr>
            <a:spLocks noGrp="1"/>
          </p:cNvSpPr>
          <p:nvPr>
            <p:ph idx="2" type="body"/>
          </p:nvPr>
        </p:nvSpPr>
        <p:spPr>
          <a:xfrm>
            <a:off x="1005840" y="1371600"/>
            <a:ext cx="10241280" cy="77724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キーメッセージ・要約を記入</a:t>
            </a:r>
          </a:p>
        </p:txBody>
      </p:sp>
      <p:sp>
        <p:nvSpPr>
          <p:cNvPr id="21" name="Body.Center"/>
          <p:cNvSpPr>
            <a:spLocks noGrp="1"/>
          </p:cNvSpPr>
          <p:nvPr>
            <p:ph idx="1" type="body"/>
          </p:nvPr>
        </p:nvSpPr>
        <p:spPr>
          <a:xfrm>
            <a:off x="731520" y="2560320"/>
            <a:ext cx="10698480" cy="3749039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コンテンツを入力</a:t>
            </a:r>
          </a:p>
        </p:txBody>
      </p:sp>
      <p:sp>
        <p:nvSpPr>
          <p:cNvPr id="30" name="SlideNum.Footer"/>
          <p:cNvSpPr>
            <a:spLocks noGrp="1"/>
          </p:cNvSpPr>
          <p:nvPr>
            <p:ph idx="50" type="sldNum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/>
          <a:p>
            <a:pPr algn="r">
              <a:buNone/>
            </a:pPr>
            <a:r>
              <a:rPr lang="ja-JP"/>
              <a:t>&lt;#&gt;</a:t>
            </a:r>
          </a:p>
        </p:txBody>
      </p:sp>
    </p:spTree>
  </p:cSld>
  <p:clrMapOvr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lumn.2Body.Eq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10" name="SlideTitle.Header"/>
          <p:cNvSpPr>
            <a:spLocks noGrp="1"/>
          </p:cNvSpPr>
          <p:nvPr>
            <p:ph idx="15" type="body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スライドタイトル</a:t>
            </a:r>
          </a:p>
        </p:txBody>
      </p:sp>
      <p:sp>
        <p:nvSpPr>
          <p:cNvPr id="11" name="SlideSubtitle.Header"/>
          <p:cNvSpPr>
            <a:spLocks noGrp="1"/>
          </p:cNvSpPr>
          <p:nvPr>
            <p:ph idx="16" type="body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サブタイトル</a:t>
            </a:r>
          </a:p>
        </p:txBody>
      </p:sp>
      <p:sp>
        <p:nvSpPr>
          <p:cNvPr id="20" name="Body1.Left"/>
          <p:cNvSpPr>
            <a:spLocks noGrp="1"/>
          </p:cNvSpPr>
          <p:nvPr>
            <p:ph idx="1" type="body"/>
          </p:nvPr>
        </p:nvSpPr>
        <p:spPr>
          <a:xfrm>
            <a:off x="731520" y="1325880"/>
            <a:ext cx="5029200" cy="493776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左カラム</a:t>
            </a:r>
          </a:p>
        </p:txBody>
      </p:sp>
      <p:sp>
        <p:nvSpPr>
          <p:cNvPr id="21" name="Body2.Right"/>
          <p:cNvSpPr>
            <a:spLocks noGrp="1"/>
          </p:cNvSpPr>
          <p:nvPr>
            <p:ph idx="2" type="body"/>
          </p:nvPr>
        </p:nvSpPr>
        <p:spPr>
          <a:xfrm>
            <a:off x="6217920" y="1325880"/>
            <a:ext cx="5212080" cy="4937760"/>
          </a:xfrm>
        </p:spPr>
        <p:txBody>
          <a:bodyPr wrap="square" anchor="t" anchorCtr="0"/>
          <a:lstStyle/>
          <a:p>
            <a:pPr algn="l">
              <a:buNone/>
            </a:pPr>
            <a:r>
              <a:rPr lang="ja-JP"/>
              <a:t>右カラム</a:t>
            </a:r>
          </a:p>
        </p:txBody>
      </p:sp>
      <p:sp>
        <p:nvSpPr>
          <p:cNvPr id="30" name="SlideNum.Footer"/>
          <p:cNvSpPr>
            <a:spLocks noGrp="1"/>
          </p:cNvSpPr>
          <p:nvPr>
            <p:ph idx="50" type="sldNum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/>
          <a:p>
            <a:pPr algn="r">
              <a:buNone/>
            </a:pPr>
            <a:r>
              <a:rPr lang="ja-JP"/>
              <a:t>&lt;#&gt;</a:t>
            </a:r>
          </a:p>
        </p:txBody>
      </p:sp>
    </p:spTree>
  </p:cSld>
  <p:clrMapOvr/>
</p:sldLayout>
</file>

<file path=ppt/slideLayouts/slideLayout12.xml><?xml version='1.0' encoding='UTF-8' standalone='yes'?>
<ns0:sldLayout xmlns:ns0="http://schemas.openxmlformats.org/presentationml/2006/main" type="twoObj" preserve="1"><ns0:cSld name="Column.2Body.MainSub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20" name="Body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731520" y="1325880"/><ns2:ext cx="6766560" cy="493776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サブカラム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13.xml><?xml version='1.0' encoding='UTF-8' standalone='yes'?>
<ns0:sldLayout xmlns:ns0="http://schemas.openxmlformats.org/presentationml/2006/main" type="threeObj" preserve="1"><ns0:cSld name="Column.3Body.Equal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20" name="Body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731520" y="1325880"/><ns2:ext cx="3200400" cy="493776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カラム 2</ns5:t></ns5:r></ns5:p></ns0:txBody></ns0:sp><ns0:sp><ns0:nvSpPr><ns0:cNvPr id="22" name="Body3.Right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7863840" y="1325880"/><ns2:ext cx="3566160" cy="493776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14.xml><?xml version='1.0' encoding='UTF-8' standalone='yes'?>
<ns0:sldLayout xmlns:ns0="http://schemas.openxmlformats.org/presentationml/2006/main" type="blank" preserve="1"><ns0:cSld name="KPI.1Value.Single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StatPanel"/><ns0:cNvSpPr><ns1:spLocks xmlns:ns1="http://schemas.openxmlformats.org/drawingml/2006/main" noGrp="1" noSelect="0" noRot="1" noMove="1"/></ns0:cNvSpPr><ns0:nvPr/></ns0:nvSpPr><ns0:spPr><ns2:xfrm xmlns:ns2="http://schemas.openxmlformats.org/drawingml/2006/main"><ns2:off x="2743200" y="1645920"/><ns2:ext cx="6675120" cy="411480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6" name="AccentDot"/><ns0:cNvSpPr><ns1:spLocks xmlns:ns1="http://schemas.openxmlformats.org/drawingml/2006/main" noGrp="1"/></ns0:cNvSpPr><ns0:nvPr/></ns0:nvSpPr><ns0:spPr><ns2:xfrm xmlns:ns2="http://schemas.openxmlformats.org/drawingml/2006/main"><ns2:off x="3154680" y="2057400"/><ns2:ext cx="274320" cy="274320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20" name="Value.Center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3200400" y="2011680"/><ns2:ext cx="5943600" cy="18288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7200" dirty="0" b="1"><ns4:solidFill><ns4:srgbClr val="1E2761"/></ns4:solidFill><ns4:latin typeface="Georgia"/><ns4:ea typeface="Georgia"/></ns4:defRPr></ns4:defPPr><ns4:lvl1pPr algn="ctr"><ns4:buNone/><ns4:defRPr sz="7200" dirty="0" b="1"><ns4:solidFill><ns4:srgbClr val="1E2761"/></ns4:solidFill><ns4:latin typeface="Georgia"/><ns4:ea typeface="Georgia"/></ns4:defRPr></ns4:lvl1pPr><ns4:lvl2pPr algn="ctr"><ns4:buNone/><ns4:defRPr sz="7200" dirty="0" b="1"><ns4:solidFill><ns4:srgbClr val="1E2761"/></ns4:solidFill><ns4:latin typeface="Georgia"/><ns4:ea typeface="Georgia"/></ns4:defRPr></ns4:lvl2pPr><ns4:lvl3pPr algn="ctr"><ns4:buNone/><ns4:defRPr sz="7200" dirty="0" b="1"><ns4:solidFill><ns4:srgbClr val="1E2761"/></ns4:solidFill><ns4:latin typeface="Georgia"/><ns4:ea typeface="Georgia"/></ns4:defRPr></ns4:lvl3pPr><ns4:lvl4pPr algn="ctr"><ns4:buNone/><ns4:defRPr sz="7200" dirty="0" b="1"><ns4:solidFill><ns4:srgbClr val="1E2761"/></ns4:solidFill><ns4:latin typeface="Georgia"/><ns4:ea typeface="Georgia"/></ns4:defRPr></ns4:lvl4pPr><ns4:lvl5pPr algn="ctr"><ns4:buNone/><ns4:defRPr sz="7200" dirty="0" b="1"><ns4:solidFill><ns4:srgbClr val="1E2761"/></ns4:solidFill><ns4:latin typeface="Georgia"/><ns4:ea typeface="Georgia"/></ns4:defRPr></ns4:lvl5pPr><ns4:lvl6pPr algn="ctr"><ns4:buNone/><ns4:defRPr sz="7200" dirty="0" b="1"><ns4:solidFill><ns4:srgbClr val="1E2761"/></ns4:solidFill><ns4:latin typeface="Georgia"/><ns4:ea typeface="Georgia"/></ns4:defRPr></ns4:lvl6pPr><ns4:lvl7pPr algn="ctr"><ns4:buNone/><ns4:defRPr sz="7200" dirty="0" b="1"><ns4:solidFill><ns4:srgbClr val="1E2761"/></ns4:solidFill><ns4:latin typeface="Georgia"/><ns4:ea typeface="Georgia"/></ns4:defRPr></ns4:lvl7pPr><ns4:lvl8pPr algn="ctr"><ns4:buNone/><ns4:defRPr sz="7200" dirty="0" b="1"><ns4:solidFill><ns4:srgbClr val="1E2761"/></ns4:solidFill><ns4:latin typeface="Georgia"/><ns4:ea typeface="Georgia"/></ns4:defRPr></ns4:lvl8pPr><ns4:lvl9pPr algn="ctr"><ns4:buNone/><ns4:defRPr sz="7200" dirty="0" b="1"><ns4:solidFill><ns4:srgbClr val="1E2761"/></ns4:solidFill><ns4:latin typeface="Georgia"/><ns4:ea typeface="Georgia"/></ns4:defRPr></ns4:lvl9pPr></ns4:lstStyle/><ns5:p xmlns:ns5="http://schemas.openxmlformats.org/drawingml/2006/main"><ns5:pPr algn="ctr"><ns5:buNone/></ns5:pPr><ns5:r><ns5:rPr lang="ja-JP"/><ns5:t>指標名</ns5:t></ns5:r></ns5:p></ns0:txBody></ns0:sp><ns0:sp><ns0:nvSpPr><ns0:cNvPr id="22" name="ValueDesc.Center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3200400" y="4389120"/><ns2:ext cx="5943600" cy="9144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1300" dirty="0"><ns4:solidFill><ns4:srgbClr val="94A3B8"/></ns4:solidFill><ns4:latin typeface="Calibri"/><ns4:ea typeface="Calibri"/></ns4:defRPr></ns4:defPPr><ns4:lvl1pPr algn="ctr"><ns4:buNone/><ns4:defRPr sz="1300" dirty="0"><ns4:solidFill><ns4:srgbClr val="94A3B8"/></ns4:solidFill><ns4:latin typeface="Calibri"/><ns4:ea typeface="Calibri"/></ns4:defRPr></ns4:lvl1pPr><ns4:lvl2pPr algn="ctr"><ns4:buNone/><ns4:defRPr sz="1300" dirty="0"><ns4:solidFill><ns4:srgbClr val="94A3B8"/></ns4:solidFill><ns4:latin typeface="Calibri"/><ns4:ea typeface="Calibri"/></ns4:defRPr></ns4:lvl2pPr><ns4:lvl3pPr algn="ctr"><ns4:buNone/><ns4:defRPr sz="1300" dirty="0"><ns4:solidFill><ns4:srgbClr val="94A3B8"/></ns4:solidFill><ns4:latin typeface="Calibri"/><ns4:ea typeface="Calibri"/></ns4:defRPr></ns4:lvl3pPr><ns4:lvl4pPr algn="ctr"><ns4:buNone/><ns4:defRPr sz="1300" dirty="0"><ns4:solidFill><ns4:srgbClr val="94A3B8"/></ns4:solidFill><ns4:latin typeface="Calibri"/><ns4:ea typeface="Calibri"/></ns4:defRPr></ns4:lvl4pPr><ns4:lvl5pPr algn="ctr"><ns4:buNone/><ns4:defRPr sz="1300" dirty="0"><ns4:solidFill><ns4:srgbClr val="94A3B8"/></ns4:solidFill><ns4:latin typeface="Calibri"/><ns4:ea typeface="Calibri"/></ns4:defRPr></ns4:lvl5pPr><ns4:lvl6pPr algn="ctr"><ns4:buNone/><ns4:defRPr sz="1300" dirty="0"><ns4:solidFill><ns4:srgbClr val="94A3B8"/></ns4:solidFill><ns4:latin typeface="Calibri"/><ns4:ea typeface="Calibri"/></ns4:defRPr></ns4:lvl6pPr><ns4:lvl7pPr algn="ctr"><ns4:buNone/><ns4:defRPr sz="1300" dirty="0"><ns4:solidFill><ns4:srgbClr val="94A3B8"/></ns4:solidFill><ns4:latin typeface="Calibri"/><ns4:ea typeface="Calibri"/></ns4:defRPr></ns4:lvl7pPr><ns4:lvl8pPr algn="ctr"><ns4:buNone/><ns4:defRPr sz="1300" dirty="0"><ns4:solidFill><ns4:srgbClr val="94A3B8"/></ns4:solidFill><ns4:latin typeface="Calibri"/><ns4:ea typeface="Calibri"/></ns4:defRPr></ns4:lvl8pPr><ns4:lvl9pPr algn="ctr"><ns4:buNone/><ns4:defRPr sz="1300" dirty="0"><ns4:solidFill><ns4:srgbClr val="94A3B8"/></ns4:solidFill><ns4:latin typeface="Calibri"/><ns4:ea typeface="Calibri"/></ns4:defRPr></ns4:lvl9pPr></ns4:lstStyle/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15.xml><?xml version='1.0' encoding='UTF-8' standalone='yes'?>
<ns0:sldLayout xmlns:ns0="http://schemas.openxmlformats.org/presentationml/2006/main" type="blank" preserve="1"><ns0:cSld name="KPI.2Value.Equal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Card1"/><ns0:cNvSpPr><ns1:spLocks xmlns:ns1="http://schemas.openxmlformats.org/drawingml/2006/main" noGrp="1" noSelect="0" noRot="1" noMove="1"/></ns0:cNvSpPr><ns0:nvPr/></ns0:nvSpPr><ns0:spPr><ns2:xfrm xmlns:ns2="http://schemas.openxmlformats.org/drawingml/2006/main"><ns2:off x="640080" y="1371600"/><ns2:ext cx="5120640" cy="475488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6" name="Card2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1371600"/><ns2:ext cx="5303520" cy="475488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7" name="Accent1"/><ns0:cNvSpPr><ns1:spLocks xmlns:ns1="http://schemas.openxmlformats.org/drawingml/2006/main" noGrp="1" noSelect="0" noRot="1" noMove="1"/></ns0:cNvSpPr><ns0:nvPr/></ns0:nvSpPr><ns0:spPr><ns2:xfrm xmlns:ns2="http://schemas.openxmlformats.org/drawingml/2006/main"><ns2:off x="640080" y="1371600"/><ns2:ext cx="5120640" cy="73152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8" name="Accent2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1371600"/><ns2:ext cx="5303520" cy="73152"/></ns2:xfrm><ns3:prstGeom xmlns:ns3="http://schemas.openxmlformats.org/drawingml/2006/main" prst="rect"/><ns4:solidFill xmlns:ns4="http://schemas.openxmlformats.org/drawingml/2006/main"><ns4:srgbClr val="06B6D4"/></ns4:solidFill><ns5:ln xmlns:ns5="http://schemas.openxmlformats.org/drawingml/2006/main"><ns5:noFill/></ns5:ln></ns0:spPr></ns0:sp><ns0:sp><ns0:nvSpPr><ns0:cNvPr id="20" name="Value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1097280" y="1828800"/><ns2:ext cx="4206240" cy="164592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6000" dirty="0" b="1"><ns4:solidFill><ns4:srgbClr val="1E2761"/></ns4:solidFill><ns4:latin typeface="Georgia"/><ns4:ea typeface="Georgia"/></ns4:defRPr></ns4:defPPr><ns4:lvl1pPr algn="ctr"><ns4:buNone/><ns4:defRPr sz="6000" dirty="0" b="1"><ns4:solidFill><ns4:srgbClr val="1E2761"/></ns4:solidFill><ns4:latin typeface="Georgia"/><ns4:ea typeface="Georgia"/></ns4:defRPr></ns4:lvl1pPr><ns4:lvl2pPr algn="ctr"><ns4:buNone/><ns4:defRPr sz="6000" dirty="0" b="1"><ns4:solidFill><ns4:srgbClr val="1E2761"/></ns4:solidFill><ns4:latin typeface="Georgia"/><ns4:ea typeface="Georgia"/></ns4:defRPr></ns4:lvl2pPr><ns4:lvl3pPr algn="ctr"><ns4:buNone/><ns4:defRPr sz="6000" dirty="0" b="1"><ns4:solidFill><ns4:srgbClr val="1E2761"/></ns4:solidFill><ns4:latin typeface="Georgia"/><ns4:ea typeface="Georgia"/></ns4:defRPr></ns4:lvl3pPr><ns4:lvl4pPr algn="ctr"><ns4:buNone/><ns4:defRPr sz="6000" dirty="0" b="1"><ns4:solidFill><ns4:srgbClr val="1E2761"/></ns4:solidFill><ns4:latin typeface="Georgia"/><ns4:ea typeface="Georgia"/></ns4:defRPr></ns4:lvl4pPr><ns4:lvl5pPr algn="ctr"><ns4:buNone/><ns4:defRPr sz="6000" dirty="0" b="1"><ns4:solidFill><ns4:srgbClr val="1E2761"/></ns4:solidFill><ns4:latin typeface="Georgia"/><ns4:ea typeface="Georgia"/></ns4:defRPr></ns4:lvl5pPr><ns4:lvl6pPr algn="ctr"><ns4:buNone/><ns4:defRPr sz="6000" dirty="0" b="1"><ns4:solidFill><ns4:srgbClr val="1E2761"/></ns4:solidFill><ns4:latin typeface="Georgia"/><ns4:ea typeface="Georgia"/></ns4:defRPr></ns4:lvl6pPr><ns4:lvl7pPr algn="ctr"><ns4:buNone/><ns4:defRPr sz="6000" dirty="0" b="1"><ns4:solidFill><ns4:srgbClr val="1E2761"/></ns4:solidFill><ns4:latin typeface="Georgia"/><ns4:ea typeface="Georgia"/></ns4:defRPr></ns4:lvl7pPr><ns4:lvl8pPr algn="ctr"><ns4:buNone/><ns4:defRPr sz="6000" dirty="0" b="1"><ns4:solidFill><ns4:srgbClr val="1E2761"/></ns4:solidFill><ns4:latin typeface="Georgia"/><ns4:ea typeface="Georgia"/></ns4:defRPr></ns4:lvl8pPr><ns4:lvl9pPr algn="ctr"><ns4:buNone/><ns4:defRPr sz="6000" dirty="0" b="1"><ns4:solidFill><ns4:srgbClr val="1E2761"/></ns4:solidFill><ns4:latin typeface="Georgia"/><ns4:ea typeface="Georgia"/></ns4:defRPr></ns4:lvl9pPr></ns4:lstStyle/><ns5:p xmlns:ns5="http://schemas.openxmlformats.org/drawingml/2006/main"><ns5:pPr algn="ctr"><ns5:buNone/></ns5:pPr><ns5:r><ns5:rPr lang="ja-JP"/><ns5:t>指標名
説明テキスト</ns5:t></ns5:r></ns5:p></ns0:txBody></ns0:sp><ns0:sp><ns0:nvSpPr><ns0:cNvPr id="22" name="Value2.Right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6583680" y="1828800"/><ns2:ext cx="4389120" cy="164592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6000" dirty="0" b="1"><ns4:solidFill><ns4:srgbClr val="1E2761"/></ns4:solidFill><ns4:latin typeface="Georgia"/><ns4:ea typeface="Georgia"/></ns4:defRPr></ns4:defPPr><ns4:lvl1pPr algn="ctr"><ns4:buNone/><ns4:defRPr sz="6000" dirty="0" b="1"><ns4:solidFill><ns4:srgbClr val="1E2761"/></ns4:solidFill><ns4:latin typeface="Georgia"/><ns4:ea typeface="Georgia"/></ns4:defRPr></ns4:lvl1pPr><ns4:lvl2pPr algn="ctr"><ns4:buNone/><ns4:defRPr sz="6000" dirty="0" b="1"><ns4:solidFill><ns4:srgbClr val="1E2761"/></ns4:solidFill><ns4:latin typeface="Georgia"/><ns4:ea typeface="Georgia"/></ns4:defRPr></ns4:lvl2pPr><ns4:lvl3pPr algn="ctr"><ns4:buNone/><ns4:defRPr sz="6000" dirty="0" b="1"><ns4:solidFill><ns4:srgbClr val="1E2761"/></ns4:solidFill><ns4:latin typeface="Georgia"/><ns4:ea typeface="Georgia"/></ns4:defRPr></ns4:lvl3pPr><ns4:lvl4pPr algn="ctr"><ns4:buNone/><ns4:defRPr sz="6000" dirty="0" b="1"><ns4:solidFill><ns4:srgbClr val="1E2761"/></ns4:solidFill><ns4:latin typeface="Georgia"/><ns4:ea typeface="Georgia"/></ns4:defRPr></ns4:lvl4pPr><ns4:lvl5pPr algn="ctr"><ns4:buNone/><ns4:defRPr sz="6000" dirty="0" b="1"><ns4:solidFill><ns4:srgbClr val="1E2761"/></ns4:solidFill><ns4:latin typeface="Georgia"/><ns4:ea typeface="Georgia"/></ns4:defRPr></ns4:lvl5pPr><ns4:lvl6pPr algn="ctr"><ns4:buNone/><ns4:defRPr sz="6000" dirty="0" b="1"><ns4:solidFill><ns4:srgbClr val="1E2761"/></ns4:solidFill><ns4:latin typeface="Georgia"/><ns4:ea typeface="Georgia"/></ns4:defRPr></ns4:lvl6pPr><ns4:lvl7pPr algn="ctr"><ns4:buNone/><ns4:defRPr sz="6000" dirty="0" b="1"><ns4:solidFill><ns4:srgbClr val="1E2761"/></ns4:solidFill><ns4:latin typeface="Georgia"/><ns4:ea typeface="Georgia"/></ns4:defRPr></ns4:lvl7pPr><ns4:lvl8pPr algn="ctr"><ns4:buNone/><ns4:defRPr sz="6000" dirty="0" b="1"><ns4:solidFill><ns4:srgbClr val="1E2761"/></ns4:solidFill><ns4:latin typeface="Georgia"/><ns4:ea typeface="Georgia"/></ns4:defRPr></ns4:lvl8pPr><ns4:lvl9pPr algn="ctr"><ns4:buNone/><ns4:defRPr sz="6000" dirty="0" b="1"><ns4:solidFill><ns4:srgbClr val="1E2761"/></ns4:solidFill><ns4:latin typeface="Georgia"/><ns4:ea typeface="Georgia"/></ns4:defRPr></ns4:lvl9pPr></ns4:lstStyle/><ns5:p xmlns:ns5="http://schemas.openxmlformats.org/drawingml/2006/main"><ns5:pPr algn="ctr"><ns5:buNone/></ns5:pPr><ns5:r><ns5:rPr lang="ja-JP"/><ns5:t>指標名
説明テキスト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16.xml><?xml version='1.0' encoding='UTF-8' standalone='yes'?>
<ns0:sldLayout xmlns:ns0="http://schemas.openxmlformats.org/presentationml/2006/main" type="blank" preserve="1"><ns0:cSld name="KPI.3Value.Equal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Card1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371600"/><ns2:ext cx="3474720" cy="475488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6" name="Card2"/><ns0:cNvSpPr><ns1:spLocks xmlns:ns1="http://schemas.openxmlformats.org/drawingml/2006/main" noGrp="1" noSelect="0" noRot="1" noMove="1"/></ns0:cNvSpPr><ns0:nvPr/></ns0:nvSpPr><ns0:spPr><ns2:xfrm xmlns:ns2="http://schemas.openxmlformats.org/drawingml/2006/main"><ns2:off x="4206240" y="1371600"/><ns2:ext cx="3657600" cy="475488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7" name="Card3"/><ns0:cNvSpPr><ns1:spLocks xmlns:ns1="http://schemas.openxmlformats.org/drawingml/2006/main" noGrp="1" noSelect="0" noRot="1" noMove="1"/></ns0:cNvSpPr><ns0:nvPr/></ns0:nvSpPr><ns0:spPr><ns2:xfrm xmlns:ns2="http://schemas.openxmlformats.org/drawingml/2006/main"><ns2:off x="8138160" y="1371600"/><ns2:ext cx="3566160" cy="475488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8" name="A1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371600"/><ns2:ext cx="3474720" cy="54864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9" name="A2"/><ns0:cNvSpPr><ns1:spLocks xmlns:ns1="http://schemas.openxmlformats.org/drawingml/2006/main" noGrp="1" noSelect="0" noRot="1" noMove="1"/></ns0:cNvSpPr><ns0:nvPr/></ns0:nvSpPr><ns0:spPr><ns2:xfrm xmlns:ns2="http://schemas.openxmlformats.org/drawingml/2006/main"><ns2:off x="4206240" y="1371600"/><ns2:ext cx="3657600" cy="54864"/></ns2:xfrm><ns3:prstGeom xmlns:ns3="http://schemas.openxmlformats.org/drawingml/2006/main" prst="rect"/><ns4:solidFill xmlns:ns4="http://schemas.openxmlformats.org/drawingml/2006/main"><ns4:srgbClr val="06B6D4"/></ns4:solidFill><ns5:ln xmlns:ns5="http://schemas.openxmlformats.org/drawingml/2006/main"><ns5:noFill/></ns5:ln></ns0:spPr></ns0:sp><ns0:sp><ns0:nvSpPr><ns0:cNvPr id="10" name="A3"/><ns0:cNvSpPr><ns1:spLocks xmlns:ns1="http://schemas.openxmlformats.org/drawingml/2006/main" noGrp="1" noSelect="0" noRot="1" noMove="1"/></ns0:cNvSpPr><ns0:nvPr/></ns0:nvSpPr><ns0:spPr><ns2:xfrm xmlns:ns2="http://schemas.openxmlformats.org/drawingml/2006/main"><ns2:off x="8138160" y="1371600"/><ns2:ext cx="3566160" cy="54864"/></ns2:xfrm><ns3:prstGeom xmlns:ns3="http://schemas.openxmlformats.org/drawingml/2006/main" prst="rect"/><ns4:solidFill xmlns:ns4="http://schemas.openxmlformats.org/drawingml/2006/main"><ns4:srgbClr val="F59E0B"/></ns4:solidFill><ns5:ln xmlns:ns5="http://schemas.openxmlformats.org/drawingml/2006/main"><ns5:noFill/></ns5:ln></ns0:spPr></ns0:sp><ns0:sp><ns0:nvSpPr><ns0:cNvPr id="20" name="Value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731520" y="1828800"/><ns2:ext cx="2926080" cy="13716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5200" dirty="0" b="1"><ns4:solidFill><ns4:srgbClr val="1E2761"/></ns4:solidFill><ns4:latin typeface="Georgia"/><ns4:ea typeface="Georgia"/></ns4:defRPr></ns4:defPPr><ns4:lvl1pPr algn="ctr"><ns4:buNone/><ns4:defRPr sz="5200" dirty="0" b="1"><ns4:solidFill><ns4:srgbClr val="1E2761"/></ns4:solidFill><ns4:latin typeface="Georgia"/><ns4:ea typeface="Georgia"/></ns4:defRPr></ns4:lvl1pPr><ns4:lvl2pPr algn="ctr"><ns4:buNone/><ns4:defRPr sz="5200" dirty="0" b="1"><ns4:solidFill><ns4:srgbClr val="1E2761"/></ns4:solidFill><ns4:latin typeface="Georgia"/><ns4:ea typeface="Georgia"/></ns4:defRPr></ns4:lvl2pPr><ns4:lvl3pPr algn="ctr"><ns4:buNone/><ns4:defRPr sz="5200" dirty="0" b="1"><ns4:solidFill><ns4:srgbClr val="1E2761"/></ns4:solidFill><ns4:latin typeface="Georgia"/><ns4:ea typeface="Georgia"/></ns4:defRPr></ns4:lvl3pPr><ns4:lvl4pPr algn="ctr"><ns4:buNone/><ns4:defRPr sz="5200" dirty="0" b="1"><ns4:solidFill><ns4:srgbClr val="1E2761"/></ns4:solidFill><ns4:latin typeface="Georgia"/><ns4:ea typeface="Georgia"/></ns4:defRPr></ns4:lvl4pPr><ns4:lvl5pPr algn="ctr"><ns4:buNone/><ns4:defRPr sz="5200" dirty="0" b="1"><ns4:solidFill><ns4:srgbClr val="1E2761"/></ns4:solidFill><ns4:latin typeface="Georgia"/><ns4:ea typeface="Georgia"/></ns4:defRPr></ns4:lvl5pPr><ns4:lvl6pPr algn="ctr"><ns4:buNone/><ns4:defRPr sz="5200" dirty="0" b="1"><ns4:solidFill><ns4:srgbClr val="1E2761"/></ns4:solidFill><ns4:latin typeface="Georgia"/><ns4:ea typeface="Georgia"/></ns4:defRPr></ns4:lvl6pPr><ns4:lvl7pPr algn="ctr"><ns4:buNone/><ns4:defRPr sz="5200" dirty="0" b="1"><ns4:solidFill><ns4:srgbClr val="1E2761"/></ns4:solidFill><ns4:latin typeface="Georgia"/><ns4:ea typeface="Georgia"/></ns4:defRPr></ns4:lvl7pPr><ns4:lvl8pPr algn="ctr"><ns4:buNone/><ns4:defRPr sz="5200" dirty="0" b="1"><ns4:solidFill><ns4:srgbClr val="1E2761"/></ns4:solidFill><ns4:latin typeface="Georgia"/><ns4:ea typeface="Georgia"/></ns4:defRPr></ns4:lvl8pPr><ns4:lvl9pPr algn="ctr"><ns4:buNone/><ns4:defRPr sz="5200" dirty="0" b="1"><ns4:solidFill><ns4:srgbClr val="1E2761"/></ns4:solidFill><ns4:latin typeface="Georgia"/><ns4:ea typeface="Georgia"/></ns4:defRPr></ns4:lvl9pPr></ns4:lstStyle/><ns5:p xmlns:ns5="http://schemas.openxmlformats.org/drawingml/2006/main"><ns5:pPr algn="ctr"><ns5:buNone/></ns5:pPr><ns5:r><ns5:rPr lang="ja-JP"/><ns5:t>指標名
説明</ns5:t></ns5:r></ns5:p></ns0:txBody></ns0:sp><ns0:sp><ns0:nvSpPr><ns0:cNvPr id="22" name="Value2.Center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4480560" y="1828800"/><ns2:ext cx="3108960" cy="13716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5200" dirty="0" b="1"><ns4:solidFill><ns4:srgbClr val="1E2761"/></ns4:solidFill><ns4:latin typeface="Georgia"/><ns4:ea typeface="Georgia"/></ns4:defRPr></ns4:defPPr><ns4:lvl1pPr algn="ctr"><ns4:buNone/><ns4:defRPr sz="5200" dirty="0" b="1"><ns4:solidFill><ns4:srgbClr val="1E2761"/></ns4:solidFill><ns4:latin typeface="Georgia"/><ns4:ea typeface="Georgia"/></ns4:defRPr></ns4:lvl1pPr><ns4:lvl2pPr algn="ctr"><ns4:buNone/><ns4:defRPr sz="5200" dirty="0" b="1"><ns4:solidFill><ns4:srgbClr val="1E2761"/></ns4:solidFill><ns4:latin typeface="Georgia"/><ns4:ea typeface="Georgia"/></ns4:defRPr></ns4:lvl2pPr><ns4:lvl3pPr algn="ctr"><ns4:buNone/><ns4:defRPr sz="5200" dirty="0" b="1"><ns4:solidFill><ns4:srgbClr val="1E2761"/></ns4:solidFill><ns4:latin typeface="Georgia"/><ns4:ea typeface="Georgia"/></ns4:defRPr></ns4:lvl3pPr><ns4:lvl4pPr algn="ctr"><ns4:buNone/><ns4:defRPr sz="5200" dirty="0" b="1"><ns4:solidFill><ns4:srgbClr val="1E2761"/></ns4:solidFill><ns4:latin typeface="Georgia"/><ns4:ea typeface="Georgia"/></ns4:defRPr></ns4:lvl4pPr><ns4:lvl5pPr algn="ctr"><ns4:buNone/><ns4:defRPr sz="5200" dirty="0" b="1"><ns4:solidFill><ns4:srgbClr val="1E2761"/></ns4:solidFill><ns4:latin typeface="Georgia"/><ns4:ea typeface="Georgia"/></ns4:defRPr></ns4:lvl5pPr><ns4:lvl6pPr algn="ctr"><ns4:buNone/><ns4:defRPr sz="5200" dirty="0" b="1"><ns4:solidFill><ns4:srgbClr val="1E2761"/></ns4:solidFill><ns4:latin typeface="Georgia"/><ns4:ea typeface="Georgia"/></ns4:defRPr></ns4:lvl6pPr><ns4:lvl7pPr algn="ctr"><ns4:buNone/><ns4:defRPr sz="5200" dirty="0" b="1"><ns4:solidFill><ns4:srgbClr val="1E2761"/></ns4:solidFill><ns4:latin typeface="Georgia"/><ns4:ea typeface="Georgia"/></ns4:defRPr></ns4:lvl7pPr><ns4:lvl8pPr algn="ctr"><ns4:buNone/><ns4:defRPr sz="5200" dirty="0" b="1"><ns4:solidFill><ns4:srgbClr val="1E2761"/></ns4:solidFill><ns4:latin typeface="Georgia"/><ns4:ea typeface="Georgia"/></ns4:defRPr></ns4:lvl8pPr><ns4:lvl9pPr algn="ctr"><ns4:buNone/><ns4:defRPr sz="5200" dirty="0" b="1"><ns4:solidFill><ns4:srgbClr val="1E2761"/></ns4:solidFill><ns4:latin typeface="Georgia"/><ns4:ea typeface="Georgia"/></ns4:defRPr></ns4:lvl9pPr></ns4:lstStyle/><ns5:p xmlns:ns5="http://schemas.openxmlformats.org/drawingml/2006/main"><ns5:pPr algn="ctr"><ns5:buNone/></ns5:pPr><ns5:r><ns5:rPr lang="ja-JP"/><ns5:t>指標名
説明</ns5:t></ns5:r></ns5:p></ns0:txBody></ns0:sp><ns0:sp><ns0:nvSpPr><ns0:cNvPr id="24" name="Value3.Right"/><ns0:cNvSpPr><ns1:spLocks xmlns:ns1="http://schemas.openxmlformats.org/drawingml/2006/main" noGrp="1"/></ns0:cNvSpPr><ns0:nvPr><ns0:ph idx="5" type="body"/></ns0:nvPr></ns0:nvSpPr><ns0:spPr><ns2:xfrm xmlns:ns2="http://schemas.openxmlformats.org/drawingml/2006/main"><ns2:off x="8412480" y="1828800"/><ns2:ext cx="3017520" cy="13716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5200" dirty="0" b="1"><ns4:solidFill><ns4:srgbClr val="1E2761"/></ns4:solidFill><ns4:latin typeface="Georgia"/><ns4:ea typeface="Georgia"/></ns4:defRPr></ns4:defPPr><ns4:lvl1pPr algn="ctr"><ns4:buNone/><ns4:defRPr sz="5200" dirty="0" b="1"><ns4:solidFill><ns4:srgbClr val="1E2761"/></ns4:solidFill><ns4:latin typeface="Georgia"/><ns4:ea typeface="Georgia"/></ns4:defRPr></ns4:lvl1pPr><ns4:lvl2pPr algn="ctr"><ns4:buNone/><ns4:defRPr sz="5200" dirty="0" b="1"><ns4:solidFill><ns4:srgbClr val="1E2761"/></ns4:solidFill><ns4:latin typeface="Georgia"/><ns4:ea typeface="Georgia"/></ns4:defRPr></ns4:lvl2pPr><ns4:lvl3pPr algn="ctr"><ns4:buNone/><ns4:defRPr sz="5200" dirty="0" b="1"><ns4:solidFill><ns4:srgbClr val="1E2761"/></ns4:solidFill><ns4:latin typeface="Georgia"/><ns4:ea typeface="Georgia"/></ns4:defRPr></ns4:lvl3pPr><ns4:lvl4pPr algn="ctr"><ns4:buNone/><ns4:defRPr sz="5200" dirty="0" b="1"><ns4:solidFill><ns4:srgbClr val="1E2761"/></ns4:solidFill><ns4:latin typeface="Georgia"/><ns4:ea typeface="Georgia"/></ns4:defRPr></ns4:lvl4pPr><ns4:lvl5pPr algn="ctr"><ns4:buNone/><ns4:defRPr sz="5200" dirty="0" b="1"><ns4:solidFill><ns4:srgbClr val="1E2761"/></ns4:solidFill><ns4:latin typeface="Georgia"/><ns4:ea typeface="Georgia"/></ns4:defRPr></ns4:lvl5pPr><ns4:lvl6pPr algn="ctr"><ns4:buNone/><ns4:defRPr sz="5200" dirty="0" b="1"><ns4:solidFill><ns4:srgbClr val="1E2761"/></ns4:solidFill><ns4:latin typeface="Georgia"/><ns4:ea typeface="Georgia"/></ns4:defRPr></ns4:lvl6pPr><ns4:lvl7pPr algn="ctr"><ns4:buNone/><ns4:defRPr sz="5200" dirty="0" b="1"><ns4:solidFill><ns4:srgbClr val="1E2761"/></ns4:solidFill><ns4:latin typeface="Georgia"/><ns4:ea typeface="Georgia"/></ns4:defRPr></ns4:lvl7pPr><ns4:lvl8pPr algn="ctr"><ns4:buNone/><ns4:defRPr sz="5200" dirty="0" b="1"><ns4:solidFill><ns4:srgbClr val="1E2761"/></ns4:solidFill><ns4:latin typeface="Georgia"/><ns4:ea typeface="Georgia"/></ns4:defRPr></ns4:lvl8pPr><ns4:lvl9pPr algn="ctr"><ns4:buNone/><ns4:defRPr sz="5200" dirty="0" b="1"><ns4:solidFill><ns4:srgbClr val="1E2761"/></ns4:solidFill><ns4:latin typeface="Georgia"/><ns4:ea typeface="Georgia"/></ns4:defRPr></ns4:lvl9pPr></ns4:lstStyle/><ns5:p xmlns:ns5="http://schemas.openxmlformats.org/drawingml/2006/main"><ns5:pPr algn="ctr"><ns5:buNone/></ns5:pPr><ns5:r><ns5:rPr lang="ja-JP"/><ns5:t>指標名
説明</ns5:t></ns5:r></ns5:p></ns0:txBody></ns0:sp><ns0:sp><ns0:nvSpPr><ns0:cNvPr id="31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17.xml><?xml version='1.0' encoding='UTF-8' standalone='yes'?>
<ns0:sldLayout xmlns:ns0="http://schemas.openxmlformats.org/presentationml/2006/main" type="blank" preserve="1"><ns0:cSld name="KPI.4Value.Grid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TL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5303520" cy="228600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6" name="TR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1280160"/><ns2:ext cx="5394960" cy="228600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7" name="BL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3840480"/><ns2:ext cx="5303520" cy="228600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8" name="BR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3840480"/><ns2:ext cx="5394960" cy="228600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9" name="A1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54864" cy="2286000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10" name="A2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1280160"/><ns2:ext cx="54864" cy="2286000"/></ns2:xfrm><ns3:prstGeom xmlns:ns3="http://schemas.openxmlformats.org/drawingml/2006/main" prst="rect"/><ns4:solidFill xmlns:ns4="http://schemas.openxmlformats.org/drawingml/2006/main"><ns4:srgbClr val="06B6D4"/></ns4:solidFill><ns5:ln xmlns:ns5="http://schemas.openxmlformats.org/drawingml/2006/main"><ns5:noFill/></ns5:ln></ns0:spPr></ns0:sp><ns0:sp><ns0:nvSpPr><ns0:cNvPr id="11" name="A3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3840480"/><ns2:ext cx="54864" cy="2286000"/></ns2:xfrm><ns3:prstGeom xmlns:ns3="http://schemas.openxmlformats.org/drawingml/2006/main" prst="rect"/><ns4:solidFill xmlns:ns4="http://schemas.openxmlformats.org/drawingml/2006/main"><ns4:srgbClr val="F59E0B"/></ns4:solidFill><ns5:ln xmlns:ns5="http://schemas.openxmlformats.org/drawingml/2006/main"><ns5:noFill/></ns5:ln></ns0:spPr></ns0:sp><ns0:sp><ns0:nvSpPr><ns0:cNvPr id="12" name="A4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3840480"/><ns2:ext cx="54864" cy="2286000"/></ns2:xfrm><ns3:prstGeom xmlns:ns3="http://schemas.openxmlformats.org/drawingml/2006/main" prst="rect"/><ns4:solidFill xmlns:ns4="http://schemas.openxmlformats.org/drawingml/2006/main"><ns4:srgbClr val="2563EB"/></ns4:solidFill><ns5:ln xmlns:ns5="http://schemas.openxmlformats.org/drawingml/2006/main"><ns5:noFill/></ns5:ln></ns0:spPr></ns0:sp><ns0:sp><ns0:nvSpPr><ns0:cNvPr id="20" name="Value1.Top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914400" y="1463040"/><ns2:ext cx="4389120" cy="18288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指標 2
値・説明</ns5:t></ns5:r></ns5:p></ns0:txBody></ns0:sp><ns0:sp><ns0:nvSpPr><ns0:cNvPr id="22" name="Value3.BottomLeft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914400" y="4023360"/><ns2:ext cx="4389120" cy="18288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指標 4
値・説明</ns5:t></ns5:r></ns5:p></ns0:txBody></ns0:sp><ns0:sp><ns0:nvSpPr><ns0:cNvPr id="31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18.xml><?xml version='1.0' encoding='UTF-8' standalone='yes'?>
<ns0:sldLayout xmlns:ns0="http://schemas.openxmlformats.org/presentationml/2006/main" type="blank" preserve="1"><ns0:cSld name="Chart.1Chart.Single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ChartArea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11247120" cy="4937760"/></ns2:xfrm><ns3:prstGeom xmlns:ns3="http://schemas.openxmlformats.org/drawingml/2006/main" prst="roundRect"><ns3:avLst><ns3:gd name="adj" fmla="val 6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20" name="Body.Center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731520" y="1463040"/><ns2:ext cx="10698480" cy="45720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1400" dirty="0"><ns4:solidFill><ns4:srgbClr val="94A3B8"/></ns4:solidFill><ns4:latin typeface="Calibri"/><ns4:ea typeface="Calibri"/></ns4:defRPr></ns4:defPPr><ns4:lvl1pPr algn="ctr"><ns4:buNone/><ns4:defRPr sz="1400" dirty="0"><ns4:solidFill><ns4:srgbClr val="94A3B8"/></ns4:solidFill><ns4:latin typeface="Calibri"/><ns4:ea typeface="Calibri"/></ns4:defRPr></ns4:lvl1pPr><ns4:lvl2pPr algn="ctr"><ns4:buNone/><ns4:defRPr sz="1400" dirty="0"><ns4:solidFill><ns4:srgbClr val="94A3B8"/></ns4:solidFill><ns4:latin typeface="Calibri"/><ns4:ea typeface="Calibri"/></ns4:defRPr></ns4:lvl2pPr><ns4:lvl3pPr algn="ctr"><ns4:buNone/><ns4:defRPr sz="1400" dirty="0"><ns4:solidFill><ns4:srgbClr val="94A3B8"/></ns4:solidFill><ns4:latin typeface="Calibri"/><ns4:ea typeface="Calibri"/></ns4:defRPr></ns4:lvl3pPr><ns4:lvl4pPr algn="ctr"><ns4:buNone/><ns4:defRPr sz="1400" dirty="0"><ns4:solidFill><ns4:srgbClr val="94A3B8"/></ns4:solidFill><ns4:latin typeface="Calibri"/><ns4:ea typeface="Calibri"/></ns4:defRPr></ns4:lvl4pPr><ns4:lvl5pPr algn="ctr"><ns4:buNone/><ns4:defRPr sz="1400" dirty="0"><ns4:solidFill><ns4:srgbClr val="94A3B8"/></ns4:solidFill><ns4:latin typeface="Calibri"/><ns4:ea typeface="Calibri"/></ns4:defRPr></ns4:lvl5pPr><ns4:lvl6pPr algn="ctr"><ns4:buNone/><ns4:defRPr sz="1400" dirty="0"><ns4:solidFill><ns4:srgbClr val="94A3B8"/></ns4:solidFill><ns4:latin typeface="Calibri"/><ns4:ea typeface="Calibri"/></ns4:defRPr></ns4:lvl6pPr><ns4:lvl7pPr algn="ctr"><ns4:buNone/><ns4:defRPr sz="1400" dirty="0"><ns4:solidFill><ns4:srgbClr val="94A3B8"/></ns4:solidFill><ns4:latin typeface="Calibri"/><ns4:ea typeface="Calibri"/></ns4:defRPr></ns4:lvl7pPr><ns4:lvl8pPr algn="ctr"><ns4:buNone/><ns4:defRPr sz="1400" dirty="0"><ns4:solidFill><ns4:srgbClr val="94A3B8"/></ns4:solidFill><ns4:latin typeface="Calibri"/><ns4:ea typeface="Calibri"/></ns4:defRPr></ns4:lvl8pPr><ns4:lvl9pPr algn="ctr"><ns4:buNone/><ns4:defRPr sz="1400" dirty="0"><ns4:solidFill><ns4:srgbClr val="94A3B8"/></ns4:solidFill><ns4:latin typeface="Calibri"/><ns4:ea typeface="Calibri"/></ns4:defRPr></ns4:lvl9pPr></ns4:lstStyle/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19.xml><?xml version='1.0' encoding='UTF-8' standalone='yes'?>
<ns0:sldLayout xmlns:ns0="http://schemas.openxmlformats.org/presentationml/2006/main" type="blank" preserve="1"><ns0:cSld name="Chart.1Chart.Single+1Analysis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ChartArea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6858000" cy="4937760"/></ns2:xfrm><ns3:prstGeom xmlns:ns3="http://schemas.openxmlformats.org/drawingml/2006/main" prst="roundRect"><ns3:avLst><ns3:gd name="adj" fmla="val 6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20" name="Body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731520" y="1463040"/><ns2:ext cx="6309360" cy="45720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1400" dirty="0"><ns4:solidFill><ns4:srgbClr val="94A3B8"/></ns4:solidFill><ns4:latin typeface="Calibri"/><ns4:ea typeface="Calibri"/></ns4:defRPr></ns4:defPPr><ns4:lvl1pPr algn="ctr"><ns4:buNone/><ns4:defRPr sz="1400" dirty="0"><ns4:solidFill><ns4:srgbClr val="94A3B8"/></ns4:solidFill><ns4:latin typeface="Calibri"/><ns4:ea typeface="Calibri"/></ns4:defRPr></ns4:lvl1pPr><ns4:lvl2pPr algn="ctr"><ns4:buNone/><ns4:defRPr sz="1400" dirty="0"><ns4:solidFill><ns4:srgbClr val="94A3B8"/></ns4:solidFill><ns4:latin typeface="Calibri"/><ns4:ea typeface="Calibri"/></ns4:defRPr></ns4:lvl2pPr><ns4:lvl3pPr algn="ctr"><ns4:buNone/><ns4:defRPr sz="1400" dirty="0"><ns4:solidFill><ns4:srgbClr val="94A3B8"/></ns4:solidFill><ns4:latin typeface="Calibri"/><ns4:ea typeface="Calibri"/></ns4:defRPr></ns4:lvl3pPr><ns4:lvl4pPr algn="ctr"><ns4:buNone/><ns4:defRPr sz="1400" dirty="0"><ns4:solidFill><ns4:srgbClr val="94A3B8"/></ns4:solidFill><ns4:latin typeface="Calibri"/><ns4:ea typeface="Calibri"/></ns4:defRPr></ns4:lvl4pPr><ns4:lvl5pPr algn="ctr"><ns4:buNone/><ns4:defRPr sz="1400" dirty="0"><ns4:solidFill><ns4:srgbClr val="94A3B8"/></ns4:solidFill><ns4:latin typeface="Calibri"/><ns4:ea typeface="Calibri"/></ns4:defRPr></ns4:lvl5pPr><ns4:lvl6pPr algn="ctr"><ns4:buNone/><ns4:defRPr sz="1400" dirty="0"><ns4:solidFill><ns4:srgbClr val="94A3B8"/></ns4:solidFill><ns4:latin typeface="Calibri"/><ns4:ea typeface="Calibri"/></ns4:defRPr></ns4:lvl6pPr><ns4:lvl7pPr algn="ctr"><ns4:buNone/><ns4:defRPr sz="1400" dirty="0"><ns4:solidFill><ns4:srgbClr val="94A3B8"/></ns4:solidFill><ns4:latin typeface="Calibri"/><ns4:ea typeface="Calibri"/></ns4:defRPr></ns4:lvl7pPr><ns4:lvl8pPr algn="ctr"><ns4:buNone/><ns4:defRPr sz="1400" dirty="0"><ns4:solidFill><ns4:srgbClr val="94A3B8"/></ns4:solidFill><ns4:latin typeface="Calibri"/><ns4:ea typeface="Calibri"/></ns4:defRPr></ns4:lvl8pPr><ns4:lvl9pPr algn="ctr"><ns4:buNone/><ns4:defRPr sz="1400" dirty="0"><ns4:solidFill><ns4:srgbClr val="94A3B8"/></ns4:solidFill><ns4:latin typeface="Calibri"/><ns4:ea typeface="Calibri"/></ns4:defRPr></ns4:lvl9pPr></ns4:lstStyle/><ns5:p xmlns:ns5="http://schemas.openxmlformats.org/drawingml/2006/main"><ns5:pPr algn="l"><ns5:buNone/></ns5:pPr><ns5:r><ns5:rPr lang="ja-JP"/><ns5:t>分析テキスト

主要な発見事項や
考察を記入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0.xml><?xml version='1.0' encoding='UTF-8' standalone='yes'?>
<ns0:sldLayout xmlns:ns0="http://schemas.openxmlformats.org/presentationml/2006/main" type="blank" preserve="1"><ns0:cSld name="Chart.2Chart.Equal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ChartL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5394960" cy="4937760"/></ns2:xfrm><ns3:prstGeom xmlns:ns3="http://schemas.openxmlformats.org/drawingml/2006/main" prst="roundRect"><ns3:avLst><ns3:gd name="adj" fmla="val 6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6" name="ChartR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1280160"/><ns2:ext cx="5394960" cy="4937760"/></ns2:xfrm><ns3:prstGeom xmlns:ns3="http://schemas.openxmlformats.org/drawingml/2006/main" prst="roundRect"><ns3:avLst><ns3:gd name="adj" fmla="val 6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20" name="Body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731520" y="1463040"/><ns2:ext cx="4846320" cy="45720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1400" dirty="0"><ns4:solidFill><ns4:srgbClr val="94A3B8"/></ns4:solidFill><ns4:latin typeface="Calibri"/><ns4:ea typeface="Calibri"/></ns4:defRPr></ns4:defPPr><ns4:lvl1pPr algn="ctr"><ns4:buNone/><ns4:defRPr sz="1400" dirty="0"><ns4:solidFill><ns4:srgbClr val="94A3B8"/></ns4:solidFill><ns4:latin typeface="Calibri"/><ns4:ea typeface="Calibri"/></ns4:defRPr></ns4:lvl1pPr><ns4:lvl2pPr algn="ctr"><ns4:buNone/><ns4:defRPr sz="1400" dirty="0"><ns4:solidFill><ns4:srgbClr val="94A3B8"/></ns4:solidFill><ns4:latin typeface="Calibri"/><ns4:ea typeface="Calibri"/></ns4:defRPr></ns4:lvl2pPr><ns4:lvl3pPr algn="ctr"><ns4:buNone/><ns4:defRPr sz="1400" dirty="0"><ns4:solidFill><ns4:srgbClr val="94A3B8"/></ns4:solidFill><ns4:latin typeface="Calibri"/><ns4:ea typeface="Calibri"/></ns4:defRPr></ns4:lvl3pPr><ns4:lvl4pPr algn="ctr"><ns4:buNone/><ns4:defRPr sz="1400" dirty="0"><ns4:solidFill><ns4:srgbClr val="94A3B8"/></ns4:solidFill><ns4:latin typeface="Calibri"/><ns4:ea typeface="Calibri"/></ns4:defRPr></ns4:lvl4pPr><ns4:lvl5pPr algn="ctr"><ns4:buNone/><ns4:defRPr sz="1400" dirty="0"><ns4:solidFill><ns4:srgbClr val="94A3B8"/></ns4:solidFill><ns4:latin typeface="Calibri"/><ns4:ea typeface="Calibri"/></ns4:defRPr></ns4:lvl5pPr><ns4:lvl6pPr algn="ctr"><ns4:buNone/><ns4:defRPr sz="1400" dirty="0"><ns4:solidFill><ns4:srgbClr val="94A3B8"/></ns4:solidFill><ns4:latin typeface="Calibri"/><ns4:ea typeface="Calibri"/></ns4:defRPr></ns4:lvl6pPr><ns4:lvl7pPr algn="ctr"><ns4:buNone/><ns4:defRPr sz="1400" dirty="0"><ns4:solidFill><ns4:srgbClr val="94A3B8"/></ns4:solidFill><ns4:latin typeface="Calibri"/><ns4:ea typeface="Calibri"/></ns4:defRPr></ns4:lvl7pPr><ns4:lvl8pPr algn="ctr"><ns4:buNone/><ns4:defRPr sz="1400" dirty="0"><ns4:solidFill><ns4:srgbClr val="94A3B8"/></ns4:solidFill><ns4:latin typeface="Calibri"/><ns4:ea typeface="Calibri"/></ns4:defRPr></ns4:lvl8pPr><ns4:lvl9pPr algn="ctr"><ns4:buNone/><ns4:defRPr sz="1400" dirty="0"><ns4:solidFill><ns4:srgbClr val="94A3B8"/></ns4:solidFill><ns4:latin typeface="Calibri"/><ns4:ea typeface="Calibri"/></ns4:defRPr></ns4:lvl9pPr></ns4:lstStyle/><ns5:p xmlns:ns5="http://schemas.openxmlformats.org/drawingml/2006/main"><ns5:pPr algn="ctr"><ns5:buNone/></ns5:pPr><ns5:r><ns5:rPr lang="ja-JP"/><ns5:t>チャート 2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1.xml><?xml version='1.0' encoding='UTF-8' standalone='yes'?>
<ns0:sldLayout xmlns:ns0="http://schemas.openxmlformats.org/presentationml/2006/main" type="blank" preserve="1"><ns0:cSld name="Table.1Table.Single+1Source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20" name="Body.Center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457200" y="1325880"/><ns2:ext cx="11247120" cy="45720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出典：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2.xml><?xml version='1.0' encoding='UTF-8' standalone='yes'?>
<ns0:sldLayout xmlns:ns0="http://schemas.openxmlformats.org/presentationml/2006/main" type="blank" preserve="1"><ns0:cSld name="Table.1Table.Single+1Notes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20" name="Body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457200" y="1325880"/><ns2:ext cx="7772400" cy="493776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コメント・注記

テーブルの補足情報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3.xml><?xml version='1.0' encoding='UTF-8' standalone='yes'?>
<ns0:sldLayout xmlns:ns0="http://schemas.openxmlformats.org/presentationml/2006/main" type="blank" preserve="1"><ns0:cSld name="Compare.2Option.Versus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PanelL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5303520" cy="493776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6" name="PanelR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1280160"/><ns2:ext cx="5394960" cy="493776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7" name="AccentL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5303520" cy="54864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8" name="AccentR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1280160"/><ns2:ext cx="5394960" cy="54864"/></ns2:xfrm><ns3:prstGeom xmlns:ns3="http://schemas.openxmlformats.org/drawingml/2006/main" prst="rect"/><ns4:solidFill xmlns:ns4="http://schemas.openxmlformats.org/drawingml/2006/main"><ns4:srgbClr val="06B6D4"/></ns4:solidFill><ns5:ln xmlns:ns5="http://schemas.openxmlformats.org/drawingml/2006/main"><ns5:noFill/></ns5:ln></ns0:spPr></ns0:sp><ns0:sp><ns0:nvSpPr><ns0:cNvPr id="9" name="VS"/><ns0:cNvSpPr><ns1:spLocks xmlns:ns1="http://schemas.openxmlformats.org/drawingml/2006/main" noGrp="1"/></ns0:cNvSpPr><ns0:nvPr/></ns0:nvSpPr><ns0:spPr><ns2:xfrm xmlns:ns2="http://schemas.openxmlformats.org/drawingml/2006/main"><ns2:off x="5309408461680" y="3428121901679"/><ns2:ext cx="548640" cy="548640"/></ns2:xfrm><ns3:prstGeom xmlns:ns3="http://schemas.openxmlformats.org/drawingml/2006/main" prst="ellipse"/><ns4:solidFill xmlns:ns4="http://schemas.openxmlformats.org/drawingml/2006/main"><ns4:srgbClr val="1E2761"/></ns4:solidFill><ns5:ln xmlns:ns5="http://schemas.openxmlformats.org/drawingml/2006/main"><ns5:noFill/></ns5:ln></ns0:spPr></ns0:sp><ns0:sp><ns0:nvSpPr><ns0:cNvPr id="20" name="OptionLabel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731520" y="1554480"/><ns2:ext cx="4754880" cy="4572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600" dirty="0" b="1"><ns4:solidFill><ns4:srgbClr val="3B82F6"/></ns4:solidFill><ns4:latin typeface="Calibri"/><ns4:ea typeface="Calibri"/></ns4:defRPr></ns4:defPPr><ns4:lvl1pPr algn="l"><ns4:buNone/><ns4:defRPr sz="1600" dirty="0" b="1"><ns4:solidFill><ns4:srgbClr val="3B82F6"/></ns4:solidFill><ns4:latin typeface="Calibri"/><ns4:ea typeface="Calibri"/></ns4:defRPr></ns4:lvl1pPr><ns4:lvl2pPr algn="l"><ns4:buNone/><ns4:defRPr sz="1600" dirty="0" b="1"><ns4:solidFill><ns4:srgbClr val="3B82F6"/></ns4:solidFill><ns4:latin typeface="Calibri"/><ns4:ea typeface="Calibri"/></ns4:defRPr></ns4:lvl2pPr><ns4:lvl3pPr algn="l"><ns4:buNone/><ns4:defRPr sz="1600" dirty="0" b="1"><ns4:solidFill><ns4:srgbClr val="3B82F6"/></ns4:solidFill><ns4:latin typeface="Calibri"/><ns4:ea typeface="Calibri"/></ns4:defRPr></ns4:lvl3pPr><ns4:lvl4pPr algn="l"><ns4:buNone/><ns4:defRPr sz="1600" dirty="0" b="1"><ns4:solidFill><ns4:srgbClr val="3B82F6"/></ns4:solidFill><ns4:latin typeface="Calibri"/><ns4:ea typeface="Calibri"/></ns4:defRPr></ns4:lvl4pPr><ns4:lvl5pPr algn="l"><ns4:buNone/><ns4:defRPr sz="1600" dirty="0" b="1"><ns4:solidFill><ns4:srgbClr val="3B82F6"/></ns4:solidFill><ns4:latin typeface="Calibri"/><ns4:ea typeface="Calibri"/></ns4:defRPr></ns4:lvl5pPr><ns4:lvl6pPr algn="l"><ns4:buNone/><ns4:defRPr sz="1600" dirty="0" b="1"><ns4:solidFill><ns4:srgbClr val="3B82F6"/></ns4:solidFill><ns4:latin typeface="Calibri"/><ns4:ea typeface="Calibri"/></ns4:defRPr></ns4:lvl6pPr><ns4:lvl7pPr algn="l"><ns4:buNone/><ns4:defRPr sz="1600" dirty="0" b="1"><ns4:solidFill><ns4:srgbClr val="3B82F6"/></ns4:solidFill><ns4:latin typeface="Calibri"/><ns4:ea typeface="Calibri"/></ns4:defRPr></ns4:lvl7pPr><ns4:lvl8pPr algn="l"><ns4:buNone/><ns4:defRPr sz="1600" dirty="0" b="1"><ns4:solidFill><ns4:srgbClr val="3B82F6"/></ns4:solidFill><ns4:latin typeface="Calibri"/><ns4:ea typeface="Calibri"/></ns4:defRPr></ns4:lvl8pPr><ns4:lvl9pPr algn="l"><ns4:buNone/><ns4:defRPr sz="1600" dirty="0" b="1"><ns4:solidFill><ns4:srgbClr val="3B82F6"/></ns4:solidFill><ns4:latin typeface="Calibri"/><ns4:ea typeface="Calibri"/></ns4:defRPr></ns4:lvl9pPr></ns4:lstStyle/><ns5:p xmlns:ns5="http://schemas.openxmlformats.org/drawingml/2006/main"><ns5:pPr algn="l"><ns5:buNone/></ns5:pPr><ns5:r><ns5:rPr lang="ja-JP"/><ns5:t>内容を入力</ns5:t></ns5:r></ns5:p></ns0:txBody></ns0:sp><ns0:sp><ns0:nvSpPr><ns0:cNvPr id="22" name="OptionLabel2.Right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6400800" y="1554480"/><ns2:ext cx="4846320" cy="4572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600" dirty="0" b="1"><ns4:solidFill><ns4:srgbClr val="06B6D4"/></ns4:solidFill><ns4:latin typeface="Calibri"/><ns4:ea typeface="Calibri"/></ns4:defRPr></ns4:defPPr><ns4:lvl1pPr algn="l"><ns4:buNone/><ns4:defRPr sz="1600" dirty="0" b="1"><ns4:solidFill><ns4:srgbClr val="06B6D4"/></ns4:solidFill><ns4:latin typeface="Calibri"/><ns4:ea typeface="Calibri"/></ns4:defRPr></ns4:lvl1pPr><ns4:lvl2pPr algn="l"><ns4:buNone/><ns4:defRPr sz="1600" dirty="0" b="1"><ns4:solidFill><ns4:srgbClr val="06B6D4"/></ns4:solidFill><ns4:latin typeface="Calibri"/><ns4:ea typeface="Calibri"/></ns4:defRPr></ns4:lvl2pPr><ns4:lvl3pPr algn="l"><ns4:buNone/><ns4:defRPr sz="1600" dirty="0" b="1"><ns4:solidFill><ns4:srgbClr val="06B6D4"/></ns4:solidFill><ns4:latin typeface="Calibri"/><ns4:ea typeface="Calibri"/></ns4:defRPr></ns4:lvl3pPr><ns4:lvl4pPr algn="l"><ns4:buNone/><ns4:defRPr sz="1600" dirty="0" b="1"><ns4:solidFill><ns4:srgbClr val="06B6D4"/></ns4:solidFill><ns4:latin typeface="Calibri"/><ns4:ea typeface="Calibri"/></ns4:defRPr></ns4:lvl4pPr><ns4:lvl5pPr algn="l"><ns4:buNone/><ns4:defRPr sz="1600" dirty="0" b="1"><ns4:solidFill><ns4:srgbClr val="06B6D4"/></ns4:solidFill><ns4:latin typeface="Calibri"/><ns4:ea typeface="Calibri"/></ns4:defRPr></ns4:lvl5pPr><ns4:lvl6pPr algn="l"><ns4:buNone/><ns4:defRPr sz="1600" dirty="0" b="1"><ns4:solidFill><ns4:srgbClr val="06B6D4"/></ns4:solidFill><ns4:latin typeface="Calibri"/><ns4:ea typeface="Calibri"/></ns4:defRPr></ns4:lvl6pPr><ns4:lvl7pPr algn="l"><ns4:buNone/><ns4:defRPr sz="1600" dirty="0" b="1"><ns4:solidFill><ns4:srgbClr val="06B6D4"/></ns4:solidFill><ns4:latin typeface="Calibri"/><ns4:ea typeface="Calibri"/></ns4:defRPr></ns4:lvl7pPr><ns4:lvl8pPr algn="l"><ns4:buNone/><ns4:defRPr sz="1600" dirty="0" b="1"><ns4:solidFill><ns4:srgbClr val="06B6D4"/></ns4:solidFill><ns4:latin typeface="Calibri"/><ns4:ea typeface="Calibri"/></ns4:defRPr></ns4:lvl8pPr><ns4:lvl9pPr algn="l"><ns4:buNone/><ns4:defRPr sz="1600" dirty="0" b="1"><ns4:solidFill><ns4:srgbClr val="06B6D4"/></ns4:solidFill><ns4:latin typeface="Calibri"/><ns4:ea typeface="Calibri"/></ns4:defRPr></ns4:lvl9pPr></ns4:lstStyle/><ns5:p xmlns:ns5="http://schemas.openxmlformats.org/drawingml/2006/main"><ns5:pPr algn="l"><ns5:buNone/></ns5:pPr><ns5:r><ns5:rPr lang="ja-JP"/><ns5:t>内容を入力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4.xml><?xml version='1.0' encoding='UTF-8' standalone='yes'?>
<ns0:sldLayout xmlns:ns0="http://schemas.openxmlformats.org/presentationml/2006/main" type="blank" preserve="1"><ns0:cSld name="Compare.1Matrix.Single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ContentBG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11247120" cy="5029200"/></ns2:xfrm><ns3:prstGeom xmlns:ns3="http://schemas.openxmlformats.org/drawingml/2006/main" prst="rect"/><ns4:solidFill xmlns:ns4="http://schemas.openxmlformats.org/drawingml/2006/main"><ns4:srgbClr val="FFFFFF"/></ns4:solidFill><ns5:ln xmlns:ns5="http://schemas.openxmlformats.org/drawingml/2006/main"><ns5:noFill/></ns5:ln></ns0:spPr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5.xml><?xml version='1.0' encoding='UTF-8' standalone='yes'?>
<ns0:sldLayout xmlns:ns0="http://schemas.openxmlformats.org/presentationml/2006/main" type="blank" preserve="1"><ns0:cSld name="Process.4Step.Sequential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ConnLine"/><ns0:cNvSpPr><ns1:spLocks xmlns:ns1="http://schemas.openxmlformats.org/drawingml/2006/main" noGrp="1" noSelect="0" noRot="1" noMove="1"/></ns0:cNvSpPr><ns0:nvPr/></ns0:nvSpPr><ns0:spPr><ns2:xfrm xmlns:ns2="http://schemas.openxmlformats.org/drawingml/2006/main"><ns2:off x="1645920" y="2651760"/><ns2:ext cx="8869680" cy="36576"/></ns2:xfrm><ns3:prstGeom xmlns:ns3="http://schemas.openxmlformats.org/drawingml/2006/main" prst="rect"/><ns4:solidFill xmlns:ns4="http://schemas.openxmlformats.org/drawingml/2006/main"><ns4:srgbClr val="CADCFC"/></ns4:solidFill><ns5:ln xmlns:ns5="http://schemas.openxmlformats.org/drawingml/2006/main"><ns5:noFill/></ns5:ln></ns0:spPr></ns0:sp><ns0:sp><ns0:nvSpPr><ns0:cNvPr id="6" name="C1"/><ns0:cNvSpPr><ns1:spLocks xmlns:ns1="http://schemas.openxmlformats.org/drawingml/2006/main" noGrp="1"/></ns0:cNvSpPr><ns0:nvPr/></ns0:nvSpPr><ns0:spPr><ns2:xfrm xmlns:ns2="http://schemas.openxmlformats.org/drawingml/2006/main"><ns2:off x="1672254463968" y="2466575455968"/><ns2:ext cx="512064" cy="512064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7" name="C2"/><ns0:cNvSpPr><ns1:spLocks xmlns:ns1="http://schemas.openxmlformats.org/drawingml/2006/main" noGrp="1"/></ns0:cNvSpPr><ns0:nvPr/></ns0:nvSpPr><ns0:spPr><ns2:xfrm xmlns:ns2="http://schemas.openxmlformats.org/drawingml/2006/main"><ns2:off x="4347862015968" y="2466575455968"/><ns2:ext cx="512064" cy="512064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8" name="C3"/><ns0:cNvSpPr><ns1:spLocks xmlns:ns1="http://schemas.openxmlformats.org/drawingml/2006/main" noGrp="1"/></ns0:cNvSpPr><ns0:nvPr/></ns0:nvSpPr><ns0:spPr><ns2:xfrm xmlns:ns2="http://schemas.openxmlformats.org/drawingml/2006/main"><ns2:off x="7023469567968" y="2466575455968"/><ns2:ext cx="512064" cy="512064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9" name="C4"/><ns0:cNvSpPr><ns1:spLocks xmlns:ns1="http://schemas.openxmlformats.org/drawingml/2006/main" noGrp="1"/></ns0:cNvSpPr><ns0:nvPr/></ns0:nvSpPr><ns0:spPr><ns2:xfrm xmlns:ns2="http://schemas.openxmlformats.org/drawingml/2006/main"><ns2:off x="9615464383968" y="2466575455968"/><ns2:ext cx="512064" cy="512064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20" name="Step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457200" y="3291840"/><ns2:ext cx="2560320" cy="27432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1300" dirty="0"><ns4:solidFill><ns4:srgbClr val="1E293B"/></ns4:solidFill><ns4:latin typeface="Calibri"/><ns4:ea typeface="Calibri"/></ns4:defRPr></ns4:defPPr><ns4:lvl1pPr algn="ctr"><ns4:buNone/><ns4:defRPr sz="1300" dirty="0"><ns4:solidFill><ns4:srgbClr val="1E293B"/></ns4:solidFill><ns4:latin typeface="Calibri"/><ns4:ea typeface="Calibri"/></ns4:defRPr></ns4:lvl1pPr><ns4:lvl2pPr algn="ctr"><ns4:buNone/><ns4:defRPr sz="1300" dirty="0"><ns4:solidFill><ns4:srgbClr val="1E293B"/></ns4:solidFill><ns4:latin typeface="Calibri"/><ns4:ea typeface="Calibri"/></ns4:defRPr></ns4:lvl2pPr><ns4:lvl3pPr algn="ctr"><ns4:buNone/><ns4:defRPr sz="1300" dirty="0"><ns4:solidFill><ns4:srgbClr val="1E293B"/></ns4:solidFill><ns4:latin typeface="Calibri"/><ns4:ea typeface="Calibri"/></ns4:defRPr></ns4:lvl3pPr><ns4:lvl4pPr algn="ctr"><ns4:buNone/><ns4:defRPr sz="1300" dirty="0"><ns4:solidFill><ns4:srgbClr val="1E293B"/></ns4:solidFill><ns4:latin typeface="Calibri"/><ns4:ea typeface="Calibri"/></ns4:defRPr></ns4:lvl4pPr><ns4:lvl5pPr algn="ctr"><ns4:buNone/><ns4:defRPr sz="1300" dirty="0"><ns4:solidFill><ns4:srgbClr val="1E293B"/></ns4:solidFill><ns4:latin typeface="Calibri"/><ns4:ea typeface="Calibri"/></ns4:defRPr></ns4:lvl5pPr><ns4:lvl6pPr algn="ctr"><ns4:buNone/><ns4:defRPr sz="1300" dirty="0"><ns4:solidFill><ns4:srgbClr val="1E293B"/></ns4:solidFill><ns4:latin typeface="Calibri"/><ns4:ea typeface="Calibri"/></ns4:defRPr></ns4:lvl6pPr><ns4:lvl7pPr algn="ctr"><ns4:buNone/><ns4:defRPr sz="1300" dirty="0"><ns4:solidFill><ns4:srgbClr val="1E293B"/></ns4:solidFill><ns4:latin typeface="Calibri"/><ns4:ea typeface="Calibri"/></ns4:defRPr></ns4:lvl7pPr><ns4:lvl8pPr algn="ctr"><ns4:buNone/><ns4:defRPr sz="1300" dirty="0"><ns4:solidFill><ns4:srgbClr val="1E293B"/></ns4:solidFill><ns4:latin typeface="Calibri"/><ns4:ea typeface="Calibri"/></ns4:defRPr></ns4:lvl8pPr><ns4:lvl9pPr algn="ctr"><ns4:buNone/><ns4:defRPr sz="1300" dirty="0"><ns4:solidFill><ns4:srgbClr val="1E293B"/></ns4:solidFill><ns4:latin typeface="Calibri"/><ns4:ea typeface="Calibri"/></ns4:defRPr></ns4:lvl9pPr></ns4:lstStyle/><ns5:p xmlns:ns5="http://schemas.openxmlformats.org/drawingml/2006/main"><ns5:pPr algn="ctr"><ns5:buNone/></ns5:pPr><ns5:r><ns5:rPr lang="ja-JP"/><ns5:t>STEP 2
タイトル
説明テキスト</ns5:t></ns5:r></ns5:p></ns0:txBody></ns0:sp><ns0:sp><ns0:nvSpPr><ns0:cNvPr id="22" name="Step3.CenterRight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6309360" y="3291840"/><ns2:ext cx="2560320" cy="27432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1300" dirty="0"><ns4:solidFill><ns4:srgbClr val="1E293B"/></ns4:solidFill><ns4:latin typeface="Calibri"/><ns4:ea typeface="Calibri"/></ns4:defRPr></ns4:defPPr><ns4:lvl1pPr algn="ctr"><ns4:buNone/><ns4:defRPr sz="1300" dirty="0"><ns4:solidFill><ns4:srgbClr val="1E293B"/></ns4:solidFill><ns4:latin typeface="Calibri"/><ns4:ea typeface="Calibri"/></ns4:defRPr></ns4:lvl1pPr><ns4:lvl2pPr algn="ctr"><ns4:buNone/><ns4:defRPr sz="1300" dirty="0"><ns4:solidFill><ns4:srgbClr val="1E293B"/></ns4:solidFill><ns4:latin typeface="Calibri"/><ns4:ea typeface="Calibri"/></ns4:defRPr></ns4:lvl2pPr><ns4:lvl3pPr algn="ctr"><ns4:buNone/><ns4:defRPr sz="1300" dirty="0"><ns4:solidFill><ns4:srgbClr val="1E293B"/></ns4:solidFill><ns4:latin typeface="Calibri"/><ns4:ea typeface="Calibri"/></ns4:defRPr></ns4:lvl3pPr><ns4:lvl4pPr algn="ctr"><ns4:buNone/><ns4:defRPr sz="1300" dirty="0"><ns4:solidFill><ns4:srgbClr val="1E293B"/></ns4:solidFill><ns4:latin typeface="Calibri"/><ns4:ea typeface="Calibri"/></ns4:defRPr></ns4:lvl4pPr><ns4:lvl5pPr algn="ctr"><ns4:buNone/><ns4:defRPr sz="1300" dirty="0"><ns4:solidFill><ns4:srgbClr val="1E293B"/></ns4:solidFill><ns4:latin typeface="Calibri"/><ns4:ea typeface="Calibri"/></ns4:defRPr></ns4:lvl5pPr><ns4:lvl6pPr algn="ctr"><ns4:buNone/><ns4:defRPr sz="1300" dirty="0"><ns4:solidFill><ns4:srgbClr val="1E293B"/></ns4:solidFill><ns4:latin typeface="Calibri"/><ns4:ea typeface="Calibri"/></ns4:defRPr></ns4:lvl6pPr><ns4:lvl7pPr algn="ctr"><ns4:buNone/><ns4:defRPr sz="1300" dirty="0"><ns4:solidFill><ns4:srgbClr val="1E293B"/></ns4:solidFill><ns4:latin typeface="Calibri"/><ns4:ea typeface="Calibri"/></ns4:defRPr></ns4:lvl7pPr><ns4:lvl8pPr algn="ctr"><ns4:buNone/><ns4:defRPr sz="1300" dirty="0"><ns4:solidFill><ns4:srgbClr val="1E293B"/></ns4:solidFill><ns4:latin typeface="Calibri"/><ns4:ea typeface="Calibri"/></ns4:defRPr></ns4:lvl8pPr><ns4:lvl9pPr algn="ctr"><ns4:buNone/><ns4:defRPr sz="1300" dirty="0"><ns4:solidFill><ns4:srgbClr val="1E293B"/></ns4:solidFill><ns4:latin typeface="Calibri"/><ns4:ea typeface="Calibri"/></ns4:defRPr></ns4:lvl9pPr></ns4:lstStyle/><ns5:p xmlns:ns5="http://schemas.openxmlformats.org/drawingml/2006/main"><ns5:pPr algn="ctr"><ns5:buNone/></ns5:pPr><ns5:r><ns5:rPr lang="ja-JP"/><ns5:t>STEP 4
タイトル
説明テキスト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6.xml><?xml version='1.0' encoding='UTF-8' standalone='yes'?>
<ns0:sldLayout xmlns:ns0="http://schemas.openxmlformats.org/presentationml/2006/main" type="blank" preserve="1"><ns0:cSld name="Process.3Step.Sequential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VLine"/><ns0:cNvSpPr><ns1:spLocks xmlns:ns1="http://schemas.openxmlformats.org/drawingml/2006/main" noGrp="1" noSelect="0" noRot="1" noMove="1"/></ns0:cNvSpPr><ns0:nvPr/></ns0:nvSpPr><ns0:spPr><ns2:xfrm xmlns:ns2="http://schemas.openxmlformats.org/drawingml/2006/main"><ns2:off x="1828800" y="1645920"/><ns2:ext cx="36576" cy="4389120"/></ns2:xfrm><ns3:prstGeom xmlns:ns3="http://schemas.openxmlformats.org/drawingml/2006/main" prst="rect"/><ns4:solidFill xmlns:ns4="http://schemas.openxmlformats.org/drawingml/2006/main"><ns4:srgbClr val="CADCFC"/></ns4:solidFill><ns5:ln xmlns:ns5="http://schemas.openxmlformats.org/drawingml/2006/main"><ns5:noFill/></ns5:ln></ns0:spPr></ns0:sp><ns0:sp><ns0:nvSpPr><ns0:cNvPr id="6" name="S1"/><ns0:cNvSpPr><ns1:spLocks xmlns:ns1="http://schemas.openxmlformats.org/drawingml/2006/main" noGrp="1"/></ns0:cNvSpPr><ns0:nvPr/></ns0:nvSpPr><ns0:spPr><ns2:xfrm xmlns:ns2="http://schemas.openxmlformats.org/drawingml/2006/main"><ns2:off x="1688977066032" y="1839479990832"/><ns2:ext cx="402336" cy="402336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7" name="S2"/><ns0:cNvSpPr><ns1:spLocks xmlns:ns1="http://schemas.openxmlformats.org/drawingml/2006/main" noGrp="1"/></ns0:cNvSpPr><ns0:nvPr/></ns0:nvSpPr><ns0:spPr><ns2:xfrm xmlns:ns2="http://schemas.openxmlformats.org/drawingml/2006/main"><ns2:off x="1688977066032" y="3177283766832"/><ns2:ext cx="402336" cy="402336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8" name="S3"/><ns0:cNvSpPr><ns1:spLocks xmlns:ns1="http://schemas.openxmlformats.org/drawingml/2006/main" noGrp="1"/></ns0:cNvSpPr><ns0:nvPr/></ns0:nvSpPr><ns0:spPr><ns2:xfrm xmlns:ns2="http://schemas.openxmlformats.org/drawingml/2006/main"><ns2:off x="1688977066032" y="4515087542832"/><ns2:ext cx="402336" cy="402336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20" name="Step1.Top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2560320" y="1554480"/><ns2:ext cx="8686800" cy="109728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ステップ 2：タイトル
説明テキスト</ns5:t></ns5:r></ns5:p></ns0:txBody></ns0:sp><ns0:sp><ns0:nvSpPr><ns0:cNvPr id="22" name="Step3.Bottom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2560320" y="4480560"/><ns2:ext cx="8686800" cy="109728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7.xml><?xml version='1.0' encoding='UTF-8' standalone='yes'?>
<ns0:sldLayout xmlns:ns0="http://schemas.openxmlformats.org/presentationml/2006/main" type="blank" preserve="1"><ns0:cSld name="Summary.1Agenda.Single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BG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6858000"/></ns2:xfrm><ns3:prstGeom xmlns:ns3="http://schemas.openxmlformats.org/drawingml/2006/main" prst="rect"/><ns4:solidFill xmlns:ns4="http://schemas.openxmlformats.org/drawingml/2006/main"><ns4:srgbClr val="FFFFFF"/></ns4:solidFill><ns5:ln xmlns:ns5="http://schemas.openxmlformats.org/drawingml/2006/main"><ns5:noFill/></ns5:ln></ns0:spPr></ns0:sp><ns0:sp><ns0:nvSpPr><ns0:cNvPr id="3" name="LeftPanel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4114800" cy="685800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4" name="Accent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64592" cy="6858000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10" name="Title.Left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548640" y="914400"/><ns2:ext cx="3200400" cy="13716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3600" dirty="0" b="1"><ns4:solidFill><ns4:srgbClr val="FFFFFF"/></ns4:solidFill><ns4:latin typeface="Georgia"/><ns4:ea typeface="Georgia"/></ns4:defRPr></ns4:defPPr><ns4:lvl1pPr algn="l"><ns4:buNone/><ns4:defRPr sz="3600" dirty="0" b="1"><ns4:solidFill><ns4:srgbClr val="FFFFFF"/></ns4:solidFill><ns4:latin typeface="Georgia"/><ns4:ea typeface="Georgia"/></ns4:defRPr></ns4:lvl1pPr><ns4:lvl2pPr algn="l"><ns4:buNone/><ns4:defRPr sz="3600" dirty="0" b="1"><ns4:solidFill><ns4:srgbClr val="FFFFFF"/></ns4:solidFill><ns4:latin typeface="Georgia"/><ns4:ea typeface="Georgia"/></ns4:defRPr></ns4:lvl2pPr><ns4:lvl3pPr algn="l"><ns4:buNone/><ns4:defRPr sz="3600" dirty="0" b="1"><ns4:solidFill><ns4:srgbClr val="FFFFFF"/></ns4:solidFill><ns4:latin typeface="Georgia"/><ns4:ea typeface="Georgia"/></ns4:defRPr></ns4:lvl3pPr><ns4:lvl4pPr algn="l"><ns4:buNone/><ns4:defRPr sz="3600" dirty="0" b="1"><ns4:solidFill><ns4:srgbClr val="FFFFFF"/></ns4:solidFill><ns4:latin typeface="Georgia"/><ns4:ea typeface="Georgia"/></ns4:defRPr></ns4:lvl4pPr><ns4:lvl5pPr algn="l"><ns4:buNone/><ns4:defRPr sz="3600" dirty="0" b="1"><ns4:solidFill><ns4:srgbClr val="FFFFFF"/></ns4:solidFill><ns4:latin typeface="Georgia"/><ns4:ea typeface="Georgia"/></ns4:defRPr></ns4:lvl5pPr><ns4:lvl6pPr algn="l"><ns4:buNone/><ns4:defRPr sz="3600" dirty="0" b="1"><ns4:solidFill><ns4:srgbClr val="FFFFFF"/></ns4:solidFill><ns4:latin typeface="Georgia"/><ns4:ea typeface="Georgia"/></ns4:defRPr></ns4:lvl6pPr><ns4:lvl7pPr algn="l"><ns4:buNone/><ns4:defRPr sz="3600" dirty="0" b="1"><ns4:solidFill><ns4:srgbClr val="FFFFFF"/></ns4:solidFill><ns4:latin typeface="Georgia"/><ns4:ea typeface="Georgia"/></ns4:defRPr></ns4:lvl7pPr><ns4:lvl8pPr algn="l"><ns4:buNone/><ns4:defRPr sz="3600" dirty="0" b="1"><ns4:solidFill><ns4:srgbClr val="FFFFFF"/></ns4:solidFill><ns4:latin typeface="Georgia"/><ns4:ea typeface="Georgia"/></ns4:defRPr></ns4:lvl8pPr><ns4:lvl9pPr algn="l"><ns4:buNone/><ns4:defRPr sz="36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日時：
場所：
所要時間：</ns5:t></ns5:r></ns5:p></ns0:txBody></ns0:sp><ns0:sp><ns0:nvSpPr><ns0:cNvPr id="20" name="AgendaItems.Righ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4572000" y="731520"/><ns2:ext cx="6858000" cy="54864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500" dirty="0"><ns4:solidFill><ns4:srgbClr val="1E293B"/></ns4:solidFill><ns4:latin typeface="Calibri"/><ns4:ea typeface="Calibri"/></ns4:defRPr></ns4:defPPr><ns4:lvl1pPr algn="l"><ns4:buNone/><ns4:defRPr sz="1500" dirty="0"><ns4:solidFill><ns4:srgbClr val="1E293B"/></ns4:solidFill><ns4:latin typeface="Calibri"/><ns4:ea typeface="Calibri"/></ns4:defRPr></ns4:lvl1pPr><ns4:lvl2pPr algn="l"><ns4:buNone/><ns4:defRPr sz="1500" dirty="0"><ns4:solidFill><ns4:srgbClr val="1E293B"/></ns4:solidFill><ns4:latin typeface="Calibri"/><ns4:ea typeface="Calibri"/></ns4:defRPr></ns4:lvl2pPr><ns4:lvl3pPr algn="l"><ns4:buNone/><ns4:defRPr sz="1500" dirty="0"><ns4:solidFill><ns4:srgbClr val="1E293B"/></ns4:solidFill><ns4:latin typeface="Calibri"/><ns4:ea typeface="Calibri"/></ns4:defRPr></ns4:lvl3pPr><ns4:lvl4pPr algn="l"><ns4:buNone/><ns4:defRPr sz="1500" dirty="0"><ns4:solidFill><ns4:srgbClr val="1E293B"/></ns4:solidFill><ns4:latin typeface="Calibri"/><ns4:ea typeface="Calibri"/></ns4:defRPr></ns4:lvl4pPr><ns4:lvl5pPr algn="l"><ns4:buNone/><ns4:defRPr sz="1500" dirty="0"><ns4:solidFill><ns4:srgbClr val="1E293B"/></ns4:solidFill><ns4:latin typeface="Calibri"/><ns4:ea typeface="Calibri"/></ns4:defRPr></ns4:lvl5pPr><ns4:lvl6pPr algn="l"><ns4:buNone/><ns4:defRPr sz="1500" dirty="0"><ns4:solidFill><ns4:srgbClr val="1E293B"/></ns4:solidFill><ns4:latin typeface="Calibri"/><ns4:ea typeface="Calibri"/></ns4:defRPr></ns4:lvl6pPr><ns4:lvl7pPr algn="l"><ns4:buNone/><ns4:defRPr sz="1500" dirty="0"><ns4:solidFill><ns4:srgbClr val="1E293B"/></ns4:solidFill><ns4:latin typeface="Calibri"/><ns4:ea typeface="Calibri"/></ns4:defRPr></ns4:lvl7pPr><ns4:lvl8pPr algn="l"><ns4:buNone/><ns4:defRPr sz="1500" dirty="0"><ns4:solidFill><ns4:srgbClr val="1E293B"/></ns4:solidFill><ns4:latin typeface="Calibri"/><ns4:ea typeface="Calibri"/></ns4:defRPr></ns4:lvl8pPr><ns4:lvl9pPr algn="l"><ns4:buNone/><ns4:defRPr sz="1500" dirty="0"><ns4:solidFill><ns4:srgbClr val="1E293B"/></ns4:solidFill><ns4:latin typeface="Calibri"/><ns4:ea typeface="Calibri"/></ns4:defRPr></ns4:lvl9pPr></ns4:lstStyle><ns5:p xmlns:ns5="http://schemas.openxmlformats.org/drawingml/2006/main"><ns5:pPr algn="l"><ns5:buNone/></ns5:pPr><ns5:r><ns5:rPr lang="ja-JP"/><ns5:t>01  議題タイトル

02  議題タイトル

03  議題タイトル

04  議題タイトル

05  議題タイトル</ns5:t></ns5:r></ns5:p></ns0:txBody></ns0:sp></ns0:spTree></ns0:cSld><ns0:clrMapOvr/></ns0:sldLayout>
</file>

<file path=ppt/slideLayouts/slideLayout28.xml><?xml version='1.0' encoding='UTF-8' standalone='yes'?>
<ns0:sldLayout xmlns:ns0="http://schemas.openxmlformats.org/presentationml/2006/main" type="blank" preserve="1"><ns0:cSld name="Summary.2Block.Equal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FindingsPanel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7132320" cy="502920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6" name="RecPanel"/><ns0:cNvSpPr><ns1:spLocks xmlns:ns1="http://schemas.openxmlformats.org/drawingml/2006/main" noGrp="1" noSelect="0" noRot="1" noMove="1"/></ns0:cNvSpPr><ns0:nvPr/></ns0:nvSpPr><ns0:spPr><ns2:xfrm xmlns:ns2="http://schemas.openxmlformats.org/drawingml/2006/main"><ns2:off x="7863840" y="1280160"/><ns2:ext cx="3749039" cy="502920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F0F4FF"/></ns4:solidFill><ns5:ln xmlns:ns5="http://schemas.openxmlformats.org/drawingml/2006/main"><ns5:noFill/></ns5:ln></ns0:spPr></ns0:sp><ns0:sp><ns0:nvSpPr><ns0:cNvPr id="7" name="RecAccent"/><ns0:cNvSpPr><ns1:spLocks xmlns:ns1="http://schemas.openxmlformats.org/drawingml/2006/main" noGrp="1" noSelect="0" noRot="1" noMove="1"/></ns0:cNvSpPr><ns0:nvPr/></ns0:nvSpPr><ns0:spPr><ns2:xfrm xmlns:ns2="http://schemas.openxmlformats.org/drawingml/2006/main"><ns2:off x="7863840" y="1280160"/><ns2:ext cx="54864" cy="5029200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20" name="Body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822960" y="1554480"/><ns2:ext cx="6400800" cy="45720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推奨アクション

優先度：高

対応策を記入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9.xml><?xml version='1.0' encoding='UTF-8' standalone='yes'?>
<ns0:sldLayout xmlns:ns0="http://schemas.openxmlformats.org/presentationml/2006/main" type="blank" preserve="1"><ns0:cSld name="Closing.1Message.Single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BG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685800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3" name="Accent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64592" cy="6858000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4" name="BottomPanel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4389120"/><ns2:ext cx="12192000" cy="2468880"/></ns2:xfrm><ns3:prstGeom xmlns:ns3="http://schemas.openxmlformats.org/drawingml/2006/main" prst="rect"/><ns4:solidFill xmlns:ns4="http://schemas.openxmlformats.org/drawingml/2006/main"><ns4:srgbClr val="141B41"/></ns4:solidFill><ns5:ln xmlns:ns5="http://schemas.openxmlformats.org/drawingml/2006/main"><ns5:noFill/></ns5:ln></ns0:spPr></ns0:sp><ns0:sp><ns0:nvSpPr><ns0:cNvPr id="10" name="CategoryLabel.Top"/><ns0:cNvSpPr><ns1:spLocks xmlns:ns1="http://schemas.openxmlformats.org/drawingml/2006/main" noGrp="1"/></ns0:cNvSpPr><ns0:nvPr><ns0:ph idx="10" type="body"/></ns0:nvPr></ns0:nvSpPr><ns0:spPr><ns2:xfrm xmlns:ns2="http://schemas.openxmlformats.org/drawingml/2006/main"><ns2:off x="1097280" y="1371600"/><ns2:ext cx="9144000" cy="4572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800" dirty="0" b="1"><ns4:solidFill><ns4:srgbClr val="3B82F6"/></ns4:solidFill><ns4:latin typeface="Calibri"/><ns4:ea typeface="Calibri"/></ns4:defRPr></ns4:defPPr><ns4:lvl1pPr algn="l"><ns4:buNone/><ns4:defRPr sz="1800" dirty="0" b="1"><ns4:solidFill><ns4:srgbClr val="3B82F6"/></ns4:solidFill><ns4:latin typeface="Calibri"/><ns4:ea typeface="Calibri"/></ns4:defRPr></ns4:lvl1pPr><ns4:lvl2pPr algn="l"><ns4:buNone/><ns4:defRPr sz="1800" dirty="0" b="1"><ns4:solidFill><ns4:srgbClr val="3B82F6"/></ns4:solidFill><ns4:latin typeface="Calibri"/><ns4:ea typeface="Calibri"/></ns4:defRPr></ns4:lvl2pPr><ns4:lvl3pPr algn="l"><ns4:buNone/><ns4:defRPr sz="1800" dirty="0" b="1"><ns4:solidFill><ns4:srgbClr val="3B82F6"/></ns4:solidFill><ns4:latin typeface="Calibri"/><ns4:ea typeface="Calibri"/></ns4:defRPr></ns4:lvl3pPr><ns4:lvl4pPr algn="l"><ns4:buNone/><ns4:defRPr sz="1800" dirty="0" b="1"><ns4:solidFill><ns4:srgbClr val="3B82F6"/></ns4:solidFill><ns4:latin typeface="Calibri"/><ns4:ea typeface="Calibri"/></ns4:defRPr></ns4:lvl4pPr><ns4:lvl5pPr algn="l"><ns4:buNone/><ns4:defRPr sz="1800" dirty="0" b="1"><ns4:solidFill><ns4:srgbClr val="3B82F6"/></ns4:solidFill><ns4:latin typeface="Calibri"/><ns4:ea typeface="Calibri"/></ns4:defRPr></ns4:lvl5pPr><ns4:lvl6pPr algn="l"><ns4:buNone/><ns4:defRPr sz="1800" dirty="0" b="1"><ns4:solidFill><ns4:srgbClr val="3B82F6"/></ns4:solidFill><ns4:latin typeface="Calibri"/><ns4:ea typeface="Calibri"/></ns4:defRPr></ns4:lvl6pPr><ns4:lvl7pPr algn="l"><ns4:buNone/><ns4:defRPr sz="1800" dirty="0" b="1"><ns4:solidFill><ns4:srgbClr val="3B82F6"/></ns4:solidFill><ns4:latin typeface="Calibri"/><ns4:ea typeface="Calibri"/></ns4:defRPr></ns4:lvl7pPr><ns4:lvl8pPr algn="l"><ns4:buNone/><ns4:defRPr sz="1800" dirty="0" b="1"><ns4:solidFill><ns4:srgbClr val="3B82F6"/></ns4:solidFill><ns4:latin typeface="Calibri"/><ns4:ea typeface="Calibri"/></ns4:defRPr></ns4:lvl8pPr><ns4:lvl9pPr algn="l"><ns4:buNone/><ns4:defRPr sz="1800" dirty="0" b="1"><ns4:solidFill><ns4:srgbClr val="3B82F6"/></ns4:solidFill><ns4:latin typeface="Calibri"/><ns4:ea typeface="Calibri"/></ns4:defRPr></ns4:lvl9pPr></ns4:lstStyle/><ns5:p xmlns:ns5="http://schemas.openxmlformats.org/drawingml/2006/main"><ns5:pPr algn="l"><ns5:buNone/></ns5:pPr><ns5:r><ns5:rPr lang="ja-JP"/><ns5:t>ご質問をお待ちしています</ns5:t></ns5:r></ns5:p></ns0:txBody></ns0:sp><ns0:sp><ns0:nvSpPr><ns0:cNvPr id="12" name="PresenterName.Bottom"/><ns0:cNvSpPr><ns1:spLocks xmlns:ns1="http://schemas.openxmlformats.org/drawingml/2006/main" noGrp="1"/></ns0:cNvSpPr><ns0:nvPr><ns0:ph idx="11" type="body"/></ns0:nvPr></ns0:nvSpPr><ns0:spPr><ns2:xfrm xmlns:ns2="http://schemas.openxmlformats.org/drawingml/2006/main"><ns2:off x="1097280" y="4754880"/><ns2:ext cx="7315200" cy="4572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600" dirty="0"><ns4:solidFill><ns4:srgbClr val="CADCFC"/></ns4:solidFill><ns4:latin typeface="Calibri"/><ns4:ea typeface="Calibri"/></ns4:defRPr></ns4:defPPr><ns4:lvl1pPr algn="l"><ns4:buNone/><ns4:defRPr sz="1600" dirty="0"><ns4:solidFill><ns4:srgbClr val="CADCFC"/></ns4:solidFill><ns4:latin typeface="Calibri"/><ns4:ea typeface="Calibri"/></ns4:defRPr></ns4:lvl1pPr><ns4:lvl2pPr algn="l"><ns4:buNone/><ns4:defRPr sz="1600" dirty="0"><ns4:solidFill><ns4:srgbClr val="CADCFC"/></ns4:solidFill><ns4:latin typeface="Calibri"/><ns4:ea typeface="Calibri"/></ns4:defRPr></ns4:lvl2pPr><ns4:lvl3pPr algn="l"><ns4:buNone/><ns4:defRPr sz="1600" dirty="0"><ns4:solidFill><ns4:srgbClr val="CADCFC"/></ns4:solidFill><ns4:latin typeface="Calibri"/><ns4:ea typeface="Calibri"/></ns4:defRPr></ns4:lvl3pPr><ns4:lvl4pPr algn="l"><ns4:buNone/><ns4:defRPr sz="1600" dirty="0"><ns4:solidFill><ns4:srgbClr val="CADCFC"/></ns4:solidFill><ns4:latin typeface="Calibri"/><ns4:ea typeface="Calibri"/></ns4:defRPr></ns4:lvl4pPr><ns4:lvl5pPr algn="l"><ns4:buNone/><ns4:defRPr sz="1600" dirty="0"><ns4:solidFill><ns4:srgbClr val="CADCFC"/></ns4:solidFill><ns4:latin typeface="Calibri"/><ns4:ea typeface="Calibri"/></ns4:defRPr></ns4:lvl5pPr><ns4:lvl6pPr algn="l"><ns4:buNone/><ns4:defRPr sz="1600" dirty="0"><ns4:solidFill><ns4:srgbClr val="CADCFC"/></ns4:solidFill><ns4:latin typeface="Calibri"/><ns4:ea typeface="Calibri"/></ns4:defRPr></ns4:lvl6pPr><ns4:lvl7pPr algn="l"><ns4:buNone/><ns4:defRPr sz="1600" dirty="0"><ns4:solidFill><ns4:srgbClr val="CADCFC"/></ns4:solidFill><ns4:latin typeface="Calibri"/><ns4:ea typeface="Calibri"/></ns4:defRPr></ns4:lvl7pPr><ns4:lvl8pPr algn="l"><ns4:buNone/><ns4:defRPr sz="1600" dirty="0"><ns4:solidFill><ns4:srgbClr val="CADCFC"/></ns4:solidFill><ns4:latin typeface="Calibri"/><ns4:ea typeface="Calibri"/></ns4:defRPr></ns4:lvl8pPr><ns4:lvl9pPr algn="l"><ns4:buNone/><ns4:defRPr sz="1600" dirty="0"><ns4:solidFill><ns4:srgbClr val="CADCFC"/></ns4:solidFill><ns4:latin typeface="Calibri"/><ns4:ea typeface="Calibri"/></ns4:defRPr></ns4:lvl9pPr></ns4:lstStyle/><ns5:p xmlns:ns5="http://schemas.openxmlformats.org/drawingml/2006/main"><ns5:pPr algn="l"><ns5:buNone/></ns5:pPr><ns5:r><ns5:rPr lang="ja-JP"/><ns5:t>email@example.com  |  内線: 0000
Slack: #channel</ns5:t></ns5:r></ns5:p></ns0:txBody></ns0:sp></ns0:spTree></ns0:cSld><ns0:clrMapOvr/></ns0:sldLayout>
</file>

<file path=ppt/slideLayouts/slideLayout30.xml><?xml version='1.0' encoding='UTF-8' standalone='yes'?>
<ns0:sldLayout xmlns:ns0="http://schemas.openxmlformats.org/presentationml/2006/main" type="blank" preserve="1"><ns0:cSld name="Closing.1Steps.Single+1Notes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BG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685800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3" name="Accent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64592" cy="6858000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4" name="StepsPanel"/><ns0:cNvSpPr><ns1:spLocks xmlns:ns1="http://schemas.openxmlformats.org/drawingml/2006/main" noGrp="1" noSelect="0" noRot="1" noMove="1"/></ns0:cNvSpPr><ns0:nvPr/></ns0:nvSpPr><ns0:spPr><ns2:xfrm xmlns:ns2="http://schemas.openxmlformats.org/drawingml/2006/main"><ns2:off x="731520" y="914400"/><ns2:ext cx="6858000" cy="502920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141B41"/></ns4:solidFill><ns5:ln xmlns:ns5="http://schemas.openxmlformats.org/drawingml/2006/main"><ns5:noFill/></ns5:ln></ns0:spPr></ns0:sp><ns0:sp><ns0:nvSpPr><ns0:cNvPr id="5" name="CTAPanel"/><ns0:cNvSpPr><ns1:spLocks xmlns:ns1="http://schemas.openxmlformats.org/drawingml/2006/main" noGrp="1" noSelect="0" noRot="1" noMove="1"/></ns0:cNvSpPr><ns0:nvPr/></ns0:nvSpPr><ns0:spPr><ns2:xfrm xmlns:ns2="http://schemas.openxmlformats.org/drawingml/2006/main"><ns2:off x="8046720" y="914400"/><ns2:ext cx="3657600" cy="502920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2D3A6E"/></ns4:solidFill><ns5:ln xmlns:ns5="http://schemas.openxmlformats.org/drawingml/2006/main"><ns5:noFill/></ns5:ln></ns0:spPr></ns0:sp><ns0:sp><ns0:nvSpPr><ns0:cNvPr id="10" name="Title.Left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1097280" y="1188720"/><ns2:ext cx="6217920" cy="64008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1. アクション項目

2. アクション項目

3. アクション項目</ns5:t></ns5:r></ns5:p></ns0:txBody></ns0:sp><ns0:sp><ns0:nvSpPr><ns0:cNvPr id="21" name="Notes.Right"/><ns0:cNvSpPr><ns1:spLocks xmlns:ns1="http://schemas.openxmlformats.org/drawingml/2006/main" noGrp="1"/></ns0:cNvSpPr><ns0:nvPr><ns0:ph idx="2" type="body"/></ns0:nvPr></ns0:nvSpPr><ns0:spPr><ns2:xfrm xmlns:ns2="http://schemas.openxmlformats.org/drawingml/2006/main"><ns2:off x="8321040" y="1188720"/><ns2:ext cx="3108960" cy="45720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FFFFFF"/></ns4:solidFill><ns4:latin typeface="Calibri"/><ns4:ea typeface="Calibri"/></ns4:defRPr></ns4:defPPr><ns4:lvl1pPr algn="l"><ns4:buNone/><ns4:defRPr sz="1400" dirty="0"><ns4:solidFill><ns4:srgbClr val="FFFFFF"/></ns4:solidFill><ns4:latin typeface="Calibri"/><ns4:ea typeface="Calibri"/></ns4:defRPr></ns4:lvl1pPr><ns4:lvl2pPr algn="l"><ns4:buNone/><ns4:defRPr sz="1400" dirty="0"><ns4:solidFill><ns4:srgbClr val="FFFFFF"/></ns4:solidFill><ns4:latin typeface="Calibri"/><ns4:ea typeface="Calibri"/></ns4:defRPr></ns4:lvl2pPr><ns4:lvl3pPr algn="l"><ns4:buNone/><ns4:defRPr sz="1400" dirty="0"><ns4:solidFill><ns4:srgbClr val="FFFFFF"/></ns4:solidFill><ns4:latin typeface="Calibri"/><ns4:ea typeface="Calibri"/></ns4:defRPr></ns4:lvl3pPr><ns4:lvl4pPr algn="l"><ns4:buNone/><ns4:defRPr sz="1400" dirty="0"><ns4:solidFill><ns4:srgbClr val="FFFFFF"/></ns4:solidFill><ns4:latin typeface="Calibri"/><ns4:ea typeface="Calibri"/></ns4:defRPr></ns4:lvl4pPr><ns4:lvl5pPr algn="l"><ns4:buNone/><ns4:defRPr sz="1400" dirty="0"><ns4:solidFill><ns4:srgbClr val="FFFFFF"/></ns4:solidFill><ns4:latin typeface="Calibri"/><ns4:ea typeface="Calibri"/></ns4:defRPr></ns4:lvl5pPr><ns4:lvl6pPr algn="l"><ns4:buNone/><ns4:defRPr sz="1400" dirty="0"><ns4:solidFill><ns4:srgbClr val="FFFFFF"/></ns4:solidFill><ns4:latin typeface="Calibri"/><ns4:ea typeface="Calibri"/></ns4:defRPr></ns4:lvl6pPr><ns4:lvl7pPr algn="l"><ns4:buNone/><ns4:defRPr sz="1400" dirty="0"><ns4:solidFill><ns4:srgbClr val="FFFFFF"/></ns4:solidFill><ns4:latin typeface="Calibri"/><ns4:ea typeface="Calibri"/></ns4:defRPr></ns4:lvl7pPr><ns4:lvl8pPr algn="l"><ns4:buNone/><ns4:defRPr sz="1400" dirty="0"><ns4:solidFill><ns4:srgbClr val="FFFFFF"/></ns4:solidFill><ns4:latin typeface="Calibri"/><ns4:ea typeface="Calibri"/></ns4:defRPr></ns4:lvl8pPr><ns4:lvl9pPr algn="l"><ns4:buNone/><ns4:defRPr sz="1400" dirty="0"><ns4:solidFill><ns4:srgbClr val="FFFFFF"/></ns4:solidFill><ns4:latin typeface="Calibri"/><ns4:ea typeface="Calibri"/></ns4:defRPr></ns4:lvl9pPr></ns4:lstStyle><ns5:p xmlns:ns5="http://schemas.openxmlformats.org/drawingml/2006/main"><ns5:pPr algn="l"><ns5:buNone/></ns5:pPr><ns5:r><ns5:rPr lang="ja-JP"/><ns5:t>期限

担当者

連絡先

次回MTG日程</ns5:t></ns5:r></ns5:p></ns0:txBody></ns0:sp></ns0:spTree></ns0:cSld><ns0:clrMapOvr/></ns0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 b="1">
          <a:solidFill>
            <a:srgbClr val="FFFFFF"/>
          </a:solidFill>
          <a:latin typeface="Georgia"/>
          <a:ea typeface="Georgia"/>
          <a:cs typeface="Georgia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None/>
        <a:defRPr sz="1400" kern="1200">
          <a:solidFill>
            <a:srgbClr val="1E293B"/>
          </a:solidFill>
          <a:latin typeface="Calibri"/>
          <a:ea typeface="Calibri"/>
          <a:cs typeface="Calibri"/>
        </a:defRPr>
      </a:lvl1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