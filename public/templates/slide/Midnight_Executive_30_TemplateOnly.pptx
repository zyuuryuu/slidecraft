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Title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BottomPanel"/>
          <p:cNvSpPr>
            <a:spLocks noGrp="1" noSelect="0" noRot="1" noMove="1"/>
          </p:cNvSpPr>
          <p:nvPr/>
        </p:nvSpPr>
        <p:spPr>
          <a:xfrm>
            <a:off x="0" y="4754880"/>
            <a:ext cx="12192000" cy="210312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5" name="CategoryLabel.Top"/>
          <p:cNvSpPr>
            <a:spLocks noGrp="1"/>
          </p:cNvSpPr>
          <p:nvPr>
            <p:ph type="body" idx="10"/>
          </p:nvPr>
        </p:nvSpPr>
        <p:spPr>
          <a:xfrm>
            <a:off x="1097280" y="1371600"/>
            <a:ext cx="8229600" cy="411480"/>
          </a:xfrm>
        </p:spPr>
        <p:txBody>
          <a:bodyPr wrap="square" anchor="t" anchorCtr="0"/>
          <a:lstStyle>
            <a:defPPr>
              <a:defRPr sz="15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Center"/>
          <p:cNvSpPr>
            <a:spLocks noGrp="1"/>
          </p:cNvSpPr>
          <p:nvPr>
            <p:ph type="ctrTitle" idx="0"/>
          </p:nvPr>
        </p:nvSpPr>
        <p:spPr>
          <a:xfrm>
            <a:off x="1097280" y="1920240"/>
            <a:ext cx="9601200" cy="1371600"/>
          </a:xfrm>
        </p:spPr>
        <p:txBody>
          <a:bodyPr wrap="square" anchor="t" anchorCtr="0"/>
          <a:lstStyle>
            <a:defPPr>
              <a:defRPr sz="4800"/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ubtitle.Center"/>
          <p:cNvSpPr>
            <a:spLocks noGrp="1"/>
          </p:cNvSpPr>
          <p:nvPr>
            <p:ph type="subTitle" idx="1"/>
          </p:nvPr>
        </p:nvSpPr>
        <p:spPr>
          <a:xfrm>
            <a:off x="1097280" y="3383280"/>
            <a:ext cx="8229600" cy="640080"/>
          </a:xfrm>
        </p:spPr>
        <p:txBody>
          <a:bodyPr wrap="square" anchor="t" anchorCtr="0"/>
          <a:lstStyle>
            <a:defPPr>
              <a:defRPr sz="20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Date.Bottom"/>
          <p:cNvSpPr>
            <a:spLocks noGrp="1"/>
          </p:cNvSpPr>
          <p:nvPr>
            <p:ph type="body" idx="11"/>
          </p:nvPr>
        </p:nvSpPr>
        <p:spPr>
          <a:xfrm>
            <a:off x="1097280" y="5120640"/>
            <a:ext cx="7315200" cy="365760"/>
          </a:xfrm>
        </p:spPr>
        <p:txBody>
          <a:bodyPr wrap="square" anchor="t" anchorCtr="0"/>
          <a:lstStyle>
            <a:defPPr>
              <a:defRPr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Footer.Bottom"/>
          <p:cNvSpPr>
            <a:spLocks noGrp="1"/>
          </p:cNvSpPr>
          <p:nvPr>
            <p:ph type="body" idx="12"/>
          </p:nvPr>
        </p:nvSpPr>
        <p:spPr>
          <a:xfrm>
            <a:off x="1097280" y="5577840"/>
            <a:ext cx="36576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Title.1Title.Single+1Me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MetaPanel"/>
          <p:cNvSpPr>
            <a:spLocks noGrp="1" noSelect="0" noRot="1" noMove="1"/>
          </p:cNvSpPr>
          <p:nvPr/>
        </p:nvSpPr>
        <p:spPr>
          <a:xfrm>
            <a:off x="8046720" y="109728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141B41"/>
          </a:solidFill>
          <a:ln>
            <a:noFill/>
          </a:ln>
        </p:spPr>
      </p:sp>
      <p:sp>
        <p:nvSpPr>
          <p:cNvPr id="5" name="CategoryLabel.Top"/>
          <p:cNvSpPr>
            <a:spLocks noGrp="1"/>
          </p:cNvSpPr>
          <p:nvPr>
            <p:ph type="body" idx="10"/>
          </p:nvPr>
        </p:nvSpPr>
        <p:spPr>
          <a:xfrm>
            <a:off x="1097280" y="1097280"/>
            <a:ext cx="5943600" cy="365760"/>
          </a:xfrm>
        </p:spPr>
        <p:txBody>
          <a:bodyPr wrap="square" anchor="t" anchorCtr="0"/>
          <a:lstStyle>
            <a:defPPr>
              <a:defRPr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Left"/>
          <p:cNvSpPr>
            <a:spLocks noGrp="1"/>
          </p:cNvSpPr>
          <p:nvPr>
            <p:ph type="ctrTitle" idx="0"/>
          </p:nvPr>
        </p:nvSpPr>
        <p:spPr>
          <a:xfrm>
            <a:off x="1097280" y="1645920"/>
            <a:ext cx="6400800" cy="164592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ubtitle.Left"/>
          <p:cNvSpPr>
            <a:spLocks noGrp="1"/>
          </p:cNvSpPr>
          <p:nvPr>
            <p:ph type="subTitle" idx="1"/>
          </p:nvPr>
        </p:nvSpPr>
        <p:spPr>
          <a:xfrm>
            <a:off x="1097280" y="3474720"/>
            <a:ext cx="6400800" cy="548640"/>
          </a:xfrm>
        </p:spPr>
        <p:txBody>
          <a:bodyPr wrap="square" anchor="t" anchorCtr="0"/>
          <a:lstStyle>
            <a:defPPr>
              <a:defRPr sz="18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Meta.Right"/>
          <p:cNvSpPr>
            <a:spLocks noGrp="1"/>
          </p:cNvSpPr>
          <p:nvPr>
            <p:ph type="body" idx="11"/>
          </p:nvPr>
        </p:nvSpPr>
        <p:spPr>
          <a:xfrm>
            <a:off x="8321040" y="1463040"/>
            <a:ext cx="2926080" cy="3474720"/>
          </a:xfrm>
        </p:spPr>
        <p:txBody>
          <a:bodyPr wrap="square" anchor="t" anchorCtr="0"/>
          <a:lstStyle>
            <a:defPPr>
              <a:defRPr sz="13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Footer.Bottom"/>
          <p:cNvSpPr>
            <a:spLocks noGrp="1"/>
          </p:cNvSpPr>
          <p:nvPr>
            <p:ph type="body" idx="12"/>
          </p:nvPr>
        </p:nvSpPr>
        <p:spPr>
          <a:xfrm>
            <a:off x="1097280" y="5669280"/>
            <a:ext cx="54864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Title.1Title.Single+1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Panel"/>
          <p:cNvSpPr>
            <a:spLocks noGrp="1" noSelect="0" noRot="1" noMove="1"/>
          </p:cNvSpPr>
          <p:nvPr/>
        </p:nvSpPr>
        <p:spPr>
          <a:xfrm>
            <a:off x="0" y="0"/>
            <a:ext cx="6858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RightPanel"/>
          <p:cNvSpPr>
            <a:spLocks noGrp="1" noSelect="0" noRot="1" noMove="1"/>
          </p:cNvSpPr>
          <p:nvPr/>
        </p:nvSpPr>
        <p:spPr>
          <a:xfrm>
            <a:off x="6858000" y="0"/>
            <a:ext cx="5333695" cy="6858000"/>
          </a:xfrm>
          <a:prstGeom prst="rect"/>
          <a:solidFill>
            <a:srgbClr val="F5F7FA"/>
          </a:solidFill>
          <a:ln>
            <a:noFill/>
          </a:ln>
        </p:spPr>
      </p:sp>
      <p:sp>
        <p:nvSpPr>
          <p:cNvPr id="4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CornerBlock"/>
          <p:cNvSpPr>
            <a:spLocks noGrp="1" noSelect="0" noRot="1" noMove="1"/>
          </p:cNvSpPr>
          <p:nvPr/>
        </p:nvSpPr>
        <p:spPr>
          <a:xfrm>
            <a:off x="6858000" y="0"/>
            <a:ext cx="365760" cy="36576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6" name="CategoryLabel.Left"/>
          <p:cNvSpPr>
            <a:spLocks noGrp="1"/>
          </p:cNvSpPr>
          <p:nvPr>
            <p:ph type="body" idx="10"/>
          </p:nvPr>
        </p:nvSpPr>
        <p:spPr>
          <a:xfrm>
            <a:off x="1097280" y="1371600"/>
            <a:ext cx="5029200" cy="365760"/>
          </a:xfrm>
        </p:spPr>
        <p:txBody>
          <a:bodyPr wrap="square" anchor="t" anchorCtr="0"/>
          <a:lstStyle>
            <a:defPPr>
              <a:defRPr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Title.Left"/>
          <p:cNvSpPr>
            <a:spLocks noGrp="1"/>
          </p:cNvSpPr>
          <p:nvPr>
            <p:ph type="ctrTitle" idx="0"/>
          </p:nvPr>
        </p:nvSpPr>
        <p:spPr>
          <a:xfrm>
            <a:off x="1097280" y="1920240"/>
            <a:ext cx="5303520" cy="1828800"/>
          </a:xfrm>
        </p:spPr>
        <p:txBody>
          <a:bodyPr wrap="square" anchor="t" anchorCtr="0"/>
          <a:lstStyle>
            <a:defPPr>
              <a:defRPr sz="4200"/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ubtitle.Left"/>
          <p:cNvSpPr>
            <a:spLocks noGrp="1"/>
          </p:cNvSpPr>
          <p:nvPr>
            <p:ph type="subTitle" idx="1"/>
          </p:nvPr>
        </p:nvSpPr>
        <p:spPr>
          <a:xfrm>
            <a:off x="1097280" y="3931920"/>
            <a:ext cx="5029200" cy="54864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ummary.Right"/>
          <p:cNvSpPr>
            <a:spLocks noGrp="1"/>
          </p:cNvSpPr>
          <p:nvPr>
            <p:ph type="body" idx="11"/>
          </p:nvPr>
        </p:nvSpPr>
        <p:spPr>
          <a:xfrm>
            <a:off x="7315200" y="1097280"/>
            <a:ext cx="4389120" cy="50292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0" name="Date.Bottom"/>
          <p:cNvSpPr>
            <a:spLocks noGrp="1"/>
          </p:cNvSpPr>
          <p:nvPr>
            <p:ph type="body" idx="12"/>
          </p:nvPr>
        </p:nvSpPr>
        <p:spPr>
          <a:xfrm>
            <a:off x="1097280" y="5669280"/>
            <a:ext cx="45720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TopBlock"/>
          <p:cNvSpPr>
            <a:spLocks noGrp="1" noSelect="0" noRot="1" noMove="1"/>
          </p:cNvSpPr>
          <p:nvPr/>
        </p:nvSpPr>
        <p:spPr>
          <a:xfrm>
            <a:off x="1097280" y="731520"/>
            <a:ext cx="548640" cy="73152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SectionLabel.Top"/>
          <p:cNvSpPr>
            <a:spLocks noGrp="1"/>
          </p:cNvSpPr>
          <p:nvPr>
            <p:ph type="body" idx="10"/>
          </p:nvPr>
        </p:nvSpPr>
        <p:spPr>
          <a:xfrm>
            <a:off x="1097280" y="1005840"/>
            <a:ext cx="4572000" cy="365760"/>
          </a:xfrm>
        </p:spPr>
        <p:txBody>
          <a:bodyPr wrap="square" anchor="t" anchorCtr="0"/>
          <a:lstStyle>
            <a:defPPr>
              <a:defRPr sz="13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Center"/>
          <p:cNvSpPr>
            <a:spLocks noGrp="1"/>
          </p:cNvSpPr>
          <p:nvPr>
            <p:ph type="body" idx="15"/>
          </p:nvPr>
        </p:nvSpPr>
        <p:spPr>
          <a:xfrm>
            <a:off x="1097280" y="1645920"/>
            <a:ext cx="9601200" cy="2011680"/>
          </a:xfrm>
        </p:spPr>
        <p:txBody>
          <a:bodyPr wrap="square" anchor="t" anchorCtr="0"/>
          <a:lstStyle>
            <a:defPPr>
              <a:defRPr sz="40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Description.Bottom"/>
          <p:cNvSpPr>
            <a:spLocks noGrp="1"/>
          </p:cNvSpPr>
          <p:nvPr>
            <p:ph type="body" idx="11"/>
          </p:nvPr>
        </p:nvSpPr>
        <p:spPr>
          <a:xfrm>
            <a:off x="1097280" y="4114800"/>
            <a:ext cx="9144000" cy="13716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Nav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NumPanel"/>
          <p:cNvSpPr>
            <a:spLocks noGrp="1" noSelect="0" noRot="1" noMove="1"/>
          </p:cNvSpPr>
          <p:nvPr/>
        </p:nvSpPr>
        <p:spPr>
          <a:xfrm>
            <a:off x="731520" y="914400"/>
            <a:ext cx="2560320" cy="4572000"/>
          </a:xfrm>
          <a:prstGeom prst="roundRect">
            <a:avLst>
              <a:gd name="adj" fmla="val 10000"/>
            </a:avLst>
          </a:prstGeom>
          <a:solidFill>
            <a:srgbClr val="2D3A6E"/>
          </a:solidFill>
          <a:ln>
            <a:noFill/>
          </a:ln>
        </p:spPr>
      </p:sp>
      <p:sp>
        <p:nvSpPr>
          <p:cNvPr id="4" name="SectionNumber.Left"/>
          <p:cNvSpPr>
            <a:spLocks noGrp="1"/>
          </p:cNvSpPr>
          <p:nvPr>
            <p:ph type="body" idx="10"/>
          </p:nvPr>
        </p:nvSpPr>
        <p:spPr>
          <a:xfrm>
            <a:off x="914400" y="1371600"/>
            <a:ext cx="2194560" cy="2286000"/>
          </a:xfrm>
        </p:spPr>
        <p:txBody>
          <a:bodyPr wrap="square" anchor="t" anchorCtr="0"/>
          <a:lstStyle>
            <a:defPPr algn="ctr">
              <a:defRPr sz="80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ectionLabel.Left"/>
          <p:cNvSpPr>
            <a:spLocks noGrp="1"/>
          </p:cNvSpPr>
          <p:nvPr>
            <p:ph type="body" idx="11"/>
          </p:nvPr>
        </p:nvSpPr>
        <p:spPr>
          <a:xfrm>
            <a:off x="914400" y="3657600"/>
            <a:ext cx="2194560" cy="365760"/>
          </a:xfrm>
        </p:spPr>
        <p:txBody>
          <a:bodyPr wrap="square" anchor="t" anchorCtr="0"/>
          <a:lstStyle>
            <a:defPPr algn="ctr"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Right"/>
          <p:cNvSpPr>
            <a:spLocks noGrp="1"/>
          </p:cNvSpPr>
          <p:nvPr>
            <p:ph type="body" idx="15"/>
          </p:nvPr>
        </p:nvSpPr>
        <p:spPr>
          <a:xfrm>
            <a:off x="3840480" y="1371600"/>
            <a:ext cx="7772400" cy="1828800"/>
          </a:xfrm>
        </p:spPr>
        <p:txBody>
          <a:bodyPr wrap="square" anchor="t" anchorCtr="0"/>
          <a:lstStyle>
            <a:defPPr>
              <a:defRPr sz="3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Description.Right"/>
          <p:cNvSpPr>
            <a:spLocks noGrp="1"/>
          </p:cNvSpPr>
          <p:nvPr>
            <p:ph type="body" idx="12"/>
          </p:nvPr>
        </p:nvSpPr>
        <p:spPr>
          <a:xfrm>
            <a:off x="3840480" y="3657600"/>
            <a:ext cx="7772400" cy="18288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Break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G"/>
          <p:cNvSpPr>
            <a:spLocks noGrp="1" noSelect="0" noRot="1" noMove="1"/>
          </p:cNvSpPr>
          <p:nvPr/>
        </p:nvSpPr>
        <p:spPr>
          <a:xfrm>
            <a:off x="0" y="0"/>
            <a:ext cx="12192000" cy="256032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Banner"/>
          <p:cNvSpPr>
            <a:spLocks noGrp="1" noSelect="0" noRot="1" noMove="1"/>
          </p:cNvSpPr>
          <p:nvPr/>
        </p:nvSpPr>
        <p:spPr>
          <a:xfrm>
            <a:off x="0" y="2560320"/>
            <a:ext cx="12192000" cy="201168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4" name="BottomBG"/>
          <p:cNvSpPr>
            <a:spLocks noGrp="1" noSelect="0" noRot="1" noMove="1"/>
          </p:cNvSpPr>
          <p:nvPr/>
        </p:nvSpPr>
        <p:spPr>
          <a:xfrm>
            <a:off x="0" y="4572000"/>
            <a:ext cx="12192000" cy="2286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5" name="AccentTop"/>
          <p:cNvSpPr>
            <a:spLocks noGrp="1" noSelect="0" noRot="1" noMove="1"/>
          </p:cNvSpPr>
          <p:nvPr/>
        </p:nvSpPr>
        <p:spPr>
          <a:xfrm>
            <a:off x="0" y="2560320"/>
            <a:ext cx="12192000" cy="54864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6" name="AccentBottom"/>
          <p:cNvSpPr>
            <a:spLocks noGrp="1" noSelect="0" noRot="1" noMove="1"/>
          </p:cNvSpPr>
          <p:nvPr/>
        </p:nvSpPr>
        <p:spPr>
          <a:xfrm>
            <a:off x="0" y="4517136"/>
            <a:ext cx="12192000" cy="54864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7" name="SectionLabel.Top"/>
          <p:cNvSpPr>
            <a:spLocks noGrp="1"/>
          </p:cNvSpPr>
          <p:nvPr>
            <p:ph type="body" idx="10"/>
          </p:nvPr>
        </p:nvSpPr>
        <p:spPr>
          <a:xfrm>
            <a:off x="1097280" y="1097280"/>
            <a:ext cx="9144000" cy="365760"/>
          </a:xfrm>
        </p:spPr>
        <p:txBody>
          <a:bodyPr wrap="square" anchor="t" anchorCtr="0"/>
          <a:lstStyle>
            <a:defPPr>
              <a:defRPr sz="13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Title.Center"/>
          <p:cNvSpPr>
            <a:spLocks noGrp="1"/>
          </p:cNvSpPr>
          <p:nvPr>
            <p:ph type="body" idx="15"/>
          </p:nvPr>
        </p:nvSpPr>
        <p:spPr>
          <a:xfrm>
            <a:off x="1097280" y="2743200"/>
            <a:ext cx="9601200" cy="1371600"/>
          </a:xfrm>
        </p:spPr>
        <p:txBody>
          <a:bodyPr wrap="square" anchor="t" anchorCtr="0"/>
          <a:lstStyle>
            <a:defPPr>
              <a:defRPr sz="44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Description.Bottom"/>
          <p:cNvSpPr>
            <a:spLocks noGrp="1"/>
          </p:cNvSpPr>
          <p:nvPr>
            <p:ph type="body" idx="11"/>
          </p:nvPr>
        </p:nvSpPr>
        <p:spPr>
          <a:xfrm>
            <a:off x="1097280" y="4846320"/>
            <a:ext cx="9144000" cy="1097280"/>
          </a:xfrm>
        </p:spPr>
        <p:txBody>
          <a:bodyPr wrap="square" anchor="t" anchorCtr="0"/>
          <a:lstStyle>
            <a:defPPr>
              <a:defRPr sz="15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.Center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106984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SidePanel"/>
          <p:cNvSpPr>
            <a:spLocks noGrp="1" noSelect="0" noRot="1" noMove="1"/>
          </p:cNvSpPr>
          <p:nvPr/>
        </p:nvSpPr>
        <p:spPr>
          <a:xfrm>
            <a:off x="8595360" y="1234440"/>
            <a:ext cx="3200400" cy="5120640"/>
          </a:xfrm>
          <a:prstGeom prst="roundRect">
            <a:avLst>
              <a:gd name="adj" fmla="val 8000"/>
            </a:avLst>
          </a:prstGeom>
          <a:solidFill>
            <a:srgbClr val="EDF0F7"/>
          </a:solidFill>
          <a:ln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74980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Notes.Right"/>
          <p:cNvSpPr>
            <a:spLocks noGrp="1"/>
          </p:cNvSpPr>
          <p:nvPr>
            <p:ph type="body" idx="2"/>
          </p:nvPr>
        </p:nvSpPr>
        <p:spPr>
          <a:xfrm>
            <a:off x="8869680" y="1508760"/>
            <a:ext cx="2743200" cy="4663440"/>
          </a:xfrm>
        </p:spPr>
        <p:txBody>
          <a:bodyPr wrap="square" anchor="t" anchorCtr="0"/>
          <a:lstStyle>
            <a:defPPr>
              <a:defRPr sz="1200"/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FooterBar"/>
          <p:cNvSpPr>
            <a:spLocks noGrp="1" noSelect="0" noRot="1" noMove="1"/>
          </p:cNvSpPr>
          <p:nvPr/>
        </p:nvSpPr>
        <p:spPr>
          <a:xfrm>
            <a:off x="0" y="5943600"/>
            <a:ext cx="12192000" cy="914400"/>
          </a:xfrm>
          <a:prstGeom prst="rect"/>
          <a:solidFill>
            <a:srgbClr val="EDF0F7"/>
          </a:solidFill>
          <a:ln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Center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10698480" cy="438912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ource.Bottom"/>
          <p:cNvSpPr>
            <a:spLocks noGrp="1"/>
          </p:cNvSpPr>
          <p:nvPr>
            <p:ph type="body" idx="2"/>
          </p:nvPr>
        </p:nvSpPr>
        <p:spPr>
          <a:xfrm>
            <a:off x="731520" y="6080760"/>
            <a:ext cx="10058400" cy="548640"/>
          </a:xfrm>
        </p:spPr>
        <p:txBody>
          <a:bodyPr wrap="square" anchor="t" anchorCtr="0"/>
          <a:lstStyle>
            <a:defPPr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Callout"/>
          <p:cNvSpPr>
            <a:spLocks noGrp="1" noSelect="0" noRot="1" noMove="1"/>
          </p:cNvSpPr>
          <p:nvPr/>
        </p:nvSpPr>
        <p:spPr>
          <a:xfrm>
            <a:off x="640080" y="123444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4" name="CalloutAccent"/>
          <p:cNvSpPr>
            <a:spLocks noGrp="1" noSelect="0" noRot="1" noMove="1"/>
          </p:cNvSpPr>
          <p:nvPr/>
        </p:nvSpPr>
        <p:spPr>
          <a:xfrm>
            <a:off x="640080" y="1234440"/>
            <a:ext cx="73152" cy="109728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Callout.Top"/>
          <p:cNvSpPr>
            <a:spLocks noGrp="1"/>
          </p:cNvSpPr>
          <p:nvPr>
            <p:ph type="body" idx="2"/>
          </p:nvPr>
        </p:nvSpPr>
        <p:spPr>
          <a:xfrm>
            <a:off x="1005840" y="1371600"/>
            <a:ext cx="10241280" cy="777240"/>
          </a:xfrm>
        </p:spPr>
        <p:txBody>
          <a:bodyPr wrap="square" anchor="t" anchorCtr="0"/>
          <a:lstStyle>
            <a:defPPr>
              <a:defRPr sz="1300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Body.Center"/>
          <p:cNvSpPr>
            <a:spLocks noGrp="1"/>
          </p:cNvSpPr>
          <p:nvPr>
            <p:ph type="body" idx="1"/>
          </p:nvPr>
        </p:nvSpPr>
        <p:spPr>
          <a:xfrm>
            <a:off x="731520" y="2560320"/>
            <a:ext cx="10698480" cy="374904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9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Column.2Body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1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50292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Body2.Right"/>
          <p:cNvSpPr>
            <a:spLocks noGrp="1"/>
          </p:cNvSpPr>
          <p:nvPr>
            <p:ph type="body" idx="2"/>
          </p:nvPr>
        </p:nvSpPr>
        <p:spPr>
          <a:xfrm>
            <a:off x="6217920" y="1325880"/>
            <a:ext cx="52120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Column.2Body.Main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1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676656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Body2.Right"/>
          <p:cNvSpPr>
            <a:spLocks noGrp="1"/>
          </p:cNvSpPr>
          <p:nvPr>
            <p:ph type="body" idx="2"/>
          </p:nvPr>
        </p:nvSpPr>
        <p:spPr>
          <a:xfrm>
            <a:off x="8046720" y="1417320"/>
            <a:ext cx="3474720" cy="466344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threeObj" preserve="1">
  <p:cSld name="Column.3Body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1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32004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Body2.Center"/>
          <p:cNvSpPr>
            <a:spLocks noGrp="1"/>
          </p:cNvSpPr>
          <p:nvPr>
            <p:ph type="body" idx="2"/>
          </p:nvPr>
        </p:nvSpPr>
        <p:spPr>
          <a:xfrm>
            <a:off x="4297680" y="1325880"/>
            <a:ext cx="32004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Body3.Right"/>
          <p:cNvSpPr>
            <a:spLocks noGrp="1"/>
          </p:cNvSpPr>
          <p:nvPr>
            <p:ph type="body" idx="3"/>
          </p:nvPr>
        </p:nvSpPr>
        <p:spPr>
          <a:xfrm>
            <a:off x="7863840" y="1325880"/>
            <a:ext cx="356616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KPI.1Valu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tat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2743200" y="1645920"/>
            <a:ext cx="6675120" cy="411480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AccentDot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3154680" y="2057400"/>
            <a:ext cx="274320" cy="274320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Value.Center"/>
          <p:cNvSpPr>
            <a:spLocks noGrp="1"/>
          </p:cNvSpPr>
          <p:nvPr>
            <p:ph type="body" idx="1"/>
          </p:nvPr>
        </p:nvSpPr>
        <p:spPr>
          <a:xfrm>
            <a:off x="3200400" y="2011680"/>
            <a:ext cx="5943600" cy="1828800"/>
          </a:xfrm>
        </p:spPr>
        <p:txBody>
          <a:bodyPr wrap="square" anchor="t" anchorCtr="0"/>
          <a:lstStyle>
            <a:defPPr algn="ctr">
              <a:defRPr sz="72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ValueLabel.Center"/>
          <p:cNvSpPr>
            <a:spLocks noGrp="1"/>
          </p:cNvSpPr>
          <p:nvPr>
            <p:ph type="body" idx="2"/>
          </p:nvPr>
        </p:nvSpPr>
        <p:spPr>
          <a:xfrm>
            <a:off x="3200400" y="3840480"/>
            <a:ext cx="5943600" cy="457200"/>
          </a:xfrm>
        </p:spPr>
        <p:txBody>
          <a:bodyPr wrap="square" anchor="t" anchorCtr="0"/>
          <a:lstStyle>
            <a:defPPr algn="ctr">
              <a:defRPr sz="1800" b="1"/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ValueDesc.Center"/>
          <p:cNvSpPr>
            <a:spLocks noGrp="1"/>
          </p:cNvSpPr>
          <p:nvPr>
            <p:ph type="body" idx="3"/>
          </p:nvPr>
        </p:nvSpPr>
        <p:spPr>
          <a:xfrm>
            <a:off x="3200400" y="4389120"/>
            <a:ext cx="5943600" cy="914400"/>
          </a:xfrm>
        </p:spPr>
        <p:txBody>
          <a:bodyPr wrap="square" anchor="t" anchorCtr="0"/>
          <a:lstStyle>
            <a:defPPr algn="ctr">
              <a:defRPr sz="13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KPI.2Value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ard1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40080" y="1371600"/>
            <a:ext cx="5120640" cy="475488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Card2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371600"/>
            <a:ext cx="5303520" cy="475488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5" name="Accent1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40080" y="1371600"/>
            <a:ext cx="5120640" cy="73152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Accent2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371600"/>
            <a:ext cx="5303520" cy="73152"/>
          </a:xfrm>
          <a:prstGeom xmlns:ns3="http://schemas.openxmlformats.org/drawingml/2006/main" prst="rect"/>
          <a:solidFill xmlns:ns4="http://schemas.openxmlformats.org/drawingml/2006/main">
            <a:srgbClr val="06B6D4"/>
          </a:solidFill>
          <a:ln xmlns:ns5="http://schemas.openxmlformats.org/drawingml/2006/main">
            <a:noFill/>
          </a:ln>
        </p:spPr>
      </p:sp>
      <p:sp>
        <p:nvSpPr>
          <p:cNvPr id="7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Value1.Left"/>
          <p:cNvSpPr>
            <a:spLocks noGrp="1"/>
          </p:cNvSpPr>
          <p:nvPr>
            <p:ph type="body" idx="1"/>
          </p:nvPr>
        </p:nvSpPr>
        <p:spPr>
          <a:xfrm>
            <a:off x="1097280" y="1828800"/>
            <a:ext cx="4206240" cy="1645920"/>
          </a:xfrm>
        </p:spPr>
        <p:txBody>
          <a:bodyPr wrap="square" anchor="t" anchorCtr="0"/>
          <a:lstStyle>
            <a:defPPr algn="ctr">
              <a:defRPr sz="60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ValueLabel1.Left"/>
          <p:cNvSpPr>
            <a:spLocks noGrp="1"/>
          </p:cNvSpPr>
          <p:nvPr>
            <p:ph type="body" idx="2"/>
          </p:nvPr>
        </p:nvSpPr>
        <p:spPr>
          <a:xfrm>
            <a:off x="1097280" y="3566160"/>
            <a:ext cx="4206240" cy="2286000"/>
          </a:xfrm>
        </p:spPr>
        <p:txBody>
          <a:bodyPr wrap="square" anchor="t" anchorCtr="0"/>
          <a:lstStyle>
            <a:defPPr algn="ctr">
              <a:defRPr/>
            </a:defPPr>
          </a:lstStyle>
          <a:p>
            <a:r>
              <a:rPr lang="ja-JP"/>
              <a:t> </a:t>
            </a:r>
          </a:p>
        </p:txBody>
      </p:sp>
      <p:sp>
        <p:nvSpPr>
          <p:cNvPr id="11" name="Value2.Right"/>
          <p:cNvSpPr>
            <a:spLocks noGrp="1"/>
          </p:cNvSpPr>
          <p:nvPr>
            <p:ph type="body" idx="3"/>
          </p:nvPr>
        </p:nvSpPr>
        <p:spPr>
          <a:xfrm>
            <a:off x="6583680" y="1828800"/>
            <a:ext cx="4389120" cy="1645920"/>
          </a:xfrm>
        </p:spPr>
        <p:txBody>
          <a:bodyPr wrap="square" anchor="t" anchorCtr="0"/>
          <a:lstStyle>
            <a:defPPr algn="ctr">
              <a:defRPr sz="60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2" name="ValueLabel2.Right"/>
          <p:cNvSpPr>
            <a:spLocks noGrp="1"/>
          </p:cNvSpPr>
          <p:nvPr>
            <p:ph type="body" idx="4"/>
          </p:nvPr>
        </p:nvSpPr>
        <p:spPr>
          <a:xfrm>
            <a:off x="6583680" y="3566160"/>
            <a:ext cx="4389120" cy="2286000"/>
          </a:xfrm>
        </p:spPr>
        <p:txBody>
          <a:bodyPr wrap="square" anchor="t" anchorCtr="0"/>
          <a:lstStyle>
            <a:defPPr algn="ctr">
              <a:defRPr/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KPI.3Value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ard1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371600"/>
            <a:ext cx="3474720" cy="475488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Card2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206240" y="1371600"/>
            <a:ext cx="3657600" cy="475488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5" name="Card3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8138160" y="1371600"/>
            <a:ext cx="3566160" cy="475488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6" name="A1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371600"/>
            <a:ext cx="3474720" cy="54864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7" name="A2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206240" y="1371600"/>
            <a:ext cx="3657600" cy="54864"/>
          </a:xfrm>
          <a:prstGeom xmlns:ns3="http://schemas.openxmlformats.org/drawingml/2006/main" prst="rect"/>
          <a:solidFill xmlns:ns4="http://schemas.openxmlformats.org/drawingml/2006/main">
            <a:srgbClr val="06B6D4"/>
          </a:solidFill>
          <a:ln xmlns:ns5="http://schemas.openxmlformats.org/drawingml/2006/main">
            <a:noFill/>
          </a:ln>
        </p:spPr>
      </p:sp>
      <p:sp>
        <p:nvSpPr>
          <p:cNvPr id="8" name="A3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8138160" y="1371600"/>
            <a:ext cx="3566160" cy="54864"/>
          </a:xfrm>
          <a:prstGeom xmlns:ns3="http://schemas.openxmlformats.org/drawingml/2006/main" prst="rect"/>
          <a:solidFill xmlns:ns4="http://schemas.openxmlformats.org/drawingml/2006/main">
            <a:srgbClr val="F59E0B"/>
          </a:solidFill>
          <a:ln xmlns:ns5="http://schemas.openxmlformats.org/drawingml/2006/main">
            <a:noFill/>
          </a:ln>
        </p:spPr>
      </p:sp>
      <p:sp>
        <p:nvSpPr>
          <p:cNvPr id="9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1" name="Value1"/>
          <p:cNvSpPr>
            <a:spLocks noGrp="1"/>
          </p:cNvSpPr>
          <p:nvPr>
            <p:ph type="body" idx="1"/>
          </p:nvPr>
        </p:nvSpPr>
        <p:spPr>
          <a:xfrm>
            <a:off x="731520" y="1828800"/>
            <a:ext cx="2926080" cy="1371600"/>
          </a:xfrm>
        </p:spPr>
        <p:txBody>
          <a:bodyPr wrap="square" anchor="t" anchorCtr="0"/>
          <a:lstStyle>
            <a:defPPr algn="ctr">
              <a:defRPr sz="52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2" name="Label1"/>
          <p:cNvSpPr>
            <a:spLocks noGrp="1"/>
          </p:cNvSpPr>
          <p:nvPr>
            <p:ph type="body" idx="2"/>
          </p:nvPr>
        </p:nvSpPr>
        <p:spPr>
          <a:xfrm>
            <a:off x="731520" y="3291840"/>
            <a:ext cx="2926080" cy="256032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Value2"/>
          <p:cNvSpPr>
            <a:spLocks noGrp="1"/>
          </p:cNvSpPr>
          <p:nvPr>
            <p:ph type="body" idx="3"/>
          </p:nvPr>
        </p:nvSpPr>
        <p:spPr>
          <a:xfrm>
            <a:off x="4480560" y="1828800"/>
            <a:ext cx="3108960" cy="1371600"/>
          </a:xfrm>
        </p:spPr>
        <p:txBody>
          <a:bodyPr wrap="square" anchor="t" anchorCtr="0"/>
          <a:lstStyle>
            <a:defPPr algn="ctr">
              <a:defRPr sz="52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4" name="Label2"/>
          <p:cNvSpPr>
            <a:spLocks noGrp="1"/>
          </p:cNvSpPr>
          <p:nvPr>
            <p:ph type="body" idx="4"/>
          </p:nvPr>
        </p:nvSpPr>
        <p:spPr>
          <a:xfrm>
            <a:off x="4480560" y="3291840"/>
            <a:ext cx="3108960" cy="256032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5" name="Value3"/>
          <p:cNvSpPr>
            <a:spLocks noGrp="1"/>
          </p:cNvSpPr>
          <p:nvPr>
            <p:ph type="body" idx="5"/>
          </p:nvPr>
        </p:nvSpPr>
        <p:spPr>
          <a:xfrm>
            <a:off x="8412480" y="1828800"/>
            <a:ext cx="3017520" cy="1371600"/>
          </a:xfrm>
        </p:spPr>
        <p:txBody>
          <a:bodyPr wrap="square" anchor="t" anchorCtr="0"/>
          <a:lstStyle>
            <a:defPPr algn="ctr">
              <a:defRPr sz="52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6" name="Label3"/>
          <p:cNvSpPr>
            <a:spLocks noGrp="1"/>
          </p:cNvSpPr>
          <p:nvPr>
            <p:ph type="body" idx="6"/>
          </p:nvPr>
        </p:nvSpPr>
        <p:spPr>
          <a:xfrm>
            <a:off x="8412480" y="3291840"/>
            <a:ext cx="3017520" cy="256032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KPI.4Value.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T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5303520" cy="22860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T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280160"/>
            <a:ext cx="5394960" cy="22860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5" name="B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3840480"/>
            <a:ext cx="5303520" cy="22860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6" name="B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3840480"/>
            <a:ext cx="5394960" cy="22860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7" name="A1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54864" cy="22860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8" name="A2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280160"/>
            <a:ext cx="54864" cy="2286000"/>
          </a:xfrm>
          <a:prstGeom xmlns:ns3="http://schemas.openxmlformats.org/drawingml/2006/main" prst="rect"/>
          <a:solidFill xmlns:ns4="http://schemas.openxmlformats.org/drawingml/2006/main">
            <a:srgbClr val="06B6D4"/>
          </a:solidFill>
          <a:ln xmlns:ns5="http://schemas.openxmlformats.org/drawingml/2006/main">
            <a:noFill/>
          </a:ln>
        </p:spPr>
      </p:sp>
      <p:sp>
        <p:nvSpPr>
          <p:cNvPr id="9" name="A3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3840480"/>
            <a:ext cx="54864" cy="2286000"/>
          </a:xfrm>
          <a:prstGeom xmlns:ns3="http://schemas.openxmlformats.org/drawingml/2006/main" prst="rect"/>
          <a:solidFill xmlns:ns4="http://schemas.openxmlformats.org/drawingml/2006/main">
            <a:srgbClr val="F59E0B"/>
          </a:solidFill>
          <a:ln xmlns:ns5="http://schemas.openxmlformats.org/drawingml/2006/main">
            <a:noFill/>
          </a:ln>
        </p:spPr>
      </p:sp>
      <p:sp>
        <p:nvSpPr>
          <p:cNvPr id="10" name="A4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3840480"/>
            <a:ext cx="54864" cy="2286000"/>
          </a:xfrm>
          <a:prstGeom xmlns:ns3="http://schemas.openxmlformats.org/drawingml/2006/main" prst="rect"/>
          <a:solidFill xmlns:ns4="http://schemas.openxmlformats.org/drawingml/2006/main">
            <a:srgbClr val="2563EB"/>
          </a:solidFill>
          <a:ln xmlns:ns5="http://schemas.openxmlformats.org/drawingml/2006/main">
            <a:noFill/>
          </a:ln>
        </p:spPr>
      </p:sp>
      <p:sp>
        <p:nvSpPr>
          <p:cNvPr id="11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2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Value1.TL"/>
          <p:cNvSpPr>
            <a:spLocks noGrp="1"/>
          </p:cNvSpPr>
          <p:nvPr>
            <p:ph type="body" idx="1"/>
          </p:nvPr>
        </p:nvSpPr>
        <p:spPr>
          <a:xfrm>
            <a:off x="914400" y="1463040"/>
            <a:ext cx="4389120" cy="18288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4" name="Value2.TR"/>
          <p:cNvSpPr>
            <a:spLocks noGrp="1"/>
          </p:cNvSpPr>
          <p:nvPr>
            <p:ph type="body" idx="2"/>
          </p:nvPr>
        </p:nvSpPr>
        <p:spPr>
          <a:xfrm>
            <a:off x="6583680" y="1463040"/>
            <a:ext cx="4572000" cy="18288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5" name="Value3.BL"/>
          <p:cNvSpPr>
            <a:spLocks noGrp="1"/>
          </p:cNvSpPr>
          <p:nvPr>
            <p:ph type="body" idx="3"/>
          </p:nvPr>
        </p:nvSpPr>
        <p:spPr>
          <a:xfrm>
            <a:off x="914400" y="4023360"/>
            <a:ext cx="4389120" cy="18288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6" name="Value4.BR"/>
          <p:cNvSpPr>
            <a:spLocks noGrp="1"/>
          </p:cNvSpPr>
          <p:nvPr>
            <p:ph type="body" idx="4"/>
          </p:nvPr>
        </p:nvSpPr>
        <p:spPr>
          <a:xfrm>
            <a:off x="6583680" y="4023360"/>
            <a:ext cx="4572000" cy="18288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hart.1Chart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hartArea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11247120" cy="4937760"/>
          </a:xfrm>
          <a:prstGeom xmlns:ns3="http://schemas.openxmlformats.org/drawingml/2006/main" prst="roundRect">
            <a:avLst>
              <a:gd name="adj" fmla="val 6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Center"/>
          <p:cNvSpPr>
            <a:spLocks noGrp="1"/>
          </p:cNvSpPr>
          <p:nvPr>
            <p:ph type="body" idx="1"/>
          </p:nvPr>
        </p:nvSpPr>
        <p:spPr>
          <a:xfrm>
            <a:off x="731520" y="1463040"/>
            <a:ext cx="10698480" cy="4572000"/>
          </a:xfrm>
        </p:spPr>
        <p:txBody>
          <a:bodyPr wrap="square" anchor="t" anchorCtr="0"/>
          <a:lstStyle>
            <a:defPPr algn="ctr">
              <a:defRPr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hart.1Chart.Single+1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hartArea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6858000" cy="4937760"/>
          </a:xfrm>
          <a:prstGeom xmlns:ns3="http://schemas.openxmlformats.org/drawingml/2006/main" prst="roundRect">
            <a:avLst>
              <a:gd name="adj" fmla="val 6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Left"/>
          <p:cNvSpPr>
            <a:spLocks noGrp="1"/>
          </p:cNvSpPr>
          <p:nvPr>
            <p:ph type="body" idx="1"/>
          </p:nvPr>
        </p:nvSpPr>
        <p:spPr>
          <a:xfrm>
            <a:off x="731520" y="1463040"/>
            <a:ext cx="6309360" cy="4572000"/>
          </a:xfrm>
        </p:spPr>
        <p:txBody>
          <a:bodyPr wrap="square" anchor="t" anchorCtr="0"/>
          <a:lstStyle>
            <a:defPPr algn="ctr">
              <a:defRPr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Analysis.Right"/>
          <p:cNvSpPr>
            <a:spLocks noGrp="1"/>
          </p:cNvSpPr>
          <p:nvPr>
            <p:ph type="body" idx="2"/>
          </p:nvPr>
        </p:nvSpPr>
        <p:spPr>
          <a:xfrm>
            <a:off x="7680960" y="1371600"/>
            <a:ext cx="4023360" cy="484632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hart.2Chart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hart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5394960" cy="4937760"/>
          </a:xfrm>
          <a:prstGeom xmlns:ns3="http://schemas.openxmlformats.org/drawingml/2006/main" prst="roundRect">
            <a:avLst>
              <a:gd name="adj" fmla="val 6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Chart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280160"/>
            <a:ext cx="5394960" cy="4937760"/>
          </a:xfrm>
          <a:prstGeom xmlns:ns3="http://schemas.openxmlformats.org/drawingml/2006/main" prst="roundRect">
            <a:avLst>
              <a:gd name="adj" fmla="val 6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5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Body1.Left"/>
          <p:cNvSpPr>
            <a:spLocks noGrp="1"/>
          </p:cNvSpPr>
          <p:nvPr>
            <p:ph type="body" idx="1"/>
          </p:nvPr>
        </p:nvSpPr>
        <p:spPr>
          <a:xfrm>
            <a:off x="731520" y="1463040"/>
            <a:ext cx="4846320" cy="4572000"/>
          </a:xfrm>
        </p:spPr>
        <p:txBody>
          <a:bodyPr wrap="square" anchor="t" anchorCtr="0"/>
          <a:lstStyle>
            <a:defPPr algn="ctr">
              <a:defRPr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Body2.Right"/>
          <p:cNvSpPr>
            <a:spLocks noGrp="1"/>
          </p:cNvSpPr>
          <p:nvPr>
            <p:ph type="body" idx="2"/>
          </p:nvPr>
        </p:nvSpPr>
        <p:spPr>
          <a:xfrm>
            <a:off x="6400800" y="1463040"/>
            <a:ext cx="4846320" cy="4572000"/>
          </a:xfrm>
        </p:spPr>
        <p:txBody>
          <a:bodyPr wrap="square" anchor="t" anchorCtr="0"/>
          <a:lstStyle>
            <a:defPPr algn="ctr">
              <a:defRPr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able.1Table.Single+1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.Center"/>
          <p:cNvSpPr>
            <a:spLocks noGrp="1"/>
          </p:cNvSpPr>
          <p:nvPr>
            <p:ph type="body" idx="1"/>
          </p:nvPr>
        </p:nvSpPr>
        <p:spPr>
          <a:xfrm>
            <a:off x="457200" y="1325880"/>
            <a:ext cx="11247120" cy="45720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Source.Bottom"/>
          <p:cNvSpPr>
            <a:spLocks noGrp="1"/>
          </p:cNvSpPr>
          <p:nvPr>
            <p:ph type="body" idx="2"/>
          </p:nvPr>
        </p:nvSpPr>
        <p:spPr>
          <a:xfrm>
            <a:off x="731520" y="6035040"/>
            <a:ext cx="10058400" cy="365760"/>
          </a:xfrm>
        </p:spPr>
        <p:txBody>
          <a:bodyPr wrap="square" anchor="t" anchorCtr="0"/>
          <a:lstStyle>
            <a:defPPr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able.1Table.Single+1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.Left"/>
          <p:cNvSpPr>
            <a:spLocks noGrp="1"/>
          </p:cNvSpPr>
          <p:nvPr>
            <p:ph type="body" idx="1"/>
          </p:nvPr>
        </p:nvSpPr>
        <p:spPr>
          <a:xfrm>
            <a:off x="457200" y="1325880"/>
            <a:ext cx="77724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Notes.Right"/>
          <p:cNvSpPr>
            <a:spLocks noGrp="1"/>
          </p:cNvSpPr>
          <p:nvPr>
            <p:ph type="body" idx="2"/>
          </p:nvPr>
        </p:nvSpPr>
        <p:spPr>
          <a:xfrm>
            <a:off x="8869680" y="1417320"/>
            <a:ext cx="2651760" cy="4663440"/>
          </a:xfrm>
        </p:spPr>
        <p:txBody>
          <a:bodyPr wrap="square" anchor="t" anchorCtr="0"/>
          <a:lstStyle>
            <a:defPPr>
              <a:defRPr sz="1200"/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ompare.2Option.Vers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Panel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5303520" cy="493776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Panel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280160"/>
            <a:ext cx="5394960" cy="493776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5" name="Accent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5303520" cy="54864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Accent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280160"/>
            <a:ext cx="5394960" cy="54864"/>
          </a:xfrm>
          <a:prstGeom xmlns:ns3="http://schemas.openxmlformats.org/drawingml/2006/main" prst="rect"/>
          <a:solidFill xmlns:ns4="http://schemas.openxmlformats.org/drawingml/2006/main">
            <a:srgbClr val="06B6D4"/>
          </a:solidFill>
          <a:ln xmlns:ns5="http://schemas.openxmlformats.org/drawingml/2006/main">
            <a:noFill/>
          </a:ln>
        </p:spPr>
      </p:sp>
      <p:sp>
        <p:nvSpPr>
          <p:cNvPr id="7" name="VS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5309408461680" y="3428121901679"/>
            <a:ext cx="548640" cy="548640"/>
          </a:xfrm>
          <a:prstGeom xmlns:ns3="http://schemas.openxmlformats.org/drawingml/2006/main" prst="ellipse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8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OptionLabel1.Left"/>
          <p:cNvSpPr>
            <a:spLocks noGrp="1"/>
          </p:cNvSpPr>
          <p:nvPr>
            <p:ph type="body" idx="1"/>
          </p:nvPr>
        </p:nvSpPr>
        <p:spPr>
          <a:xfrm>
            <a:off x="731520" y="1554480"/>
            <a:ext cx="4754880" cy="457200"/>
          </a:xfrm>
        </p:spPr>
        <p:txBody>
          <a:bodyPr wrap="square" anchor="t" anchorCtr="0"/>
          <a:lstStyle>
            <a:defPPr>
              <a:defRPr sz="16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1" name="OptionContent1.Left"/>
          <p:cNvSpPr>
            <a:spLocks noGrp="1"/>
          </p:cNvSpPr>
          <p:nvPr>
            <p:ph type="body" idx="2"/>
          </p:nvPr>
        </p:nvSpPr>
        <p:spPr>
          <a:xfrm>
            <a:off x="731520" y="2103120"/>
            <a:ext cx="4754880" cy="38404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2" name="OptionLabel2.Right"/>
          <p:cNvSpPr>
            <a:spLocks noGrp="1"/>
          </p:cNvSpPr>
          <p:nvPr>
            <p:ph type="body" idx="3"/>
          </p:nvPr>
        </p:nvSpPr>
        <p:spPr>
          <a:xfrm>
            <a:off x="6400800" y="1554480"/>
            <a:ext cx="4846320" cy="457200"/>
          </a:xfrm>
        </p:spPr>
        <p:txBody>
          <a:bodyPr wrap="square" anchor="t" anchorCtr="0"/>
          <a:lstStyle>
            <a:defPPr>
              <a:defRPr sz="1600" b="1">
                <a:solidFill>
                  <a:srgbClr val="06B6D4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OptionContent2.Right"/>
          <p:cNvSpPr>
            <a:spLocks noGrp="1"/>
          </p:cNvSpPr>
          <p:nvPr>
            <p:ph type="body" idx="4"/>
          </p:nvPr>
        </p:nvSpPr>
        <p:spPr>
          <a:xfrm>
            <a:off x="6400800" y="2103120"/>
            <a:ext cx="4846320" cy="38404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4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ompare.1Matrix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ontent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11247120" cy="5029200"/>
          </a:xfrm>
          <a:prstGeom xmlns:ns3="http://schemas.openxmlformats.org/drawingml/2006/main" prst="rect"/>
          <a:solidFill xmlns:ns4="http://schemas.openxmlformats.org/drawingml/2006/main">
            <a:srgbClr val="FFFFFF"/>
          </a:solidFill>
          <a:ln xmlns:ns5="http://schemas.openxmlformats.org/drawingml/2006/main"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Process.4Step.Sequ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onnLine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1645920" y="2651760"/>
            <a:ext cx="8869680" cy="36576"/>
          </a:xfrm>
          <a:prstGeom xmlns:ns3="http://schemas.openxmlformats.org/drawingml/2006/main" prst="rect"/>
          <a:solidFill xmlns:ns4="http://schemas.openxmlformats.org/drawingml/2006/main">
            <a:srgbClr val="CADCFC"/>
          </a:solidFill>
          <a:ln xmlns:ns5="http://schemas.openxmlformats.org/drawingml/2006/main">
            <a:noFill/>
          </a:ln>
        </p:spPr>
      </p:sp>
      <p:sp>
        <p:nvSpPr>
          <p:cNvPr id="4" name="C1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72254463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C2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4347862015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C3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7023469567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7" name="C4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9615464383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8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Step1"/>
          <p:cNvSpPr>
            <a:spLocks noGrp="1"/>
          </p:cNvSpPr>
          <p:nvPr>
            <p:ph type="body" idx="1"/>
          </p:nvPr>
        </p:nvSpPr>
        <p:spPr>
          <a:xfrm>
            <a:off x="45720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1" name="Step2"/>
          <p:cNvSpPr>
            <a:spLocks noGrp="1"/>
          </p:cNvSpPr>
          <p:nvPr>
            <p:ph type="body" idx="2"/>
          </p:nvPr>
        </p:nvSpPr>
        <p:spPr>
          <a:xfrm>
            <a:off x="338328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2" name="Step3"/>
          <p:cNvSpPr>
            <a:spLocks noGrp="1"/>
          </p:cNvSpPr>
          <p:nvPr>
            <p:ph type="body" idx="3"/>
          </p:nvPr>
        </p:nvSpPr>
        <p:spPr>
          <a:xfrm>
            <a:off x="630936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Step4"/>
          <p:cNvSpPr>
            <a:spLocks noGrp="1"/>
          </p:cNvSpPr>
          <p:nvPr>
            <p:ph type="body" idx="4"/>
          </p:nvPr>
        </p:nvSpPr>
        <p:spPr>
          <a:xfrm>
            <a:off x="914400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4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Process.3Step.Sequ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VLine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1828800" y="1645920"/>
            <a:ext cx="36576" cy="4389120"/>
          </a:xfrm>
          <a:prstGeom xmlns:ns3="http://schemas.openxmlformats.org/drawingml/2006/main" prst="rect"/>
          <a:solidFill xmlns:ns4="http://schemas.openxmlformats.org/drawingml/2006/main">
            <a:srgbClr val="CADCFC"/>
          </a:solidFill>
          <a:ln xmlns:ns5="http://schemas.openxmlformats.org/drawingml/2006/main">
            <a:noFill/>
          </a:ln>
        </p:spPr>
      </p:sp>
      <p:sp>
        <p:nvSpPr>
          <p:cNvPr id="4" name="S1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88977066032" y="1839479990832"/>
            <a:ext cx="402336" cy="402336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S2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88977066032" y="3177283766832"/>
            <a:ext cx="402336" cy="402336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S3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88977066032" y="4515087542832"/>
            <a:ext cx="402336" cy="402336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7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tep1.Top"/>
          <p:cNvSpPr>
            <a:spLocks noGrp="1"/>
          </p:cNvSpPr>
          <p:nvPr>
            <p:ph type="body" idx="1"/>
          </p:nvPr>
        </p:nvSpPr>
        <p:spPr>
          <a:xfrm>
            <a:off x="2560320" y="1554480"/>
            <a:ext cx="8686800" cy="10972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0" name="Step2.Center"/>
          <p:cNvSpPr>
            <a:spLocks noGrp="1"/>
          </p:cNvSpPr>
          <p:nvPr>
            <p:ph type="body" idx="2"/>
          </p:nvPr>
        </p:nvSpPr>
        <p:spPr>
          <a:xfrm>
            <a:off x="2560320" y="3017520"/>
            <a:ext cx="8686800" cy="10972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1" name="Step3.Bottom"/>
          <p:cNvSpPr>
            <a:spLocks noGrp="1"/>
          </p:cNvSpPr>
          <p:nvPr>
            <p:ph type="body" idx="3"/>
          </p:nvPr>
        </p:nvSpPr>
        <p:spPr>
          <a:xfrm>
            <a:off x="2560320" y="4480560"/>
            <a:ext cx="8686800" cy="10972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2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Summary.1Agenda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Backdrop"/>
          <p:cNvSpPr>
            <a:spLocks noGrp="1" noSelect="0" noRot="1" noMove="1"/>
          </p:cNvSpPr>
          <p:nvPr/>
        </p:nvSpPr>
        <p:spPr>
          <a:xfrm>
            <a:off x="0" y="0"/>
            <a:ext cx="420624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6858000"/>
          </a:xfrm>
          <a:prstGeom xmlns:ns3="http://schemas.openxmlformats.org/drawingml/2006/main" prst="rect"/>
          <a:solidFill xmlns:ns4="http://schemas.openxmlformats.org/drawingml/2006/main">
            <a:srgbClr val="FFFFFF"/>
          </a:solidFill>
          <a:ln xmlns:ns5="http://schemas.openxmlformats.org/drawingml/2006/main">
            <a:noFill/>
          </a:ln>
        </p:spPr>
      </p:sp>
      <p:sp>
        <p:nvSpPr>
          <p:cNvPr id="3" name="Left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4114800" cy="685800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4" name="Accent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64592" cy="68580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Title.Left"/>
          <p:cNvSpPr>
            <a:spLocks noGrp="1"/>
          </p:cNvSpPr>
          <p:nvPr>
            <p:ph type="body" idx="15"/>
          </p:nvPr>
        </p:nvSpPr>
        <p:spPr>
          <a:xfrm>
            <a:off x="548640" y="914400"/>
            <a:ext cx="3200400" cy="1371600"/>
          </a:xfrm>
        </p:spPr>
        <p:txBody>
          <a:bodyPr wrap="square" anchor="t" anchorCtr="0"/>
          <a:lstStyle>
            <a:defPPr>
              <a:defRPr sz="36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MeetingInfo.Left"/>
          <p:cNvSpPr>
            <a:spLocks noGrp="1"/>
          </p:cNvSpPr>
          <p:nvPr>
            <p:ph type="body" idx="16"/>
          </p:nvPr>
        </p:nvSpPr>
        <p:spPr>
          <a:xfrm>
            <a:off x="548640" y="2560320"/>
            <a:ext cx="3200400" cy="3200400"/>
          </a:xfrm>
        </p:spPr>
        <p:txBody>
          <a:bodyPr wrap="square" anchor="t" anchorCtr="0"/>
          <a:lstStyle>
            <a:defPPr>
              <a:defRPr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AgendaItems.Right"/>
          <p:cNvSpPr>
            <a:spLocks noGrp="1"/>
          </p:cNvSpPr>
          <p:nvPr>
            <p:ph type="body" idx="1"/>
          </p:nvPr>
        </p:nvSpPr>
        <p:spPr>
          <a:xfrm>
            <a:off x="4572000" y="731520"/>
            <a:ext cx="6858000" cy="5486400"/>
          </a:xfrm>
        </p:spPr>
        <p:txBody>
          <a:bodyPr wrap="square" anchor="t" anchorCtr="0"/>
          <a:lstStyle>
            <a:defPPr>
              <a:defRPr sz="1500"/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Summary.2Block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Findings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7132320" cy="50292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Rec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7863840" y="1280160"/>
            <a:ext cx="3749039" cy="50292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F0F4FF"/>
          </a:solidFill>
          <a:ln xmlns:ns5="http://schemas.openxmlformats.org/drawingml/2006/main">
            <a:noFill/>
          </a:ln>
        </p:spPr>
      </p:sp>
      <p:sp>
        <p:nvSpPr>
          <p:cNvPr id="5" name="RecAccent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7863840" y="1280160"/>
            <a:ext cx="54864" cy="50292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Body1.Left"/>
          <p:cNvSpPr>
            <a:spLocks noGrp="1"/>
          </p:cNvSpPr>
          <p:nvPr>
            <p:ph type="body" idx="1"/>
          </p:nvPr>
        </p:nvSpPr>
        <p:spPr>
          <a:xfrm>
            <a:off x="822960" y="1554480"/>
            <a:ext cx="6400800" cy="45720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9" name="Body2.Right"/>
          <p:cNvSpPr>
            <a:spLocks noGrp="1"/>
          </p:cNvSpPr>
          <p:nvPr>
            <p:ph type="body" idx="2"/>
          </p:nvPr>
        </p:nvSpPr>
        <p:spPr>
          <a:xfrm>
            <a:off x="8229600" y="1554480"/>
            <a:ext cx="3108960" cy="4572000"/>
          </a:xfrm>
        </p:spPr>
        <p:txBody>
          <a:bodyPr wrap="square" anchor="t" anchorCtr="0"/>
          <a:lstStyle>
            <a:defPPr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losing.1Messag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685800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Accent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64592" cy="68580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4" name="Bottom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4389120"/>
            <a:ext cx="12192000" cy="2468880"/>
          </a:xfrm>
          <a:prstGeom xmlns:ns3="http://schemas.openxmlformats.org/drawingml/2006/main" prst="rect"/>
          <a:solidFill xmlns:ns4="http://schemas.openxmlformats.org/drawingml/2006/main">
            <a:srgbClr val="141B41"/>
          </a:solidFill>
          <a:ln xmlns:ns5="http://schemas.openxmlformats.org/drawingml/2006/main">
            <a:noFill/>
          </a:ln>
        </p:spPr>
      </p:sp>
      <p:sp>
        <p:nvSpPr>
          <p:cNvPr id="5" name="CategoryLabel.Top"/>
          <p:cNvSpPr>
            <a:spLocks noGrp="1"/>
          </p:cNvSpPr>
          <p:nvPr>
            <p:ph type="body" idx="10"/>
          </p:nvPr>
        </p:nvSpPr>
        <p:spPr>
          <a:xfrm>
            <a:off x="1097280" y="1371600"/>
            <a:ext cx="9144000" cy="457200"/>
          </a:xfrm>
        </p:spPr>
        <p:txBody>
          <a:bodyPr wrap="square" anchor="t" anchorCtr="0"/>
          <a:lstStyle>
            <a:defPPr>
              <a:defRPr sz="18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Center"/>
          <p:cNvSpPr>
            <a:spLocks noGrp="1"/>
          </p:cNvSpPr>
          <p:nvPr>
            <p:ph type="ctrTitle" idx="0"/>
          </p:nvPr>
        </p:nvSpPr>
        <p:spPr>
          <a:xfrm>
            <a:off x="1097280" y="2011680"/>
            <a:ext cx="9601200" cy="1463040"/>
          </a:xfrm>
        </p:spPr>
        <p:txBody>
          <a:bodyPr wrap="square" anchor="t" anchorCtr="0"/>
          <a:lstStyle>
            <a:defPPr>
              <a:defRPr sz="4200"/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PresenterName.Bottom"/>
          <p:cNvSpPr>
            <a:spLocks noGrp="1"/>
          </p:cNvSpPr>
          <p:nvPr>
            <p:ph type="body" idx="11"/>
          </p:nvPr>
        </p:nvSpPr>
        <p:spPr>
          <a:xfrm>
            <a:off x="1097280" y="4754880"/>
            <a:ext cx="7315200" cy="4572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Contact.Bottom"/>
          <p:cNvSpPr>
            <a:spLocks noGrp="1"/>
          </p:cNvSpPr>
          <p:nvPr>
            <p:ph type="body" idx="12"/>
          </p:nvPr>
        </p:nvSpPr>
        <p:spPr>
          <a:xfrm>
            <a:off x="1097280" y="5303520"/>
            <a:ext cx="7315200" cy="731520"/>
          </a:xfrm>
        </p:spPr>
        <p:txBody>
          <a:bodyPr wrap="square" anchor="t" anchorCtr="0"/>
          <a:lstStyle>
            <a:defPPr>
              <a:defRPr sz="13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losing.1Steps.Single+1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Backdrop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2" name="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685800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Accent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64592" cy="68580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4" name="Steps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731520" y="914400"/>
            <a:ext cx="6858000" cy="502920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141B41"/>
          </a:solidFill>
          <a:ln xmlns:ns5="http://schemas.openxmlformats.org/drawingml/2006/main">
            <a:noFill/>
          </a:ln>
        </p:spPr>
      </p:sp>
      <p:sp>
        <p:nvSpPr>
          <p:cNvPr id="5" name="CTA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8046720" y="914400"/>
            <a:ext cx="3657600" cy="502920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2D3A6E"/>
          </a:solidFill>
          <a:ln xmlns:ns5="http://schemas.openxmlformats.org/drawingml/2006/main">
            <a:noFill/>
          </a:ln>
        </p:spPr>
      </p:sp>
      <p:sp>
        <p:nvSpPr>
          <p:cNvPr id="6" name="Title.Left"/>
          <p:cNvSpPr>
            <a:spLocks noGrp="1"/>
          </p:cNvSpPr>
          <p:nvPr>
            <p:ph type="body" idx="15"/>
          </p:nvPr>
        </p:nvSpPr>
        <p:spPr>
          <a:xfrm>
            <a:off x="1097280" y="1188720"/>
            <a:ext cx="6217920" cy="640080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ActionSteps.Left"/>
          <p:cNvSpPr>
            <a:spLocks noGrp="1"/>
          </p:cNvSpPr>
          <p:nvPr>
            <p:ph type="body" idx="1"/>
          </p:nvPr>
        </p:nvSpPr>
        <p:spPr>
          <a:xfrm>
            <a:off x="1097280" y="2011680"/>
            <a:ext cx="6217920" cy="3657600"/>
          </a:xfrm>
        </p:spPr>
        <p:txBody>
          <a:bodyPr wrap="square" anchor="t" anchorCtr="0"/>
          <a:lstStyle>
            <a:defPPr>
              <a:defRPr sz="15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Notes.Right"/>
          <p:cNvSpPr>
            <a:spLocks noGrp="1"/>
          </p:cNvSpPr>
          <p:nvPr>
            <p:ph type="body" idx="2"/>
          </p:nvPr>
        </p:nvSpPr>
        <p:spPr>
          <a:xfrm>
            <a:off x="8321040" y="1188720"/>
            <a:ext cx="3108960" cy="4572000"/>
          </a:xfrm>
        </p:spPr>
        <p:txBody>
          <a:bodyPr wrap="square" anchor="t" anchorCtr="0"/>
          <a:lstStyle>
            <a:defPPr>
              <a:defRPr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Nav.1TitleList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Title.Top"/>
          <p:cNvSpPr>
            <a:spLocks noGrp="1"/>
          </p:cNvSpPr>
          <p:nvPr>
            <p:ph type="body" idx="15"/>
          </p:nvPr>
        </p:nvSpPr>
        <p:spPr>
          <a:xfrm>
            <a:off x="1097280" y="1188720"/>
            <a:ext cx="9601200" cy="914400"/>
          </a:xfrm>
        </p:spPr>
        <p:txBody>
          <a:bodyPr wrap="square" anchor="t" anchorCtr="0"/>
          <a:lstStyle>
            <a:defPPr>
              <a:defRPr sz="34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ubtitle.Top"/>
          <p:cNvSpPr>
            <a:spLocks noGrp="1"/>
          </p:cNvSpPr>
          <p:nvPr>
            <p:ph type="body" idx="16"/>
          </p:nvPr>
        </p:nvSpPr>
        <p:spPr>
          <a:xfrm>
            <a:off x="1097280" y="2148840"/>
            <a:ext cx="9601200" cy="457200"/>
          </a:xfrm>
        </p:spPr>
        <p:txBody>
          <a:bodyPr wrap="square" anchor="t" anchorCtr="0"/>
          <a:lstStyle>
            <a:defPPr>
              <a:defRPr sz="15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ChapterList.Bottom"/>
          <p:cNvSpPr>
            <a:spLocks noGrp="1"/>
          </p:cNvSpPr>
          <p:nvPr>
            <p:ph type="body" idx="1"/>
          </p:nvPr>
        </p:nvSpPr>
        <p:spPr>
          <a:xfrm>
            <a:off x="1097280" y="2743200"/>
            <a:ext cx="9601200" cy="3657600"/>
          </a:xfrm>
        </p:spPr>
        <p:txBody>
          <a:bodyPr wrap="square" anchor="t" anchorCtr="0"/>
          <a:lstStyle>
            <a:defPPr>
              <a:defRPr sz="17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Kicker.Top"/>
          <p:cNvSpPr>
            <a:spLocks noGrp="1"/>
          </p:cNvSpPr>
          <p:nvPr>
            <p:ph type="body" idx="40"/>
          </p:nvPr>
        </p:nvSpPr>
        <p:spPr>
          <a:xfrm>
            <a:off x="731520" y="54864"/>
            <a:ext cx="9144000" cy="237744"/>
          </a:xfrm>
        </p:spPr>
        <p:txBody>
          <a:bodyPr wrap="square" anchor="t" anchorCtr="0"/>
          <a:lstStyle>
            <a:defPPr>
              <a:defRPr sz="13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329184"/>
            <a:ext cx="9144000" cy="457200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804672"/>
            <a:ext cx="9144000" cy="22860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Center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106984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</p:sldLayoutIdLst>
  <p:txStyles>
    <p:titleStyle>
      <a:lvl1pPr algn="l">
        <a:buNone/>
        <a:defRPr sz="4400" b="1">
          <a:solidFill>
            <a:srgbClr val="FFFFFF"/>
          </a:solidFill>
          <a:latin typeface="+mj-lt"/>
          <a:ea typeface="+mj-ea"/>
        </a:defRPr>
      </a:lvl1pPr>
    </p:titleStyle>
    <p:bodyStyle>
      <a:lvl1pPr algn="l">
        <a:spcBef>
          <a:spcPts val="600"/>
        </a:spcBef>
        <a:buFont typeface="Arial" pitchFamily="34" charset="0"/>
        <a:buChar char="•"/>
        <a:defRPr sz="1400">
          <a:solidFill>
            <a:srgbClr val="1E293B"/>
          </a:solidFill>
          <a:latin typeface="+mn-lt"/>
          <a:ea typeface="+mn-ea"/>
        </a:defRPr>
      </a:lvl1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