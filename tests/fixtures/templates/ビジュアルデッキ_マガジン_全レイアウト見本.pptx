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inkchip"/>
          <p:cNvSpPr/>
          <p:nvPr/>
        </p:nvSpPr>
        <p:spPr>
          <a:xfrm>
            <a:off x="548640" y="3063240"/>
            <a:ext cx="457200" cy="128016"/>
          </a:xfrm>
          <a:prstGeom prst="rect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610" name="bigcircle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383280"/>
            <a:ext cx="9692640" cy="1554480"/>
          </a:xfrm>
        </p:spPr>
        <p:txBody>
          <a:bodyPr anchor="ctr"/>
          <a:lstStyle>
            <a:lvl1pPr algn="l">
              <a:defRPr sz="5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4983480"/>
            <a:ext cx="9692640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" b="0">
                <a:solidFill>
                  <a:srgbClr val="8A8580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989320"/>
            <a:ext cx="9692640" cy="64008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ステートメント">
  <p:cSld name="02_ステートメン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103120"/>
            <a:ext cx="10515600" cy="2377440"/>
          </a:xfrm>
        </p:spPr>
        <p:txBody>
          <a:bodyPr anchor="ctr"/>
          <a:lstStyle>
            <a:lvl1pPr algn="l">
              <a:defRPr sz="6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4754880"/>
            <a:ext cx="8229600" cy="822960"/>
          </a:xfrm>
        </p:spPr>
        <p:txBody>
          <a:bodyPr anchor="t"/>
          <a:lstStyle>
            <a:lvl1pPr algn="l">
              <a:defRPr sz="1400" b="0">
                <a:solidFill>
                  <a:srgbClr val="8A8580"/>
                </a:solidFill>
              </a:defRPr>
            </a:lvl1pPr>
            <a:lvl2pPr algn="l">
              <a:defRPr sz="1250" b="0">
                <a:solidFill>
                  <a:srgbClr val="8A8580"/>
                </a:solidFill>
              </a:defRPr>
            </a:lvl2pPr>
            <a:lvl3pPr algn="l">
              <a:defRPr sz="1050" b="0">
                <a:solidFill>
                  <a:srgbClr val="8A8580"/>
                </a:solidFill>
              </a:defRPr>
            </a:lvl3pPr>
            <a:lvl4pPr algn="l">
              <a:defRPr sz="900" b="0">
                <a:solidFill>
                  <a:srgbClr val="8A8580"/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0" name="stmtrule"/>
          <p:cNvCxnSpPr/>
          <p:nvPr/>
        </p:nvCxnSpPr>
        <p:spPr>
          <a:xfrm>
            <a:off x="548640" y="1920240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0" y="2834640"/>
            <a:ext cx="5394960" cy="1371600"/>
          </a:xfrm>
        </p:spPr>
        <p:txBody>
          <a:bodyPr anchor="ctr"/>
          <a:lstStyle>
            <a:lvl1pPr algn="l">
              <a:defRPr sz="3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6035040" cy="420624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20" name="eyebrow"/>
          <p:cNvSpPr txBox="1"/>
          <p:nvPr/>
        </p:nvSpPr>
        <p:spPr>
          <a:xfrm>
            <a:off x="6309360" y="2286000"/>
            <a:ext cx="5394960" cy="411480"/>
          </a:xfrm>
          <a:prstGeom prst="rect">
            <a:avLst/>
          </a:prstGeom>
          <a:noFill/>
        </p:spPr>
        <p:txBody>
          <a:bodyPr wrap="square" anchor="t" lIns="0" rIns="0"/>
          <a:lstStyle/>
          <a:p>
            <a:pPr algn="l"/>
            <a:r>
              <a:rPr lang="ja-JP" sz="1300" b="1" spc="300">
                <a:solidFill>
                  <a:srgbClr val="FF4D3D"/>
                </a:solidFill>
              </a:rPr>
              <a:t>SECTION</a:t>
            </a:r>
          </a:p>
        </p:txBody>
      </p:sp>
      <p:cxnSp>
        <p:nvCxnSpPr>
          <p:cNvPr id="621" name="secline"/>
          <p:cNvCxnSpPr/>
          <p:nvPr/>
        </p:nvCxnSpPr>
        <p:spPr>
          <a:xfrm>
            <a:off x="6309360" y="4343400"/>
            <a:ext cx="1371600" cy="0"/>
          </a:xfrm>
          <a:prstGeom prst="line">
            <a:avLst/>
          </a:prstGeom>
          <a:ln w="158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coldiv"/>
          <p:cNvSpPr/>
          <p:nvPr/>
        </p:nvSpPr>
        <p:spPr>
          <a:xfrm>
            <a:off x="6080760" y="1783080"/>
            <a:ext cx="10058" cy="420624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latin typeface="Yu Gothic"/>
                <a:ea typeface="Yu Gothic"/>
                <a:cs typeface="Yu Gothic"/>
                <a:solidFill>
                  <a:srgbClr val="FF4D3D"/>
                </a:solidFill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10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100" b="1"/>
            </a:lvl2pPr>
            <a:lvl3pPr marL="914400" indent="0">
              <a:buNone/>
              <a:defRPr sz="100" b="1"/>
            </a:lvl3pPr>
            <a:lvl4pPr marL="1371600" indent="0">
              <a:buNone/>
              <a:defRPr sz="100" b="1"/>
            </a:lvl4pPr>
            <a:lvl5pPr marL="1828800" indent="0">
              <a:buNone/>
              <a:defRPr sz="100" b="1"/>
            </a:lvl5pPr>
            <a:lvl6pPr marL="2286000" indent="0">
              <a:buNone/>
              <a:defRPr sz="100" b="1"/>
            </a:lvl6pPr>
            <a:lvl7pPr marL="2743200" indent="0">
              <a:buNone/>
              <a:defRPr sz="100" b="1"/>
            </a:lvl7pPr>
            <a:lvl8pPr marL="3200400" indent="0">
              <a:buNone/>
              <a:defRPr sz="100" b="1"/>
            </a:lvl8pPr>
            <a:lvl9pPr marL="3657600" indent="0">
              <a:buNone/>
              <a:defRPr sz="1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  <a:lvl1pPr algn="l">
              <a:defRPr sz="1400" b="0">
                <a:solidFill>
                  <a:srgbClr val="F5EFE5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ビッグナンバー">
  <p:cSld name="05_ビッグナンバー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1828800"/>
            <a:ext cx="7315200" cy="457200"/>
          </a:xfrm>
        </p:spPr>
        <p:txBody>
          <a:bodyPr wrap="square" anchor="ctr" lIns="0" rIns="0"/>
          <a:lstStyle>
            <a:lvl1pPr algn="l" marL="0" indent="0">
              <a:buNone/>
              <a:defRPr sz="1500" b="1">
                <a:solidFill>
                  <a:srgbClr val="8A8580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950" b="1">
                <a:solidFill>
                  <a:srgbClr val="8A8580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注記（任意）</a:t>
            </a:r>
          </a:p>
        </p:txBody>
      </p:sp>
      <p:sp>
        <p:nvSpPr>
          <p:cNvPr id="930" name="ビッグナンバー"/>
          <p:cNvSpPr>
            <a:spLocks noGrp="1"/>
          </p:cNvSpPr>
          <p:nvPr>
            <p:ph type="body" sz="quarter" idx="14"/>
          </p:nvPr>
        </p:nvSpPr>
        <p:spPr>
          <a:xfrm>
            <a:off x="457200" y="2194560"/>
            <a:ext cx="9601200" cy="2743200"/>
          </a:xfrm>
        </p:spPr>
        <p:txBody>
          <a:bodyPr wrap="square" anchor="ctr" lIns="0" rIns="0"/>
          <a:lstStyle>
            <a:lvl1pPr algn="l" marL="0" indent="0">
              <a:buNone/>
              <a:defRPr sz="15000" b="1">
                <a:solidFill>
                  <a:srgbClr val="FF4D3D"/>
                </a:solidFill>
              </a:defRPr>
            </a:lvl1pPr>
          </a:lstStyle>
          <a:p>
            <a:r>
              <a:rPr lang="ja-JP"/>
              <a:t>87%</a:t>
            </a:r>
          </a:p>
        </p:txBody>
      </p:sp>
      <p:sp>
        <p:nvSpPr>
          <p:cNvPr id="931" name="補足"/>
          <p:cNvSpPr>
            <a:spLocks noGrp="1"/>
          </p:cNvSpPr>
          <p:nvPr>
            <p:ph type="body" sz="quarter" idx="15"/>
          </p:nvPr>
        </p:nvSpPr>
        <p:spPr>
          <a:xfrm>
            <a:off x="548640" y="5120640"/>
            <a:ext cx="8229600" cy="731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21201E"/>
                </a:solidFill>
              </a:defRPr>
            </a:lvl1pPr>
            <a:lvl2pPr algn="l" marL="0" indent="0">
              <a:buNone/>
              <a:defRPr sz="1250" b="0">
                <a:solidFill>
                  <a:srgbClr val="21201E"/>
                </a:solidFill>
              </a:defRPr>
            </a:lvl2pPr>
            <a:lvl3pPr algn="l" marL="0" indent="0">
              <a:buNone/>
              <a:defRPr sz="1050" b="0">
                <a:solidFill>
                  <a:srgbClr val="21201E"/>
                </a:solidFill>
              </a:defRPr>
            </a:lvl3pPr>
            <a:lvl4pPr algn="l" marL="0" indent="0">
              <a:buNone/>
              <a:defRPr sz="900" b="0">
                <a:solidFill>
                  <a:srgbClr val="21201E"/>
                </a:solidFill>
              </a:defRPr>
            </a:lvl4pPr>
          </a:lstStyle>
          <a:p>
            <a:r>
              <a:rPr lang="ja-JP"/>
              <a:t>数字の意味を一行で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フルブリード画像">
  <p:cSld name="04_フルブリード画像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type="pic"/>
          </p:nvPr>
        </p:nvSpPr>
        <p:spPr>
          <a:xfrm>
            <a:off x="0" y="0"/>
            <a:ext cx="12191695" cy="6858000"/>
          </a:xfrm>
        </p:spPr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0" name="inkscrim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21201E">
              <a:alpha val="62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983480"/>
            <a:ext cx="9601200" cy="1005840"/>
          </a:xfrm>
        </p:spPr>
        <p:txBody>
          <a:bodyPr anchor="ctr"/>
          <a:lstStyle>
            <a:lvl1pPr algn="l">
              <a:defRPr sz="3600" b="1">
                <a:solidFill>
                  <a:srgbClr val="FAF7F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6035040"/>
            <a:ext cx="9601200" cy="54864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300" b="0">
                <a:solidFill>
                  <a:srgbClr val="D9D2C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引用">
  <p:cSld name="07_引用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0" y="1627632"/>
            <a:ext cx="12191695" cy="4041648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1280160" y="2194560"/>
            <a:ext cx="9601200" cy="2377440"/>
          </a:xfrm>
        </p:spPr>
        <p:txBody>
          <a:bodyPr wrap="square" anchor="ctr" lIns="0" rIns="0"/>
          <a:lstStyle>
            <a:lvl1pPr algn="l" marL="0" indent="0">
              <a:buNone/>
              <a:defRPr sz="2800" b="0">
                <a:solidFill>
                  <a:srgbClr val="FAF7F2"/>
                </a:solidFill>
                <a:latin typeface="Yu Mincho"/>
                <a:ea typeface="Yu Mincho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1280160" y="4754880"/>
            <a:ext cx="9601200" cy="457200"/>
          </a:xfrm>
        </p:spPr>
        <p:txBody>
          <a:bodyPr wrap="square" anchor="ctr" lIns="0" rIns="0"/>
          <a:lstStyle>
            <a:lvl1pPr algn="l" marL="0" indent="0">
              <a:buNone/>
              <a:defRPr sz="1300" b="0">
                <a:solidFill>
                  <a:srgbClr val="B8AF9F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150" b="0">
                <a:solidFill>
                  <a:srgbClr val="B8AF9F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1000" b="0">
                <a:solidFill>
                  <a:srgbClr val="B8AF9F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800" b="0">
                <a:solidFill>
                  <a:srgbClr val="B8AF9F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940" name="quotemark"/>
          <p:cNvSpPr txBox="1"/>
          <p:nvPr/>
        </p:nvSpPr>
        <p:spPr>
          <a:xfrm>
            <a:off x="502920" y="1554480"/>
            <a:ext cx="914400" cy="1097280"/>
          </a:xfrm>
          <a:prstGeom prst="rect">
            <a:avLst/>
          </a:prstGeom>
          <a:noFill/>
        </p:spPr>
        <p:txBody>
          <a:bodyPr wrap="square" anchor="t" lIns="0" rIns="0"/>
          <a:lstStyle/>
          <a:p>
            <a:pPr algn="l"/>
            <a:r>
              <a:rPr lang="ja-JP" sz="9600" b="1">
                <a:solidFill>
                  <a:srgbClr val="FF4D3D"/>
                </a:solidFill>
                <a:latin typeface="Yu Mincho"/>
                <a:ea typeface="Yu Mincho"/>
                <a:cs typeface="Yu Mincho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  <a:lvl2pPr algn="l">
              <a:defRPr sz="1750" b="0">
                <a:solidFill>
                  <a:srgbClr val="1A1A1A"/>
                </a:solidFill>
              </a:defRPr>
            </a:lvl2pPr>
            <a:lvl3pPr algn="l">
              <a:defRPr sz="1500" b="0">
                <a:solidFill>
                  <a:srgbClr val="1A1A1A"/>
                </a:solidFill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48640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48640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48640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368698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368698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368698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188756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188756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188756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cxnSp>
        <p:nvCxnSpPr>
          <p:cNvPr id="640" name="kpirule0"/>
          <p:cNvCxnSpPr/>
          <p:nvPr/>
        </p:nvCxnSpPr>
        <p:spPr>
          <a:xfrm>
            <a:off x="548640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1" name="kpirule1"/>
          <p:cNvCxnSpPr/>
          <p:nvPr/>
        </p:nvCxnSpPr>
        <p:spPr>
          <a:xfrm>
            <a:off x="4368698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2" name="kpirule2"/>
          <p:cNvCxnSpPr/>
          <p:nvPr/>
        </p:nvCxnSpPr>
        <p:spPr>
          <a:xfrm>
            <a:off x="8188756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画像３連">
  <p:cSld name="10_画像３連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548640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5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548640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368698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5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368698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188756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5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188756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cxnSp>
        <p:nvCxnSpPr>
          <p:cNvPr id="650" name="cardrule0"/>
          <p:cNvCxnSpPr/>
          <p:nvPr/>
        </p:nvCxnSpPr>
        <p:spPr>
          <a:xfrm>
            <a:off x="548640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1" name="cardrule1"/>
          <p:cNvCxnSpPr/>
          <p:nvPr/>
        </p:nvCxnSpPr>
        <p:spPr>
          <a:xfrm>
            <a:off x="4368698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2" name="cardrule2"/>
          <p:cNvCxnSpPr/>
          <p:nvPr/>
        </p:nvCxnSpPr>
        <p:spPr>
          <a:xfrm>
            <a:off x="8188756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920" name="画像1"/>
          <p:cNvSpPr>
            <a:spLocks noGrp="1"/>
          </p:cNvSpPr>
          <p:nvPr>
            <p:ph type="pic" sz="quarter" idx="22"/>
          </p:nvPr>
        </p:nvSpPr>
        <p:spPr>
          <a:xfrm>
            <a:off x="548640" y="1783080"/>
            <a:ext cx="3454298" cy="2834640"/>
          </a:xfrm>
        </p:spPr>
      </p:sp>
      <p:sp>
        <p:nvSpPr>
          <p:cNvPr id="921" name="画像2"/>
          <p:cNvSpPr>
            <a:spLocks noGrp="1"/>
          </p:cNvSpPr>
          <p:nvPr>
            <p:ph type="pic" sz="quarter" idx="23"/>
          </p:nvPr>
        </p:nvSpPr>
        <p:spPr>
          <a:xfrm>
            <a:off x="4368698" y="1783080"/>
            <a:ext cx="3454298" cy="2834640"/>
          </a:xfrm>
        </p:spPr>
      </p:sp>
      <p:sp>
        <p:nvSpPr>
          <p:cNvPr id="922" name="画像3"/>
          <p:cNvSpPr>
            <a:spLocks noGrp="1"/>
          </p:cNvSpPr>
          <p:nvPr>
            <p:ph type="pic" sz="quarter" idx="24"/>
          </p:nvPr>
        </p:nvSpPr>
        <p:spPr>
          <a:xfrm>
            <a:off x="8188756" y="1783080"/>
            <a:ext cx="3454298" cy="2834640"/>
          </a:xfrm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548640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90823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390823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390823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33006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233006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233006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75189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075189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075189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cxnSp>
        <p:nvCxnSpPr>
          <p:cNvPr id="660" name="timeline"/>
          <p:cNvCxnSpPr/>
          <p:nvPr/>
        </p:nvCxnSpPr>
        <p:spPr>
          <a:xfrm>
            <a:off x="548640" y="3154680"/>
            <a:ext cx="11094415" cy="0"/>
          </a:xfrm>
          <a:prstGeom prst="line">
            <a:avLst/>
          </a:prstGeom>
          <a:ln w="12700">
            <a:solidFill>
              <a:srgbClr val="21201E"/>
            </a:solidFill>
          </a:ln>
        </p:spPr>
      </p:cxnSp>
      <p:sp>
        <p:nvSpPr>
          <p:cNvPr id="661" name="dot0"/>
          <p:cNvSpPr/>
          <p:nvPr/>
        </p:nvSpPr>
        <p:spPr>
          <a:xfrm>
            <a:off x="1731987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2" name="dot1"/>
          <p:cNvSpPr/>
          <p:nvPr/>
        </p:nvSpPr>
        <p:spPr>
          <a:xfrm>
            <a:off x="4574170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3" name="dot2"/>
          <p:cNvSpPr/>
          <p:nvPr/>
        </p:nvSpPr>
        <p:spPr>
          <a:xfrm>
            <a:off x="7416353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4" name="dot3"/>
          <p:cNvSpPr/>
          <p:nvPr/>
        </p:nvSpPr>
        <p:spPr>
          <a:xfrm>
            <a:off x="10258536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21201E"/>
          </a:solidFill>
          <a:ln w="0">
            <a:solidFill>
              <a:srgbClr val="21201E"/>
            </a:solidFill>
          </a:ln>
        </p:spPr>
      </p:sp>
      <p:sp>
        <p:nvSpPr>
          <p:cNvPr id="207" name="solbox"/>
          <p:cNvSpPr/>
          <p:nvPr/>
        </p:nvSpPr>
        <p:spPr>
          <a:xfrm>
            <a:off x="621792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FF4D3D"/>
          </a:solidFill>
          <a:ln w="0">
            <a:solidFill>
              <a:srgbClr val="FF4D3D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91440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91440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58368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58368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REBUILD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次世代セキュリティ構想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2026.07</a:t>
            </a:r>
          </a:p>
          <a:p>
            <a:r>
              <a:t>Design Studio 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課題</a:t>
            </a:r>
          </a:p>
          <a:p>
            <a:r>
              <a:t>構想</a:t>
            </a:r>
          </a:p>
          <a:p>
            <a:r>
              <a:t>証明</a:t>
            </a:r>
          </a:p>
          <a:p>
            <a:r>
              <a:t>次へ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課題のありか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守るを、</a:t>
            </a:r>
          </a:p>
          <a:p>
            <a:r>
              <a:t>仕組みに変える。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手作業の監視から、自律する防御へ。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g_a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999" b="4999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見えないものを、見る。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eBPFがカーネルの奥で見ているもの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検知までの時間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PoC環境での実測値（対現行）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３つの視点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カーネルから直接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一箇所に集める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対処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人を介さず速く</a:t>
            </a:r>
          </a:p>
        </p:txBody>
      </p:sp>
      <p:pic>
        <p:nvPicPr>
          <p:cNvPr id="9" name="Picture Placeholder 8" descr="img_a.png"/>
          <p:cNvPicPr>
            <a:picLocks noGrp="1" noChangeAspect="1"/>
          </p:cNvPicPr>
          <p:nvPr>
            <p:ph type="pic" idx="22" sz="quarter"/>
          </p:nvPr>
        </p:nvPicPr>
        <p:blipFill>
          <a:blip r:embed="rId2"/>
          <a:srcRect l="11919" r="11919"/>
          <a:stretch>
            <a:fillRect/>
          </a:stretch>
        </p:blipFill>
        <p:spPr/>
      </p:pic>
      <p:pic>
        <p:nvPicPr>
          <p:cNvPr id="10" name="Picture Placeholder 9" descr="img_b.png"/>
          <p:cNvPicPr>
            <a:picLocks noGrp="1" noChangeAspect="1"/>
          </p:cNvPicPr>
          <p:nvPr>
            <p:ph type="pic" idx="23" sz="quarter"/>
          </p:nvPr>
        </p:nvPicPr>
        <p:blipFill>
          <a:blip r:embed="rId3"/>
          <a:srcRect l="11919" r="11919"/>
          <a:stretch>
            <a:fillRect/>
          </a:stretch>
        </p:blipFill>
        <p:spPr/>
      </p:pic>
      <p:pic>
        <p:nvPicPr>
          <p:cNvPr id="11" name="Picture Placeholder 10" descr="img_c.png"/>
          <p:cNvPicPr>
            <a:picLocks noGrp="1" noChangeAspect="1"/>
          </p:cNvPicPr>
          <p:nvPr>
            <p:ph type="pic" idx="24" sz="quarter"/>
          </p:nvPr>
        </p:nvPicPr>
        <p:blipFill>
          <a:blip r:embed="rId4"/>
          <a:srcRect l="11919" r="11919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NOISE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誤検知の低減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DAYS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SIEM接続まで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定義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基準を決める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構築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環境を作る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実証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数字で確かめる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提案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次へ渡す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/ After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遅い検知</a:t>
            </a:r>
          </a:p>
          <a:p>
            <a:r>
              <a:t>高い運用負荷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即時の可視化</a:t>
            </a:r>
          </a:p>
          <a:p>
            <a:r>
              <a:t>自律的な対処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観測できないものは、守れない。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— PoC総括より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技術は証明された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次は、本番へ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1201E"/>
      </a:dk2>
      <a:lt2>
        <a:srgbClr val="F1EAE0"/>
      </a:lt2>
      <a:accent1>
        <a:srgbClr val="FF4D3D"/>
      </a:accent1>
      <a:accent2>
        <a:srgbClr val="21201E"/>
      </a:accent2>
      <a:accent3>
        <a:srgbClr val="8A8580"/>
      </a:accent3>
      <a:accent4>
        <a:srgbClr val="D8D2C8"/>
      </a:accent4>
      <a:accent5>
        <a:srgbClr val="FFB3AA"/>
      </a:accent5>
      <a:accent6>
        <a:srgbClr val="21201E"/>
      </a:accent6>
      <a:hlink>
        <a:srgbClr val="0000FF"/>
      </a:hlink>
      <a:folHlink>
        <a:srgbClr val="800080"/>
      </a:folHlink>
    </a:clrScheme>
    <a:fontScheme name="Office">
      <a:majorFont>
        <a:latin typeface="Yu Mincho"/>
        <a:ea typeface=""/>
        <a:cs typeface=""/>
        <a:font script="Jpan" typeface="Yu Minch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