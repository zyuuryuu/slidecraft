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12191695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表紙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4F1E9"/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3" name="タイトル グループ 3"/>
          <p:cNvGrpSpPr/>
          <p:nvPr/>
        </p:nvGrpSpPr>
        <p:grpSpPr>
          <a:xfrm>
            <a:off x="1828800" y="1143000"/>
            <a:ext cx="7315200" cy="1828800"/>
            <a:chOff x="0" y="0"/>
            <a:chExt cx="3657600" cy="914400"/>
          </a:xfrm>
        </p:grpSpPr>
        <p:sp>
          <p:nvSpPr>
            <p:cNvPr id="4" name="Rectangle 4"/>
            <p:cNvSpPr/>
            <p:nvPr/>
          </p:nvSpPr>
          <p:spPr>
            <a:xfrm>
              <a:off x="457200" y="45720"/>
              <a:ext cx="164592" cy="164592"/>
            </a:xfrm>
            <a:prstGeom prst="rect">
              <a:avLst/>
            </a:prstGeom>
            <a:solidFill>
              <a:srgbClr val="B98A2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200" y="228600"/>
              <a:ext cx="2743200" cy="4572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ja-JP" sz="4000" b="1">
                  <a:solidFill>
                    <a:srgbClr val="20242C"/>
                  </a:solidFill>
                </a:rPr>
                <a:t>年次報告 2026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28800" y="3291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ja-JP" sz="1600">
                <a:solidFill>
                  <a:srgbClr val="B98A2F"/>
                </a:solidFill>
              </a:rPr>
              <a:t>経営企画部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>
  <p:cSld name="本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/>
          <p:cNvSpPr>
            <a:spLocks noGrp="1"/>
          </p:cNvSpPr>
          <p:nvPr>
            <p:ph type="title"/>
          </p:nvPr>
        </p:nvSpPr>
        <p:spPr>
          <a:xfrm>
            <a:off x="566928" y="274320"/>
            <a:ext cx="11064240" cy="731520"/>
          </a:xfrm>
        </p:spPr>
        <p:txBody>
          <a:bodyPr/>
          <a:lstStyle>
            <a:lvl1pPr>
              <a:defRPr sz="2600" b="1">
                <a:solidFill>
                  <a:srgbClr val="20242C"/>
                </a:solidFill>
              </a:defRPr>
            </a:lvl1pPr>
          </a:lstStyle>
          <a:p>
            <a:r>
              <a:rPr lang="ja-JP"/>
              <a:t>見出し</a:t>
            </a:r>
          </a:p>
        </p:txBody>
      </p:sp>
      <p:sp>
        <p:nvSpPr>
          <p:cNvPr id="3" name="コンテンツ 3"/>
          <p:cNvSpPr>
            <a:spLocks noGrp="1"/>
          </p:cNvSpPr>
          <p:nvPr>
            <p:ph type="body" idx="1"/>
          </p:nvPr>
        </p:nvSpPr>
        <p:spPr>
          <a:xfrm>
            <a:off x="566928" y="1234440"/>
            <a:ext cx="11064240" cy="4846320"/>
          </a:xfrm>
        </p:spPr>
        <p:txBody>
          <a:bodyPr/>
          <a:lstStyle>
            <a:lvl1pPr>
              <a:defRPr sz="1400">
                <a:solidFill>
                  <a:srgbClr val="20242C"/>
                </a:solidFill>
              </a:defRPr>
            </a:lvl1pPr>
          </a:lstStyle>
          <a:p>
            <a:r>
              <a:rPr lang="ja-JP"/>
              <a:t>本文</a:t>
            </a:r>
          </a:p>
        </p:txBody>
      </p:sp>
      <p:grpSp>
        <p:nvGrpSpPr>
          <p:cNvPr id="4" name="ブランド グループ 4"/>
          <p:cNvGrpSpPr/>
          <p:nvPr/>
        </p:nvGrpSpPr>
        <p:grpSpPr>
          <a:xfrm>
            <a:off x="9692640" y="6263640"/>
            <a:ext cx="2286000" cy="411480"/>
            <a:chOff x="0" y="0"/>
            <a:chExt cx="2286000" cy="411480"/>
          </a:xfrm>
        </p:grpSpPr>
        <p:grpSp>
          <p:nvGrpSpPr>
            <p:cNvPr id="5" name="内側 グループ 5"/>
            <p:cNvGrpSpPr/>
            <p:nvPr/>
          </p:nvGrpSpPr>
          <p:grpSpPr>
            <a:xfrm>
              <a:off x="0" y="0"/>
              <a:ext cx="2286000" cy="411480"/>
              <a:chOff x="0" y="0"/>
              <a:chExt cx="2286000" cy="41148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0" y="109728"/>
                <a:ext cx="182880" cy="182880"/>
              </a:xfrm>
              <a:prstGeom prst="rect">
                <a:avLst/>
              </a:prstGeom>
              <a:solidFill>
                <a:srgbClr val="B98A2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274320" y="0"/>
                <a:ext cx="2011680" cy="411480"/>
              </a:xfrm>
              <a:prstGeom prst="rect">
                <a:avLst/>
              </a:prstGeom>
              <a:noFill/>
            </p:spPr>
            <p:txBody>
              <a:bodyPr wrap="square"/>
              <a:lstStyle/>
              <a:p>
                <a:r>
                  <a:rPr lang="ja-JP" sz="900">
                    <a:solidFill>
                      <a:srgbClr val="20242C"/>
                    </a:solidFill>
                  </a:rPr>
                  <a:t>ANNUAL REPORT</a:t>
                </a: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2"/>
          <p:cNvSpPr>
            <a:spLocks noGrp="1"/>
          </p:cNvSpPr>
          <p:nvPr>
            <p:ph type="title"/>
          </p:nvPr>
        </p:nvSpPr>
        <p:spPr>
          <a:xfrm>
            <a:off x="566928" y="274320"/>
            <a:ext cx="11064240" cy="731520"/>
          </a:xfrm>
        </p:spPr>
        <p:txBody>
          <a:bodyPr/>
          <a:lstStyle>
            <a:lvl1pPr>
              <a:defRPr sz="2600"/>
            </a:lvl1pPr>
          </a:lstStyle>
          <a:p>
            <a:endParaRPr/>
          </a:p>
        </p:txBody>
      </p:sp>
      <p:sp>
        <p:nvSpPr>
          <p:cNvPr id="3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566928" y="1234440"/>
            <a:ext cx="11064240" cy="4846320"/>
          </a:xfrm>
        </p:spPr>
        <p:txBody>
          <a:bodyPr/>
          <a:lstStyle>
            <a:lvl1pPr>
              <a:defRPr sz="1400"/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2800" b="1">
          <a:solidFill>
            <a:srgbClr val="20242C"/>
          </a:solidFill>
          <a:latin typeface="Yu Mincho"/>
          <a:ea typeface="Yu Gothic"/>
        </a:defRPr>
      </a:lvl1pPr>
    </p:titleStyle>
    <p:bodyStyle>
      <a:lvl1pPr algn="l">
        <a:defRPr sz="1400">
          <a:solidFill>
            <a:srgbClr val="20242C"/>
          </a:solidFill>
          <a:latin typeface="Yu Gothic"/>
          <a:ea typeface="Yu Gothic"/>
        </a:defRPr>
      </a:lvl1pPr>
    </p:bodyStyle>
    <p:otherStyle/>
  </p:txStyles>
</p:sldMaster>
</file>

<file path=ppt/theme/theme1.xml><?xml version="1.0" encoding="utf-8"?>
<a:theme xmlns:a="http://schemas.openxmlformats.org/drawingml/2006/main" name="Dirty Grouped">
  <a:themeElements>
    <a:clrScheme name="Dirty Grouped">
      <a:dk1>
        <a:srgbClr val="20242C"/>
      </a:dk1>
      <a:lt1>
        <a:srgbClr val="FFFFFF"/>
      </a:lt1>
      <a:dk2>
        <a:srgbClr val="20242C"/>
      </a:dk2>
      <a:lt2>
        <a:srgbClr val="FFFFFF"/>
      </a:lt2>
      <a:accent1>
        <a:srgbClr val="2F6DF6"/>
      </a:accent1>
      <a:accent2>
        <a:srgbClr val="B98A2F"/>
      </a:accent2>
      <a:accent3>
        <a:srgbClr val="1B3A66"/>
      </a:accent3>
      <a:accent4>
        <a:srgbClr val="5A6472"/>
      </a:accent4>
      <a:accent5>
        <a:srgbClr val="EEF2FB"/>
      </a:accent5>
      <a:accent6>
        <a:srgbClr val="F4F1E9"/>
      </a:accent6>
      <a:hlink>
        <a:srgbClr val="2F6DF6"/>
      </a:hlink>
      <a:folHlink>
        <a:srgbClr val="5A6472"/>
      </a:folHlink>
    </a:clrScheme>
    <a:fontScheme name="Dirty Grouped">
      <a:majorFont>
        <a:latin typeface="Yu Mincho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SlideCraft</Application>
</Properties>
</file>

<file path=docProps/core.xml><?xml version="1.0" encoding="utf-8"?>
<cp:coreProperties xmlns:cp="http://schemas.openxmlformats.org/package/2006/metadata/core-properties" xmlns:dc="http://purl.org/dc/elements/1.1/">
  <dc:title>Dirty Grouped</dc:title>
  <dc:creator>SlideCraft fixture</dc:creator>
</cp:coreProperties>
</file>