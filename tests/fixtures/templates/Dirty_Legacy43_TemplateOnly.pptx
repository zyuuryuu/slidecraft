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sldIdLst/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>
  <p:cSld name="タイトル スライ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4206240"/>
            <a:ext cx="9144000" cy="109728"/>
          </a:xfrm>
          <a:prstGeom prst="rect">
            <a:avLst/>
          </a:prstGeom>
          <a:solidFill>
            <a:srgbClr val="1B3A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タイトル 3"/>
          <p:cNvSpPr>
            <a:spLocks noGrp="1"/>
          </p:cNvSpPr>
          <p:nvPr>
            <p:ph type="ctrTitle"/>
          </p:nvPr>
        </p:nvSpPr>
        <p:spPr/>
        <p:txBody>
          <a:bodyPr/>
          <a:lstStyle>
            <a:lvl1pPr>
              <a:defRPr sz="3600" b="1">
                <a:solidFill>
                  <a:srgbClr val="1B3A66"/>
                </a:solidFill>
              </a:defRPr>
            </a:lvl1pPr>
          </a:lstStyle>
          <a:p>
            <a:r>
              <a:rPr lang="ja-JP"/>
              <a:t>報告書タイトル</a:t>
            </a:r>
          </a:p>
        </p:txBody>
      </p:sp>
      <p:sp>
        <p:nvSpPr>
          <p:cNvPr id="4" name="テキスト プレースホルダー 4"/>
          <p:cNvSpPr>
            <a:spLocks noGrp="1"/>
          </p:cNvSpPr>
          <p:nvPr>
            <p:ph idx="4294967294"/>
          </p:nvPr>
        </p:nvSpPr>
        <p:spPr>
          <a:xfrm>
            <a:off x="822960" y="3017520"/>
            <a:ext cx="7498080" cy="640080"/>
          </a:xfrm>
        </p:spPr>
        <p:txBody>
          <a:bodyPr/>
          <a:lstStyle>
            <a:lvl1pPr>
              <a:defRPr sz="1800">
                <a:solidFill>
                  <a:srgbClr val="5A6472"/>
                </a:solidFill>
              </a:defRPr>
            </a:lvl1pPr>
          </a:lstStyle>
          <a:p>
            <a:r>
              <a:rPr lang="ja-JP"/>
              <a:t>副題テキスト</a:t>
            </a:r>
          </a:p>
        </p:txBody>
      </p:sp>
      <p:sp>
        <p:nvSpPr>
          <p:cNvPr id="5" name="日付プレースホルダー"/>
          <p:cNvSpPr>
            <a:spLocks noGrp="1"/>
          </p:cNvSpPr>
          <p:nvPr>
            <p:ph type="dt" sz="half" idx="2"/>
          </p:nvPr>
        </p:nvSpPr>
        <p:spPr>
          <a:xfrm>
            <a:off x="457200" y="6419088"/>
            <a:ext cx="2103120" cy="320040"/>
          </a:xfrm>
        </p:spPr>
        <p:txBody>
          <a:bodyPr/>
          <a:lstStyle>
            <a:lvl1pPr>
              <a:defRPr sz="1000">
                <a:solidFill>
                  <a:srgbClr val="5A6472"/>
                </a:solidFill>
              </a:defRPr>
            </a:lvl1pPr>
          </a:lstStyle>
          <a:p>
            <a:endParaRPr/>
          </a:p>
        </p:txBody>
      </p:sp>
      <p:sp>
        <p:nvSpPr>
          <p:cNvPr id="6" name="フッター プレースホルダー"/>
          <p:cNvSpPr>
            <a:spLocks noGrp="1"/>
          </p:cNvSpPr>
          <p:nvPr>
            <p:ph type="ftr" sz="quarter" idx="3"/>
          </p:nvPr>
        </p:nvSpPr>
        <p:spPr>
          <a:xfrm>
            <a:off x="2834640" y="6419088"/>
            <a:ext cx="3474720" cy="320040"/>
          </a:xfrm>
        </p:spPr>
        <p:txBody>
          <a:bodyPr/>
          <a:lstStyle>
            <a:lvl1pPr algn="ctr">
              <a:defRPr sz="1000">
                <a:solidFill>
                  <a:srgbClr val="5A6472"/>
                </a:solidFill>
              </a:defRPr>
            </a:lvl1pPr>
          </a:lstStyle>
          <a:p>
            <a:endParaRPr/>
          </a:p>
        </p:txBody>
      </p:sp>
      <p:sp>
        <p:nvSpPr>
          <p:cNvPr id="7" name="スライド番号プレースホルダー"/>
          <p:cNvSpPr>
            <a:spLocks noGrp="1"/>
          </p:cNvSpPr>
          <p:nvPr>
            <p:ph type="sldNum" sz="quarter" idx="4"/>
          </p:nvPr>
        </p:nvSpPr>
        <p:spPr>
          <a:xfrm>
            <a:off x="7955280" y="6419088"/>
            <a:ext cx="731520" cy="320040"/>
          </a:xfrm>
        </p:spPr>
        <p:txBody>
          <a:bodyPr/>
          <a:lstStyle>
            <a:lvl1pPr algn="r">
              <a:defRPr sz="1000">
                <a:solidFill>
                  <a:srgbClr val="5A6472"/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>
  <p:cSld name="タイトルとコンテンツ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>
                <a:solidFill>
                  <a:srgbClr val="1B3A66"/>
                </a:solidFill>
              </a:defRPr>
            </a:lvl1pPr>
          </a:lstStyle>
          <a:p>
            <a:r>
              <a:rPr lang="ja-JP"/>
              <a:t>見出し</a:t>
            </a:r>
          </a:p>
        </p:txBody>
      </p:sp>
      <p:sp>
        <p:nvSpPr>
          <p:cNvPr id="3" name="コンテンツ プレースホルダー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ja-JP"/>
              <a:t>本文</a:t>
            </a:r>
          </a:p>
        </p:txBody>
      </p:sp>
      <p:sp>
        <p:nvSpPr>
          <p:cNvPr id="4" name="日付プレースホルダー"/>
          <p:cNvSpPr>
            <a:spLocks noGrp="1"/>
          </p:cNvSpPr>
          <p:nvPr>
            <p:ph type="dt" sz="half" idx="2"/>
          </p:nvPr>
        </p:nvSpPr>
        <p:spPr>
          <a:xfrm>
            <a:off x="457200" y="6419088"/>
            <a:ext cx="2103120" cy="320040"/>
          </a:xfrm>
        </p:spPr>
        <p:txBody>
          <a:bodyPr/>
          <a:lstStyle>
            <a:lvl1pPr>
              <a:defRPr sz="1000">
                <a:solidFill>
                  <a:srgbClr val="5A6472"/>
                </a:solidFill>
              </a:defRPr>
            </a:lvl1pPr>
          </a:lstStyle>
          <a:p>
            <a:endParaRPr/>
          </a:p>
        </p:txBody>
      </p:sp>
      <p:sp>
        <p:nvSpPr>
          <p:cNvPr id="5" name="フッター プレースホルダー"/>
          <p:cNvSpPr>
            <a:spLocks noGrp="1"/>
          </p:cNvSpPr>
          <p:nvPr>
            <p:ph type="ftr" sz="quarter" idx="3"/>
          </p:nvPr>
        </p:nvSpPr>
        <p:spPr>
          <a:xfrm>
            <a:off x="2834640" y="6419088"/>
            <a:ext cx="3474720" cy="320040"/>
          </a:xfrm>
        </p:spPr>
        <p:txBody>
          <a:bodyPr/>
          <a:lstStyle>
            <a:lvl1pPr algn="ctr">
              <a:defRPr sz="1000">
                <a:solidFill>
                  <a:srgbClr val="5A6472"/>
                </a:solidFill>
              </a:defRPr>
            </a:lvl1pPr>
          </a:lstStyle>
          <a:p>
            <a:endParaRPr/>
          </a:p>
        </p:txBody>
      </p:sp>
      <p:sp>
        <p:nvSpPr>
          <p:cNvPr id="6" name="スライド番号プレースホルダー"/>
          <p:cNvSpPr>
            <a:spLocks noGrp="1"/>
          </p:cNvSpPr>
          <p:nvPr>
            <p:ph type="sldNum" sz="quarter" idx="4"/>
          </p:nvPr>
        </p:nvSpPr>
        <p:spPr>
          <a:xfrm>
            <a:off x="7955280" y="6419088"/>
            <a:ext cx="731520" cy="320040"/>
          </a:xfrm>
        </p:spPr>
        <p:txBody>
          <a:bodyPr/>
          <a:lstStyle>
            <a:lvl1pPr algn="r">
              <a:defRPr sz="1000">
                <a:solidFill>
                  <a:srgbClr val="5A6472"/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>
  <p:cSld name="図表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>
                <a:solidFill>
                  <a:srgbClr val="1B3A66"/>
                </a:solidFill>
              </a:defRPr>
            </a:lvl1pPr>
          </a:lstStyle>
          <a:p>
            <a:r>
              <a:rPr lang="ja-JP"/>
              <a:t>図表見出し</a:t>
            </a:r>
          </a:p>
        </p:txBody>
      </p:sp>
      <p:sp>
        <p:nvSpPr>
          <p:cNvPr id="3" name="図プレースホルダー 3"/>
          <p:cNvSpPr>
            <a:spLocks noGrp="1"/>
          </p:cNvSpPr>
          <p:nvPr>
            <p:ph idx="13"/>
          </p:nvPr>
        </p:nvSpPr>
        <p:spPr>
          <a:xfrm>
            <a:off x="502920" y="1463040"/>
            <a:ext cx="8138160" cy="4663440"/>
          </a:xfrm>
        </p:spPr>
        <p:txBody>
          <a:bodyPr/>
          <a:lstStyle>
            <a:lvl1pPr>
              <a:defRPr sz="2000"/>
            </a:lvl1pPr>
          </a:lstStyle>
          <a:p>
            <a:endParaRPr/>
          </a:p>
        </p:txBody>
      </p:sp>
      <p:sp>
        <p:nvSpPr>
          <p:cNvPr id="4" name="日付プレースホルダー"/>
          <p:cNvSpPr>
            <a:spLocks noGrp="1"/>
          </p:cNvSpPr>
          <p:nvPr>
            <p:ph type="dt" sz="half" idx="2"/>
          </p:nvPr>
        </p:nvSpPr>
        <p:spPr>
          <a:xfrm>
            <a:off x="457200" y="6419088"/>
            <a:ext cx="2103120" cy="320040"/>
          </a:xfrm>
        </p:spPr>
        <p:txBody>
          <a:bodyPr/>
          <a:lstStyle>
            <a:lvl1pPr>
              <a:defRPr sz="1000">
                <a:solidFill>
                  <a:srgbClr val="5A6472"/>
                </a:solidFill>
              </a:defRPr>
            </a:lvl1pPr>
          </a:lstStyle>
          <a:p>
            <a:endParaRPr/>
          </a:p>
        </p:txBody>
      </p:sp>
      <p:sp>
        <p:nvSpPr>
          <p:cNvPr id="5" name="フッター プレースホルダー"/>
          <p:cNvSpPr>
            <a:spLocks noGrp="1"/>
          </p:cNvSpPr>
          <p:nvPr>
            <p:ph type="ftr" sz="quarter" idx="3"/>
          </p:nvPr>
        </p:nvSpPr>
        <p:spPr>
          <a:xfrm>
            <a:off x="2834640" y="6419088"/>
            <a:ext cx="3474720" cy="320040"/>
          </a:xfrm>
        </p:spPr>
        <p:txBody>
          <a:bodyPr/>
          <a:lstStyle>
            <a:lvl1pPr algn="ctr">
              <a:defRPr sz="1000">
                <a:solidFill>
                  <a:srgbClr val="5A6472"/>
                </a:solidFill>
              </a:defRPr>
            </a:lvl1pPr>
          </a:lstStyle>
          <a:p>
            <a:endParaRPr/>
          </a:p>
        </p:txBody>
      </p:sp>
      <p:sp>
        <p:nvSpPr>
          <p:cNvPr id="6" name="スライド番号プレースホルダー"/>
          <p:cNvSpPr>
            <a:spLocks noGrp="1"/>
          </p:cNvSpPr>
          <p:nvPr>
            <p:ph type="sldNum" sz="quarter" idx="4"/>
          </p:nvPr>
        </p:nvSpPr>
        <p:spPr>
          <a:xfrm>
            <a:off x="7955280" y="6419088"/>
            <a:ext cx="731520" cy="320040"/>
          </a:xfrm>
        </p:spPr>
        <p:txBody>
          <a:bodyPr/>
          <a:lstStyle>
            <a:lvl1pPr algn="r">
              <a:defRPr sz="1000">
                <a:solidFill>
                  <a:srgbClr val="5A6472"/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2"/>
          <p:cNvSpPr>
            <a:spLocks noGrp="1"/>
          </p:cNvSpPr>
          <p:nvPr>
            <p:ph type="title"/>
          </p:nvPr>
        </p:nvSpPr>
        <p:spPr>
          <a:xfrm>
            <a:off x="502920" y="365760"/>
            <a:ext cx="8138160" cy="914400"/>
          </a:xfrm>
        </p:spPr>
        <p:txBody>
          <a:bodyPr/>
          <a:lstStyle>
            <a:lvl1pPr>
              <a:defRPr sz="2800"/>
            </a:lvl1pPr>
          </a:lstStyle>
          <a:p>
            <a:endParaRPr/>
          </a:p>
        </p:txBody>
      </p:sp>
      <p:sp>
        <p:nvSpPr>
          <p:cNvPr id="3" name="テキスト プレースホルダー 3"/>
          <p:cNvSpPr>
            <a:spLocks noGrp="1"/>
          </p:cNvSpPr>
          <p:nvPr>
            <p:ph type="body" idx="1"/>
          </p:nvPr>
        </p:nvSpPr>
        <p:spPr>
          <a:xfrm>
            <a:off x="502920" y="1463040"/>
            <a:ext cx="8138160" cy="4663440"/>
          </a:xfrm>
        </p:spPr>
        <p:txBody>
          <a:bodyPr/>
          <a:lstStyle>
            <a:lvl1pPr>
              <a:defRPr sz="1400"/>
            </a:lvl1pPr>
          </a:lstStyle>
          <a:p>
            <a:endParaRPr/>
          </a:p>
        </p:txBody>
      </p:sp>
      <p:sp>
        <p:nvSpPr>
          <p:cNvPr id="4" name="日付プレースホルダー"/>
          <p:cNvSpPr>
            <a:spLocks noGrp="1"/>
          </p:cNvSpPr>
          <p:nvPr>
            <p:ph type="dt" sz="half" idx="2"/>
          </p:nvPr>
        </p:nvSpPr>
        <p:spPr>
          <a:xfrm>
            <a:off x="457200" y="6419088"/>
            <a:ext cx="2103120" cy="320040"/>
          </a:xfrm>
        </p:spPr>
        <p:txBody>
          <a:bodyPr/>
          <a:lstStyle>
            <a:lvl1pPr>
              <a:defRPr sz="1000">
                <a:solidFill>
                  <a:srgbClr val="5A6472"/>
                </a:solidFill>
              </a:defRPr>
            </a:lvl1pPr>
          </a:lstStyle>
          <a:p>
            <a:endParaRPr/>
          </a:p>
        </p:txBody>
      </p:sp>
      <p:sp>
        <p:nvSpPr>
          <p:cNvPr id="5" name="フッター プレースホルダー"/>
          <p:cNvSpPr>
            <a:spLocks noGrp="1"/>
          </p:cNvSpPr>
          <p:nvPr>
            <p:ph type="ftr" sz="quarter" idx="3"/>
          </p:nvPr>
        </p:nvSpPr>
        <p:spPr>
          <a:xfrm>
            <a:off x="2834640" y="6419088"/>
            <a:ext cx="3474720" cy="320040"/>
          </a:xfrm>
        </p:spPr>
        <p:txBody>
          <a:bodyPr/>
          <a:lstStyle>
            <a:lvl1pPr algn="ctr">
              <a:defRPr sz="1000">
                <a:solidFill>
                  <a:srgbClr val="5A6472"/>
                </a:solidFill>
              </a:defRPr>
            </a:lvl1pPr>
          </a:lstStyle>
          <a:p>
            <a:endParaRPr/>
          </a:p>
        </p:txBody>
      </p:sp>
      <p:sp>
        <p:nvSpPr>
          <p:cNvPr id="6" name="スライド番号プレースホルダー"/>
          <p:cNvSpPr>
            <a:spLocks noGrp="1"/>
          </p:cNvSpPr>
          <p:nvPr>
            <p:ph type="sldNum" sz="quarter" idx="4"/>
          </p:nvPr>
        </p:nvSpPr>
        <p:spPr>
          <a:xfrm>
            <a:off x="7955280" y="6419088"/>
            <a:ext cx="731520" cy="320040"/>
          </a:xfrm>
        </p:spPr>
        <p:txBody>
          <a:bodyPr/>
          <a:lstStyle>
            <a:lvl1pPr algn="r">
              <a:defRPr sz="1000">
                <a:solidFill>
                  <a:srgbClr val="5A6472"/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>
        <a:defRPr sz="2800" b="1">
          <a:solidFill>
            <a:srgbClr val="222222"/>
          </a:solidFill>
          <a:latin typeface="Meiryo"/>
          <a:ea typeface="Meiryo"/>
        </a:defRPr>
      </a:lvl1pPr>
    </p:titleStyle>
    <p:bodyStyle>
      <a:lvl1pPr algn="l">
        <a:defRPr sz="1400">
          <a:solidFill>
            <a:srgbClr val="222222"/>
          </a:solidFill>
          <a:latin typeface="Meiryo"/>
          <a:ea typeface="Meiryo"/>
        </a:defRPr>
      </a:lvl1pPr>
    </p:bodyStyle>
    <p:otherStyle/>
  </p:txStyles>
</p:sldMaster>
</file>

<file path=ppt/theme/theme1.xml><?xml version="1.0" encoding="utf-8"?>
<a:theme xmlns:a="http://schemas.openxmlformats.org/drawingml/2006/main" name="Dirty Legacy 4x3">
  <a:themeElements>
    <a:clrScheme name="Dirty Legacy 4x3">
      <a:dk1>
        <a:srgbClr val="222222"/>
      </a:dk1>
      <a:lt1>
        <a:srgbClr val="FFFFFF"/>
      </a:lt1>
      <a:dk2>
        <a:srgbClr val="222222"/>
      </a:dk2>
      <a:lt2>
        <a:srgbClr val="FFFFFF"/>
      </a:lt2>
      <a:accent1>
        <a:srgbClr val="2F6DF6"/>
      </a:accent1>
      <a:accent2>
        <a:srgbClr val="B98A2F"/>
      </a:accent2>
      <a:accent3>
        <a:srgbClr val="1B3A66"/>
      </a:accent3>
      <a:accent4>
        <a:srgbClr val="5A6472"/>
      </a:accent4>
      <a:accent5>
        <a:srgbClr val="EEF2FB"/>
      </a:accent5>
      <a:accent6>
        <a:srgbClr val="F4F1E9"/>
      </a:accent6>
      <a:hlink>
        <a:srgbClr val="2F6DF6"/>
      </a:hlink>
      <a:folHlink>
        <a:srgbClr val="5A6472"/>
      </a:folHlink>
    </a:clrScheme>
    <a:fontScheme name="Dirty Legacy 4x3">
      <a:majorFont>
        <a:latin typeface="Meiryo"/>
        <a:ea typeface="Meiryo"/>
        <a:cs typeface=""/>
      </a:majorFont>
      <a:minorFont>
        <a:latin typeface="Meiryo"/>
        <a:ea typeface="Meiryo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SlideCraft</Application>
</Properties>
</file>

<file path=docProps/core.xml><?xml version="1.0" encoding="utf-8"?>
<cp:coreProperties xmlns:cp="http://schemas.openxmlformats.org/package/2006/metadata/core-properties" xmlns:dc="http://purl.org/dc/elements/1.1/">
  <dc:title>Dirty Legacy 4x3</dc:title>
  <dc:creator>SlideCraft fixture</dc:creator>
</cp:coreProperties>
</file>