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BottomPanel"/>
          <p:cNvSpPr>
            <a:spLocks noGrp="1" noSelect="0" noRot="1" noMove="1"/>
          </p:cNvSpPr>
          <p:nvPr/>
        </p:nvSpPr>
        <p:spPr>
          <a:xfrm>
            <a:off x="0" y="4754880"/>
            <a:ext cx="12192000" cy="21031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10" name="CategoryLabel.Top"/>
          <p:cNvSpPr>
            <a:spLocks noGrp="1"/>
          </p:cNvSpPr>
          <p:nvPr>
            <p:ph idx="10" type="body"/>
          </p:nvPr>
        </p:nvSpPr>
        <p:spPr>
          <a:xfrm>
            <a:off x="1097280" y="1371600"/>
            <a:ext cx="8229600" cy="411480"/>
          </a:xfrm>
        </p:spPr>
        <p:txBody>
          <a:bodyPr wrap="square" anchor="t" anchorCtr="0"/>
          <a:lstStyle>
            <a:defPPr>
              <a:defRPr sz="1500" b="1">
                <a:solidFill>
                  <a:srgbClr val="3B82F6"/>
                </a:solidFill>
              </a:defRPr>
            </a:defPPr>
          </a:lstStyle>
          <a:p>
            <a:pPr algn="l">
              <a:buNone/>
            </a:pPr>
            <a:r>
              <a:rPr lang="ja-JP"/>
              <a:t>CATEGORY LABEL</a:t>
            </a:r>
          </a:p>
        </p:txBody>
      </p:sp>
      <p:sp>
        <p:nvSpPr>
          <p:cNvPr id="11" name="Title.Center"/>
          <p:cNvSpPr>
            <a:spLocks noGrp="1"/>
          </p:cNvSpPr>
          <p:nvPr>
            <p:ph idx="0" type="ctrTitle"/>
          </p:nvPr>
        </p:nvSpPr>
        <p:spPr>
          <a:xfrm>
            <a:off x="1097280" y="1920240"/>
            <a:ext cx="9601200" cy="1371600"/>
          </a:xfrm>
        </p:spPr>
        <p:txBody>
          <a:bodyPr wrap="square" anchor="t" anchorCtr="0"/>
          <a:lstStyle>
            <a:defPPr>
              <a:defRPr sz="4800"/>
            </a:defPPr>
          </a:lstStyle>
          <a:p>
            <a:pPr algn="l">
              <a:buNone/>
            </a:pPr>
            <a:r>
              <a:rPr lang="ja-JP"/>
              <a:t>プレゼンテーションタイトル</a:t>
            </a:r>
          </a:p>
        </p:txBody>
      </p:sp>
      <p:sp>
        <p:nvSpPr>
          <p:cNvPr id="12" name="Subtitle.Center"/>
          <p:cNvSpPr>
            <a:spLocks noGrp="1"/>
          </p:cNvSpPr>
          <p:nvPr>
            <p:ph idx="1" type="subTitle"/>
          </p:nvPr>
        </p:nvSpPr>
        <p:spPr>
          <a:xfrm>
            <a:off x="1097280" y="3383280"/>
            <a:ext cx="8229600" cy="640080"/>
          </a:xfrm>
        </p:spPr>
        <p:txBody>
          <a:bodyPr wrap="square" anchor="t" anchorCtr="0"/>
          <a:lstStyle>
            <a:defPPr>
              <a:defRPr sz="20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サブタイトル・説明文</a:t>
            </a:r>
          </a:p>
        </p:txBody>
      </p:sp>
      <p:sp>
        <p:nvSpPr>
          <p:cNvPr id="13" name="Date.Bottom"/>
          <p:cNvSpPr>
            <a:spLocks noGrp="1"/>
          </p:cNvSpPr>
          <p:nvPr>
            <p:ph idx="11" type="body"/>
          </p:nvPr>
        </p:nvSpPr>
        <p:spPr>
          <a:xfrm>
            <a:off x="1097280" y="5120640"/>
            <a:ext cx="7315200" cy="365760"/>
          </a:xfrm>
        </p:spPr>
        <p:txBody>
          <a:bodyPr wrap="square" anchor="t" anchorCtr="0"/>
          <a:lstStyle>
            <a:defPPr>
              <a:defRPr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日付  |  組織名  |  部門名</a:t>
            </a:r>
          </a:p>
        </p:txBody>
      </p:sp>
      <p:sp>
        <p:nvSpPr>
          <p:cNvPr id="14" name="Footer.Bottom"/>
          <p:cNvSpPr>
            <a:spLocks noGrp="1"/>
          </p:cNvSpPr>
          <p:nvPr>
            <p:ph idx="12" type="body"/>
          </p:nvPr>
        </p:nvSpPr>
        <p:spPr>
          <a:xfrm>
            <a:off x="1097280" y="5577840"/>
            <a:ext cx="36576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Confidential</a:t>
            </a:r>
          </a:p>
        </p:txBody>
      </p:sp>
    </p:spTree>
  </p:cSld>
  <p:clrMapOvr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.1Title.Single+1M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MetaPanel"/>
          <p:cNvSpPr>
            <a:spLocks noGrp="1" noSelect="0" noRot="1" noMove="1"/>
          </p:cNvSpPr>
          <p:nvPr/>
        </p:nvSpPr>
        <p:spPr>
          <a:xfrm>
            <a:off x="8046720" y="109728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141B41"/>
          </a:solidFill>
          <a:ln>
            <a:noFill/>
          </a:ln>
        </p:spPr>
      </p:sp>
      <p:sp>
        <p:nvSpPr>
          <p:cNvPr id="10" name="CategoryLabel.Top"/>
          <p:cNvSpPr>
            <a:spLocks noGrp="1"/>
          </p:cNvSpPr>
          <p:nvPr>
            <p:ph idx="10" type="body"/>
          </p:nvPr>
        </p:nvSpPr>
        <p:spPr>
          <a:xfrm>
            <a:off x="1097280" y="1097280"/>
            <a:ext cx="5943600" cy="365760"/>
          </a:xfrm>
        </p:spPr>
        <p:txBody>
          <a:bodyPr wrap="square" anchor="t" anchorCtr="0"/>
          <a:lstStyle>
            <a:defPPr>
              <a:defRPr sz="1400" b="1">
                <a:solidFill>
                  <a:srgbClr val="3B82F6"/>
                </a:solidFill>
              </a:defRPr>
            </a:defPPr>
          </a:lstStyle>
          <a:p>
            <a:pPr algn="l">
              <a:buNone/>
            </a:pPr>
            <a:r>
              <a:rPr lang="ja-JP"/>
              <a:t>DATA ANALYSIS REPORT</a:t>
            </a:r>
          </a:p>
        </p:txBody>
      </p:sp>
      <p:sp>
        <p:nvSpPr>
          <p:cNvPr id="11" name="Title.Left"/>
          <p:cNvSpPr>
            <a:spLocks noGrp="1"/>
          </p:cNvSpPr>
          <p:nvPr>
            <p:ph idx="0" type="ctrTitle"/>
          </p:nvPr>
        </p:nvSpPr>
        <p:spPr>
          <a:xfrm>
            <a:off x="1097280" y="1645920"/>
            <a:ext cx="6400800" cy="1645920"/>
          </a:xfrm>
        </p:spPr>
        <p:txBody>
          <a:bodyPr wrap="square" anchor="t" anchorCtr="0"/>
          <a:lstStyle>
            <a:defPPr>
              <a:defRPr sz="4400"/>
            </a:defPPr>
          </a:lstStyle>
          <a:p>
            <a:pPr algn="l">
              <a:buNone/>
            </a:pPr>
            <a:r>
              <a:rPr lang="ja-JP"/>
              <a:t>レポートタイトル</a:t>
            </a:r>
          </a:p>
        </p:txBody>
      </p:sp>
      <p:sp>
        <p:nvSpPr>
          <p:cNvPr id="12" name="Subtitle.Left"/>
          <p:cNvSpPr>
            <a:spLocks noGrp="1"/>
          </p:cNvSpPr>
          <p:nvPr>
            <p:ph idx="1" type="subTitle"/>
          </p:nvPr>
        </p:nvSpPr>
        <p:spPr>
          <a:xfrm>
            <a:off x="1097280" y="3474720"/>
            <a:ext cx="6400800" cy="548640"/>
          </a:xfrm>
        </p:spPr>
        <p:txBody>
          <a:bodyPr wrap="square" anchor="t" anchorCtr="0"/>
          <a:lstStyle>
            <a:defPPr>
              <a:defRPr sz="18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13" name="Meta.Right"/>
          <p:cNvSpPr>
            <a:spLocks noGrp="1"/>
          </p:cNvSpPr>
          <p:nvPr>
            <p:ph idx="11" type="body"/>
          </p:nvPr>
        </p:nvSpPr>
        <p:spPr>
          <a:xfrm>
            <a:off x="8321040" y="1463040"/>
            <a:ext cx="2926080" cy="3474720"/>
          </a:xfrm>
        </p:spPr>
        <p:txBody>
          <a:bodyPr wrap="square" anchor="t" anchorCtr="0"/>
          <a:lstStyle>
            <a:defPPr>
              <a:defRPr sz="13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作成日：
作成者：
バージョン：
ステータス：
配布先：</a:t>
            </a:r>
          </a:p>
        </p:txBody>
      </p:sp>
      <p:sp>
        <p:nvSpPr>
          <p:cNvPr id="14" name="Footer.Bottom"/>
          <p:cNvSpPr>
            <a:spLocks noGrp="1"/>
          </p:cNvSpPr>
          <p:nvPr>
            <p:ph idx="12" type="body"/>
          </p:nvPr>
        </p:nvSpPr>
        <p:spPr>
          <a:xfrm>
            <a:off x="1097280" y="5669280"/>
            <a:ext cx="54864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Confidential</a:t>
            </a:r>
          </a:p>
        </p:txBody>
      </p:sp>
    </p:spTree>
  </p:cSld>
  <p:clrMapOvr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.1Title.Single+1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>
            <a:spLocks noGrp="1" noSelect="0" noRot="1" noMove="1"/>
          </p:cNvSpPr>
          <p:nvPr/>
        </p:nvSpPr>
        <p:spPr>
          <a:xfrm>
            <a:off x="0" y="0"/>
            <a:ext cx="6858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RightPanel"/>
          <p:cNvSpPr>
            <a:spLocks noGrp="1" noSelect="0" noRot="1" noMove="1"/>
          </p:cNvSpPr>
          <p:nvPr/>
        </p:nvSpPr>
        <p:spPr>
          <a:xfrm>
            <a:off x="6858000" y="0"/>
            <a:ext cx="5333695" cy="6858000"/>
          </a:xfrm>
          <a:prstGeom prst="rect"/>
          <a:solidFill>
            <a:srgbClr val="F5F7FA"/>
          </a:solidFill>
          <a:ln>
            <a:noFill/>
          </a:ln>
        </p:spPr>
      </p:sp>
      <p:sp>
        <p:nvSpPr>
          <p:cNvPr id="4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CornerBlock"/>
          <p:cNvSpPr>
            <a:spLocks noGrp="1" noSelect="0" noRot="1" noMove="1"/>
          </p:cNvSpPr>
          <p:nvPr/>
        </p:nvSpPr>
        <p:spPr>
          <a:xfrm>
            <a:off x="6858000" y="0"/>
            <a:ext cx="365760" cy="36576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10" name="CategoryLabel.Left"/>
          <p:cNvSpPr>
            <a:spLocks noGrp="1"/>
          </p:cNvSpPr>
          <p:nvPr>
            <p:ph idx="10" type="body"/>
          </p:nvPr>
        </p:nvSpPr>
        <p:spPr>
          <a:xfrm>
            <a:off x="1097280" y="1371600"/>
            <a:ext cx="5029200" cy="365760"/>
          </a:xfrm>
        </p:spPr>
        <p:txBody>
          <a:bodyPr wrap="square" anchor="t" anchorCtr="0"/>
          <a:lstStyle>
            <a:defPPr>
              <a:defRPr sz="1400" b="1">
                <a:solidFill>
                  <a:srgbClr val="3B82F6"/>
                </a:solidFill>
              </a:defRPr>
            </a:defPPr>
          </a:lstStyle>
          <a:p>
            <a:pPr algn="l">
              <a:buNone/>
            </a:pPr>
            <a:r>
              <a:rPr lang="ja-JP"/>
              <a:t>REPORT</a:t>
            </a:r>
          </a:p>
        </p:txBody>
      </p:sp>
      <p:sp>
        <p:nvSpPr>
          <p:cNvPr id="11" name="Title.Left"/>
          <p:cNvSpPr>
            <a:spLocks noGrp="1"/>
          </p:cNvSpPr>
          <p:nvPr>
            <p:ph idx="0" type="ctrTitle"/>
          </p:nvPr>
        </p:nvSpPr>
        <p:spPr>
          <a:xfrm>
            <a:off x="1097280" y="1920240"/>
            <a:ext cx="5303520" cy="1828800"/>
          </a:xfrm>
        </p:spPr>
        <p:txBody>
          <a:bodyPr wrap="square" anchor="t" anchorCtr="0"/>
          <a:lstStyle>
            <a:defPPr>
              <a:defRPr sz="4200"/>
            </a:defPPr>
          </a:lstStyle>
          <a:p>
            <a:pPr algn="l">
              <a:buNone/>
            </a:pPr>
            <a:r>
              <a:rPr lang="ja-JP"/>
              <a:t>タイトル</a:t>
            </a:r>
          </a:p>
        </p:txBody>
      </p:sp>
      <p:sp>
        <p:nvSpPr>
          <p:cNvPr id="12" name="Subtitle.Left"/>
          <p:cNvSpPr>
            <a:spLocks noGrp="1"/>
          </p:cNvSpPr>
          <p:nvPr>
            <p:ph idx="1" type="subTitle"/>
          </p:nvPr>
        </p:nvSpPr>
        <p:spPr>
          <a:xfrm>
            <a:off x="1097280" y="3931920"/>
            <a:ext cx="5029200" cy="54864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13" name="Summary.Right"/>
          <p:cNvSpPr>
            <a:spLocks noGrp="1"/>
          </p:cNvSpPr>
          <p:nvPr>
            <p:ph idx="11" type="body"/>
          </p:nvPr>
        </p:nvSpPr>
        <p:spPr>
          <a:xfrm>
            <a:off x="7315200" y="1097280"/>
            <a:ext cx="4389120" cy="5029200"/>
          </a:xfrm>
        </p:spPr>
        <p:txBody>
          <a:bodyPr wrap="square" anchor="t" anchorCtr="0"/>
          <a:lstStyle>
            <a:defPPr>
              <a:defRPr>
                <a:solidFill>
                  <a:srgbClr val="1E293B"/>
                </a:solidFill>
              </a:defRPr>
            </a:defPPr>
          </a:lstStyle>
          <a:p>
            <a:pPr algn="l">
              <a:buNone/>
            </a:pPr>
            <a:r>
              <a:rPr lang="ja-JP"/>
              <a:t>サマリー・概要テキスト
または画像を配置</a:t>
            </a:r>
          </a:p>
        </p:txBody>
      </p:sp>
      <p:sp>
        <p:nvSpPr>
          <p:cNvPr id="14" name="Date.Bottom"/>
          <p:cNvSpPr>
            <a:spLocks noGrp="1"/>
          </p:cNvSpPr>
          <p:nvPr>
            <p:ph idx="12" type="body"/>
          </p:nvPr>
        </p:nvSpPr>
        <p:spPr>
          <a:xfrm>
            <a:off x="1097280" y="5669280"/>
            <a:ext cx="45720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日付  |  組織名</a:t>
            </a:r>
          </a:p>
        </p:txBody>
      </p:sp>
    </p:spTree>
  </p:cSld>
  <p:clrMapOvr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TopBlock"/>
          <p:cNvSpPr>
            <a:spLocks noGrp="1" noSelect="0" noRot="1" noMove="1"/>
          </p:cNvSpPr>
          <p:nvPr/>
        </p:nvSpPr>
        <p:spPr>
          <a:xfrm>
            <a:off x="1097280" y="731520"/>
            <a:ext cx="548640" cy="73152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10" name="SectionLabel.Top"/>
          <p:cNvSpPr>
            <a:spLocks noGrp="1"/>
          </p:cNvSpPr>
          <p:nvPr>
            <p:ph idx="10" type="body"/>
          </p:nvPr>
        </p:nvSpPr>
        <p:spPr>
          <a:xfrm>
            <a:off x="1097280" y="1005840"/>
            <a:ext cx="4572000" cy="365760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pPr algn="l">
              <a:buNone/>
            </a:pPr>
            <a:r>
              <a:rPr lang="ja-JP"/>
              <a:t>SECTION</a:t>
            </a:r>
          </a:p>
        </p:txBody>
      </p:sp>
      <p:sp>
        <p:nvSpPr>
          <p:cNvPr id="11" name="Title.Center"/>
          <p:cNvSpPr>
            <a:spLocks noGrp="1"/>
          </p:cNvSpPr>
          <p:nvPr>
            <p:ph idx="15" type="body"/>
          </p:nvPr>
        </p:nvSpPr>
        <p:spPr>
          <a:xfrm>
            <a:off x="1097280" y="1645920"/>
            <a:ext cx="9601200" cy="2011680"/>
          </a:xfrm>
        </p:spPr>
        <p:txBody>
          <a:bodyPr wrap="square" anchor="t" anchorCtr="0"/>
          <a:lstStyle>
            <a:defPPr>
              <a:defRPr sz="4000" b="1">
                <a:solidFill>
                  <a:srgbClr val="FFFFFF"/>
                </a:solidFill>
              </a:defRPr>
            </a:defPPr>
          </a:lstStyle>
          <a:p>
            <a:pPr algn="l">
              <a:buNone/>
            </a:pPr>
            <a:r>
              <a:rPr lang="ja-JP"/>
              <a:t>セクションタイトル</a:t>
            </a:r>
          </a:p>
        </p:txBody>
      </p:sp>
      <p:sp>
        <p:nvSpPr>
          <p:cNvPr id="12" name="Description.Bottom"/>
          <p:cNvSpPr>
            <a:spLocks noGrp="1"/>
          </p:cNvSpPr>
          <p:nvPr>
            <p:ph idx="11" type="body"/>
          </p:nvPr>
        </p:nvSpPr>
        <p:spPr>
          <a:xfrm>
            <a:off x="1097280" y="4114800"/>
            <a:ext cx="9144000" cy="13716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説明テキストを入力</a:t>
            </a:r>
          </a:p>
        </p:txBody>
      </p:sp>
    </p:spTree>
  </p:cSld>
  <p:clrMapOvr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Nav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NumPanel"/>
          <p:cNvSpPr>
            <a:spLocks noGrp="1" noSelect="0" noRot="1" noMove="1"/>
          </p:cNvSpPr>
          <p:nvPr/>
        </p:nvSpPr>
        <p:spPr>
          <a:xfrm>
            <a:off x="731520" y="914400"/>
            <a:ext cx="2560320" cy="4572000"/>
          </a:xfrm>
          <a:prstGeom prst="roundRect">
            <a:avLst>
              <a:gd name="adj" fmla="val 10000"/>
            </a:avLst>
          </a:prstGeom>
          <a:solidFill>
            <a:srgbClr val="2D3A6E"/>
          </a:solidFill>
          <a:ln>
            <a:noFill/>
          </a:ln>
        </p:spPr>
      </p:sp>
      <p:sp>
        <p:nvSpPr>
          <p:cNvPr id="10" name="SectionNumber.Left"/>
          <p:cNvSpPr>
            <a:spLocks noGrp="1"/>
          </p:cNvSpPr>
          <p:nvPr>
            <p:ph idx="10" type="body"/>
          </p:nvPr>
        </p:nvSpPr>
        <p:spPr>
          <a:xfrm>
            <a:off x="914400" y="1371600"/>
            <a:ext cx="2194560" cy="2286000"/>
          </a:xfrm>
        </p:spPr>
        <p:txBody>
          <a:bodyPr wrap="square" anchor="t" anchorCtr="0"/>
          <a:lstStyle>
            <a:defPPr algn="ctr">
              <a:defRPr sz="8000" b="1">
                <a:solidFill>
                  <a:srgbClr val="3B82F6"/>
                </a:solidFill>
              </a:defRPr>
            </a:defPPr>
          </a:lstStyle>
          <a:p>
            <a:pPr algn="ctr">
              <a:buNone/>
            </a:pPr>
            <a:r>
              <a:rPr lang="ja-JP"/>
              <a:t>01</a:t>
            </a:r>
          </a:p>
        </p:txBody>
      </p:sp>
      <p:sp>
        <p:nvSpPr>
          <p:cNvPr id="11" name="SectionLabel.Left"/>
          <p:cNvSpPr>
            <a:spLocks noGrp="1"/>
          </p:cNvSpPr>
          <p:nvPr>
            <p:ph idx="11" type="body"/>
          </p:nvPr>
        </p:nvSpPr>
        <p:spPr>
          <a:xfrm>
            <a:off x="914400" y="3657600"/>
            <a:ext cx="2194560" cy="365760"/>
          </a:xfrm>
        </p:spPr>
        <p:txBody>
          <a:bodyPr wrap="square" anchor="t" anchorCtr="0"/>
          <a:lstStyle>
            <a:defPPr algn="ctr">
              <a:defRPr sz="1200">
                <a:solidFill>
                  <a:srgbClr val="CADCFC"/>
                </a:solidFill>
              </a:defRPr>
            </a:defPPr>
          </a:lstStyle>
          <a:p>
            <a:pPr algn="ctr">
              <a:buNone/>
            </a:pPr>
            <a:r>
              <a:rPr lang="ja-JP"/>
              <a:t>SECTION</a:t>
            </a:r>
          </a:p>
        </p:txBody>
      </p:sp>
      <p:sp>
        <p:nvSpPr>
          <p:cNvPr id="12" name="Title.Right"/>
          <p:cNvSpPr>
            <a:spLocks noGrp="1"/>
          </p:cNvSpPr>
          <p:nvPr>
            <p:ph idx="15" type="body"/>
          </p:nvPr>
        </p:nvSpPr>
        <p:spPr>
          <a:xfrm>
            <a:off x="3840480" y="1371600"/>
            <a:ext cx="7772400" cy="1828800"/>
          </a:xfrm>
        </p:spPr>
        <p:txBody>
          <a:bodyPr wrap="square" anchor="t" anchorCtr="0"/>
          <a:lstStyle>
            <a:defPPr>
              <a:defRPr sz="3800" b="1">
                <a:solidFill>
                  <a:srgbClr val="FFFFFF"/>
                </a:solidFill>
              </a:defRPr>
            </a:defPPr>
          </a:lstStyle>
          <a:p>
            <a:pPr algn="l">
              <a:buNone/>
            </a:pPr>
            <a:r>
              <a:rPr lang="ja-JP"/>
              <a:t>セクションタイトル</a:t>
            </a:r>
          </a:p>
        </p:txBody>
      </p:sp>
      <p:sp>
        <p:nvSpPr>
          <p:cNvPr id="13" name="Description.Right"/>
          <p:cNvSpPr>
            <a:spLocks noGrp="1"/>
          </p:cNvSpPr>
          <p:nvPr>
            <p:ph idx="12" type="body"/>
          </p:nvPr>
        </p:nvSpPr>
        <p:spPr>
          <a:xfrm>
            <a:off x="3840480" y="3657600"/>
            <a:ext cx="7772400" cy="18288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説明テキストを入力</a:t>
            </a:r>
          </a:p>
        </p:txBody>
      </p:sp>
    </p:spTree>
  </p:cSld>
  <p:clrMapOvr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Break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G"/>
          <p:cNvSpPr>
            <a:spLocks noGrp="1" noSelect="0" noRot="1" noMove="1"/>
          </p:cNvSpPr>
          <p:nvPr/>
        </p:nvSpPr>
        <p:spPr>
          <a:xfrm>
            <a:off x="0" y="0"/>
            <a:ext cx="12192000" cy="25603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Banner"/>
          <p:cNvSpPr>
            <a:spLocks noGrp="1" noSelect="0" noRot="1" noMove="1"/>
          </p:cNvSpPr>
          <p:nvPr/>
        </p:nvSpPr>
        <p:spPr>
          <a:xfrm>
            <a:off x="0" y="2560320"/>
            <a:ext cx="12192000" cy="201168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4" name="BottomBG"/>
          <p:cNvSpPr>
            <a:spLocks noGrp="1" noSelect="0" noRot="1" noMove="1"/>
          </p:cNvSpPr>
          <p:nvPr/>
        </p:nvSpPr>
        <p:spPr>
          <a:xfrm>
            <a:off x="0" y="4572000"/>
            <a:ext cx="12192000" cy="2286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5" name="AccentTop"/>
          <p:cNvSpPr>
            <a:spLocks noGrp="1" noSelect="0" noRot="1" noMove="1"/>
          </p:cNvSpPr>
          <p:nvPr/>
        </p:nvSpPr>
        <p:spPr>
          <a:xfrm>
            <a:off x="0" y="2560320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6" name="AccentBottom"/>
          <p:cNvSpPr>
            <a:spLocks noGrp="1" noSelect="0" noRot="1" noMove="1"/>
          </p:cNvSpPr>
          <p:nvPr/>
        </p:nvSpPr>
        <p:spPr>
          <a:xfrm>
            <a:off x="0" y="4517136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10" name="SectionLabel.Top"/>
          <p:cNvSpPr>
            <a:spLocks noGrp="1"/>
          </p:cNvSpPr>
          <p:nvPr>
            <p:ph idx="10" type="body"/>
          </p:nvPr>
        </p:nvSpPr>
        <p:spPr>
          <a:xfrm>
            <a:off x="1097280" y="1097280"/>
            <a:ext cx="9144000" cy="365760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pPr algn="l">
              <a:buNone/>
            </a:pPr>
            <a:r>
              <a:rPr lang="ja-JP"/>
              <a:t>SECTION 01</a:t>
            </a:r>
          </a:p>
        </p:txBody>
      </p:sp>
      <p:sp>
        <p:nvSpPr>
          <p:cNvPr id="11" name="Title.Center"/>
          <p:cNvSpPr>
            <a:spLocks noGrp="1"/>
          </p:cNvSpPr>
          <p:nvPr>
            <p:ph idx="15" type="body"/>
          </p:nvPr>
        </p:nvSpPr>
        <p:spPr>
          <a:xfrm>
            <a:off x="1097280" y="2743200"/>
            <a:ext cx="9601200" cy="1371600"/>
          </a:xfrm>
        </p:spPr>
        <p:txBody>
          <a:bodyPr wrap="square" anchor="t" anchorCtr="0"/>
          <a:lstStyle>
            <a:defPPr>
              <a:defRPr sz="4400" b="1">
                <a:solidFill>
                  <a:srgbClr val="FFFFFF"/>
                </a:solidFill>
              </a:defRPr>
            </a:defPPr>
          </a:lstStyle>
          <a:p>
            <a:pPr algn="l">
              <a:buNone/>
            </a:pPr>
            <a:r>
              <a:rPr lang="ja-JP"/>
              <a:t>セクションタイトル</a:t>
            </a:r>
          </a:p>
        </p:txBody>
      </p:sp>
      <p:sp>
        <p:nvSpPr>
          <p:cNvPr id="12" name="Description.Bottom"/>
          <p:cNvSpPr>
            <a:spLocks noGrp="1"/>
          </p:cNvSpPr>
          <p:nvPr>
            <p:ph idx="11" type="body"/>
          </p:nvPr>
        </p:nvSpPr>
        <p:spPr>
          <a:xfrm>
            <a:off x="1097280" y="4846320"/>
            <a:ext cx="9144000" cy="1097280"/>
          </a:xfrm>
        </p:spPr>
        <p:txBody>
          <a:bodyPr wrap="square" anchor="t" anchorCtr="0"/>
          <a:lstStyle>
            <a:defPPr>
              <a:defRPr sz="15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説明テキスト</a:t>
            </a:r>
          </a:p>
        </p:txBody>
      </p:sp>
    </p:spTree>
  </p:cSld>
  <p:clrMapOvr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.1Body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20" name="Body.Center"/>
          <p:cNvSpPr>
            <a:spLocks noGrp="1"/>
          </p:cNvSpPr>
          <p:nvPr>
            <p:ph idx="1" type="body"/>
          </p:nvPr>
        </p:nvSpPr>
        <p:spPr>
          <a:xfrm>
            <a:off x="731520" y="1325880"/>
            <a:ext cx="10698480" cy="4937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コンテンツを入力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.1Body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5" name="SidePanel"/>
          <p:cNvSpPr>
            <a:spLocks noGrp="1" noSelect="0" noRot="1" noMove="1"/>
          </p:cNvSpPr>
          <p:nvPr/>
        </p:nvSpPr>
        <p:spPr>
          <a:xfrm>
            <a:off x="8595360" y="1234440"/>
            <a:ext cx="3200400" cy="5120640"/>
          </a:xfrm>
          <a:prstGeom prst="roundRect">
            <a:avLst>
              <a:gd name="adj" fmla="val 8000"/>
            </a:avLst>
          </a:prstGeom>
          <a:solidFill>
            <a:srgbClr val="EDF0F7"/>
          </a:solidFill>
          <a:ln>
            <a:noFill/>
          </a:ln>
        </p:spPr>
      </p:sp>
      <p:sp>
        <p:nvSpPr>
          <p:cNvPr id="20" name="Body.Left"/>
          <p:cNvSpPr>
            <a:spLocks noGrp="1"/>
          </p:cNvSpPr>
          <p:nvPr>
            <p:ph idx="1" type="body"/>
          </p:nvPr>
        </p:nvSpPr>
        <p:spPr>
          <a:xfrm>
            <a:off x="731520" y="1325880"/>
            <a:ext cx="7498079" cy="4937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メインコンテンツ</a:t>
            </a:r>
          </a:p>
        </p:txBody>
      </p:sp>
      <p:sp>
        <p:nvSpPr>
          <p:cNvPr id="21" name="Notes.Right"/>
          <p:cNvSpPr>
            <a:spLocks noGrp="1"/>
          </p:cNvSpPr>
          <p:nvPr>
            <p:ph idx="2" type="body"/>
          </p:nvPr>
        </p:nvSpPr>
        <p:spPr>
          <a:xfrm>
            <a:off x="8869680" y="1508760"/>
            <a:ext cx="2743200" cy="4663440"/>
          </a:xfrm>
        </p:spPr>
        <p:txBody>
          <a:bodyPr wrap="square" anchor="t" anchorCtr="0"/>
          <a:lstStyle>
            <a:defPPr>
              <a:defRPr sz="1200"/>
            </a:defPPr>
          </a:lstStyle>
          <a:p>
            <a:pPr algn="l">
              <a:buNone/>
            </a:pPr>
            <a:r>
              <a:rPr lang="ja-JP"/>
              <a:t>サイドバー
補足情報・メモ・
関連リンク等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.1Body.Single+1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5" name="FooterBar"/>
          <p:cNvSpPr>
            <a:spLocks noGrp="1" noSelect="0" noRot="1" noMove="1"/>
          </p:cNvSpPr>
          <p:nvPr/>
        </p:nvSpPr>
        <p:spPr>
          <a:xfrm>
            <a:off x="0" y="5943600"/>
            <a:ext cx="12192000" cy="914400"/>
          </a:xfrm>
          <a:prstGeom prst="rect"/>
          <a:solidFill>
            <a:srgbClr val="EDF0F7"/>
          </a:solidFill>
          <a:ln>
            <a:noFill/>
          </a:ln>
        </p:spPr>
      </p:sp>
      <p:sp>
        <p:nvSpPr>
          <p:cNvPr id="20" name="Body.Center"/>
          <p:cNvSpPr>
            <a:spLocks noGrp="1"/>
          </p:cNvSpPr>
          <p:nvPr>
            <p:ph idx="1" type="body"/>
          </p:nvPr>
        </p:nvSpPr>
        <p:spPr>
          <a:xfrm>
            <a:off x="731520" y="1325880"/>
            <a:ext cx="10698480" cy="43891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コンテンツを入力</a:t>
            </a:r>
          </a:p>
        </p:txBody>
      </p:sp>
      <p:sp>
        <p:nvSpPr>
          <p:cNvPr id="21" name="Source.Bottom"/>
          <p:cNvSpPr>
            <a:spLocks noGrp="1"/>
          </p:cNvSpPr>
          <p:nvPr>
            <p:ph idx="2" type="body"/>
          </p:nvPr>
        </p:nvSpPr>
        <p:spPr>
          <a:xfrm>
            <a:off x="731520" y="6080760"/>
            <a:ext cx="10058400" cy="548640"/>
          </a:xfrm>
        </p:spPr>
        <p:txBody>
          <a:bodyPr wrap="square" anchor="t" anchorCtr="0"/>
          <a:lstStyle>
            <a:defPPr>
              <a:defRPr sz="1000">
                <a:solidFill>
                  <a:srgbClr val="94A3B8"/>
                </a:solidFill>
              </a:defRPr>
            </a:defPPr>
          </a:lstStyle>
          <a:p>
            <a:pPr algn="l">
              <a:buNone/>
            </a:pPr>
            <a:r>
              <a:rPr lang="ja-JP"/>
              <a:t>出典：データソースを記載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.1Body.Single+1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5" name="Callout"/>
          <p:cNvSpPr>
            <a:spLocks noGrp="1" noSelect="0" noRot="1" noMove="1"/>
          </p:cNvSpPr>
          <p:nvPr/>
        </p:nvSpPr>
        <p:spPr>
          <a:xfrm>
            <a:off x="640080" y="123444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6" name="CalloutAccent"/>
          <p:cNvSpPr>
            <a:spLocks noGrp="1" noSelect="0" noRot="1" noMove="1"/>
          </p:cNvSpPr>
          <p:nvPr/>
        </p:nvSpPr>
        <p:spPr>
          <a:xfrm>
            <a:off x="640080" y="1234440"/>
            <a:ext cx="73152" cy="109728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20" name="Callout.Top"/>
          <p:cNvSpPr>
            <a:spLocks noGrp="1"/>
          </p:cNvSpPr>
          <p:nvPr>
            <p:ph idx="2" type="body"/>
          </p:nvPr>
        </p:nvSpPr>
        <p:spPr>
          <a:xfrm>
            <a:off x="1005840" y="1371600"/>
            <a:ext cx="10241280" cy="777240"/>
          </a:xfrm>
        </p:spPr>
        <p:txBody>
          <a:bodyPr wrap="square" anchor="t" anchorCtr="0"/>
          <a:lstStyle>
            <a:defPPr>
              <a:defRPr sz="1300">
                <a:solidFill>
                  <a:srgbClr val="1E2761"/>
                </a:solidFill>
              </a:defRPr>
            </a:defPPr>
          </a:lstStyle>
          <a:p>
            <a:pPr algn="l">
              <a:buNone/>
            </a:pPr>
            <a:r>
              <a:rPr lang="ja-JP"/>
              <a:t>キーメッセージ・要約を記入</a:t>
            </a:r>
          </a:p>
        </p:txBody>
      </p:sp>
      <p:sp>
        <p:nvSpPr>
          <p:cNvPr id="21" name="Body.Center"/>
          <p:cNvSpPr>
            <a:spLocks noGrp="1"/>
          </p:cNvSpPr>
          <p:nvPr>
            <p:ph idx="1" type="body"/>
          </p:nvPr>
        </p:nvSpPr>
        <p:spPr>
          <a:xfrm>
            <a:off x="731520" y="2560320"/>
            <a:ext cx="10698480" cy="3749039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コンテンツを入力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lumn.2Body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20" name="Body1.Left"/>
          <p:cNvSpPr>
            <a:spLocks noGrp="1"/>
          </p:cNvSpPr>
          <p:nvPr>
            <p:ph idx="1" type="body"/>
          </p:nvPr>
        </p:nvSpPr>
        <p:spPr>
          <a:xfrm>
            <a:off x="731520" y="1325880"/>
            <a:ext cx="5029200" cy="4937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左カラム</a:t>
            </a:r>
          </a:p>
        </p:txBody>
      </p:sp>
      <p:sp>
        <p:nvSpPr>
          <p:cNvPr id="21" name="Body2.Right"/>
          <p:cNvSpPr>
            <a:spLocks noGrp="1"/>
          </p:cNvSpPr>
          <p:nvPr>
            <p:ph idx="2" type="body"/>
          </p:nvPr>
        </p:nvSpPr>
        <p:spPr>
          <a:xfrm>
            <a:off x="6217920" y="1325880"/>
            <a:ext cx="5212080" cy="4937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右カラム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12.xml><?xml version='1.0' encoding='UTF-8' standalone='yes'?>
<ns0:sldLayout xmlns:ns0="http://schemas.openxmlformats.org/presentationml/2006/main" type="twoObj" preserve="1"><ns0:cSld name="Column.2Body.MainSub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20" name="Body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325880"/><ns2:ext cx="6766560" cy="493776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サブカラム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3.xml><?xml version='1.0' encoding='UTF-8' standalone='yes'?>
<ns0:sldLayout xmlns:ns0="http://schemas.openxmlformats.org/presentationml/2006/main" type="threeObj" preserve="1"><ns0:cSld name="Column.3Body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20" name="Body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325880"/><ns2:ext cx="3200400" cy="493776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カラム 2</ns5:t></ns5:r></ns5:p></ns0:txBody></ns0:sp><ns0:sp><ns0:nvSpPr><ns0:cNvPr id="22" name="Body3.Righ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7863840" y="1325880"/><ns2:ext cx="3566160" cy="493776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4.xml><?xml version='1.0' encoding='UTF-8' standalone='yes'?>
<ns0:sldLayout xmlns:ns0="http://schemas.openxmlformats.org/presentationml/2006/main" type="blank" preserve="1"><ns0:cSld name="KPI.1Value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Stat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2743200" y="1645920"/><ns2:ext cx="6675120" cy="411480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AccentDot"/><ns0:cNvSpPr><ns1:spLocks xmlns:ns1="http://schemas.openxmlformats.org/drawingml/2006/main" noGrp="1"/></ns0:cNvSpPr><ns0:nvPr/></ns0:nvSpPr><ns0:spPr><ns2:xfrm xmlns:ns2="http://schemas.openxmlformats.org/drawingml/2006/main"><ns2:off x="3154680" y="2057400"/><ns2:ext cx="274320" cy="274320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20" name="Value.Center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3200400" y="2011680"/><ns2:ext cx="5943600" cy="1828800"/></ns2:xfrm></ns0:spPr><ns0:txBody><ns3:bodyPr xmlns:ns3="http://schemas.openxmlformats.org/drawingml/2006/main" wrap="square" anchor="t" anchorCtr="0"/><ns4:lstStyle><ns4:defPPr algn="ctr"><ns4:defRPr sz="7200" b="1"><ns4:solidFill><ns4:srgbClr val="1E2761"/></ns4:solidFill></ns4:defRPr></ns4:defPPr></ns4:lstStyle><ns4:defPPr algn="ctr"><ns4:buNone/><ns4:defRPr sz="7200" dirty="0" b="1"><ns4:solidFill><ns4:srgbClr val="1E2761"/></ns4:solidFill><ns4:latin typeface="Georgia"/><ns4:ea typeface="Georgia"/></ns4:defRPr></ns4:defPPr><ns4:lvl1pPr algn="ctr"><ns4:buNone/><ns4:defRPr sz="7200" dirty="0" b="1"><ns4:solidFill><ns4:srgbClr val="1E2761"/></ns4:solidFill><ns4:latin typeface="Georgia"/><ns4:ea typeface="Georgia"/></ns4:defRPr></ns4:lvl1pPr><ns4:lvl2pPr algn="ctr"><ns4:buNone/><ns4:defRPr sz="7200" dirty="0" b="1"><ns4:solidFill><ns4:srgbClr val="1E2761"/></ns4:solidFill><ns4:latin typeface="Georgia"/><ns4:ea typeface="Georgia"/></ns4:defRPr></ns4:lvl2pPr><ns4:lvl3pPr algn="ctr"><ns4:buNone/><ns4:defRPr sz="7200" dirty="0" b="1"><ns4:solidFill><ns4:srgbClr val="1E2761"/></ns4:solidFill><ns4:latin typeface="Georgia"/><ns4:ea typeface="Georgia"/></ns4:defRPr></ns4:lvl3pPr><ns4:lvl4pPr algn="ctr"><ns4:buNone/><ns4:defRPr sz="7200" dirty="0" b="1"><ns4:solidFill><ns4:srgbClr val="1E2761"/></ns4:solidFill><ns4:latin typeface="Georgia"/><ns4:ea typeface="Georgia"/></ns4:defRPr></ns4:lvl4pPr><ns4:lvl5pPr algn="ctr"><ns4:buNone/><ns4:defRPr sz="7200" dirty="0" b="1"><ns4:solidFill><ns4:srgbClr val="1E2761"/></ns4:solidFill><ns4:latin typeface="Georgia"/><ns4:ea typeface="Georgia"/></ns4:defRPr></ns4:lvl5pPr><ns4:lvl6pPr algn="ctr"><ns4:buNone/><ns4:defRPr sz="7200" dirty="0" b="1"><ns4:solidFill><ns4:srgbClr val="1E2761"/></ns4:solidFill><ns4:latin typeface="Georgia"/><ns4:ea typeface="Georgia"/></ns4:defRPr></ns4:lvl6pPr><ns4:lvl7pPr algn="ctr"><ns4:buNone/><ns4:defRPr sz="7200" dirty="0" b="1"><ns4:solidFill><ns4:srgbClr val="1E2761"/></ns4:solidFill><ns4:latin typeface="Georgia"/><ns4:ea typeface="Georgia"/></ns4:defRPr></ns4:lvl7pPr><ns4:lvl8pPr algn="ctr"><ns4:buNone/><ns4:defRPr sz="7200" dirty="0" b="1"><ns4:solidFill><ns4:srgbClr val="1E2761"/></ns4:solidFill><ns4:latin typeface="Georgia"/><ns4:ea typeface="Georgia"/></ns4:defRPr></ns4:lvl8pPr><ns4:lvl9pPr algn="ctr"><ns4:buNone/><ns4:defRPr sz="72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</ns5:t></ns5:r></ns5:p></ns0:txBody></ns0:sp><ns0:sp><ns0:nvSpPr><ns0:cNvPr id="22" name="ValueDesc.Center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3200400" y="4389120"/><ns2:ext cx="5943600" cy="914400"/></ns2:xfrm></ns0:spPr><ns0:txBody><ns3:bodyPr xmlns:ns3="http://schemas.openxmlformats.org/drawingml/2006/main" wrap="square" anchor="t" anchorCtr="0"/><ns4:lstStyle><ns4:defPPr algn="ctr"><ns4:defRPr sz="1300"><ns4:solidFill><ns4:srgbClr val="94A3B8"/></ns4:solidFill></ns4:defRPr></ns4:defPPr></ns4:lstStyle><ns4:defPPr algn="ctr"><ns4:buNone/><ns4:defRPr sz="1300" dirty="0"><ns4:solidFill><ns4:srgbClr val="94A3B8"/></ns4:solidFill><ns4:latin typeface="Calibri"/><ns4:ea typeface="Calibri"/></ns4:defRPr></ns4:defPPr><ns4:lvl1pPr algn="ctr"><ns4:buNone/><ns4:defRPr sz="1300" dirty="0"><ns4:solidFill><ns4:srgbClr val="94A3B8"/></ns4:solidFill><ns4:latin typeface="Calibri"/><ns4:ea typeface="Calibri"/></ns4:defRPr></ns4:lvl1pPr><ns4:lvl2pPr algn="ctr"><ns4:buNone/><ns4:defRPr sz="1300" dirty="0"><ns4:solidFill><ns4:srgbClr val="94A3B8"/></ns4:solidFill><ns4:latin typeface="Calibri"/><ns4:ea typeface="Calibri"/></ns4:defRPr></ns4:lvl2pPr><ns4:lvl3pPr algn="ctr"><ns4:buNone/><ns4:defRPr sz="1300" dirty="0"><ns4:solidFill><ns4:srgbClr val="94A3B8"/></ns4:solidFill><ns4:latin typeface="Calibri"/><ns4:ea typeface="Calibri"/></ns4:defRPr></ns4:lvl3pPr><ns4:lvl4pPr algn="ctr"><ns4:buNone/><ns4:defRPr sz="1300" dirty="0"><ns4:solidFill><ns4:srgbClr val="94A3B8"/></ns4:solidFill><ns4:latin typeface="Calibri"/><ns4:ea typeface="Calibri"/></ns4:defRPr></ns4:lvl4pPr><ns4:lvl5pPr algn="ctr"><ns4:buNone/><ns4:defRPr sz="1300" dirty="0"><ns4:solidFill><ns4:srgbClr val="94A3B8"/></ns4:solidFill><ns4:latin typeface="Calibri"/><ns4:ea typeface="Calibri"/></ns4:defRPr></ns4:lvl5pPr><ns4:lvl6pPr algn="ctr"><ns4:buNone/><ns4:defRPr sz="1300" dirty="0"><ns4:solidFill><ns4:srgbClr val="94A3B8"/></ns4:solidFill><ns4:latin typeface="Calibri"/><ns4:ea typeface="Calibri"/></ns4:defRPr></ns4:lvl6pPr><ns4:lvl7pPr algn="ctr"><ns4:buNone/><ns4:defRPr sz="1300" dirty="0"><ns4:solidFill><ns4:srgbClr val="94A3B8"/></ns4:solidFill><ns4:latin typeface="Calibri"/><ns4:ea typeface="Calibri"/></ns4:defRPr></ns4:lvl7pPr><ns4:lvl8pPr algn="ctr"><ns4:buNone/><ns4:defRPr sz="1300" dirty="0"><ns4:solidFill><ns4:srgbClr val="94A3B8"/></ns4:solidFill><ns4:latin typeface="Calibri"/><ns4:ea typeface="Calibri"/></ns4:defRPr></ns4:lvl8pPr><ns4:lvl9pPr algn="ctr"><ns4:buNone/><ns4:defRPr sz="1300" dirty="0"><ns4:solidFill><ns4:srgbClr val="94A3B8"/></ns4:solidFill><ns4:latin typeface="Calibri"/><ns4:ea typeface="Calibri"/></ns4:defRPr></ns4:lvl9pPr></ns4:lstStyle/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5.xml><?xml version='1.0' encoding='UTF-8' standalone='yes'?>
<ns0:sldLayout xmlns:ns0="http://schemas.openxmlformats.org/presentationml/2006/main" type="blank" preserve="1"><ns0:cSld name="KPI.2Value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ard1"/><ns0:cNvSpPr><ns1:spLocks xmlns:ns1="http://schemas.openxmlformats.org/drawingml/2006/main" noGrp="1" noSelect="0" noRot="1" noMove="1"/></ns0:cNvSpPr><ns0:nvPr/></ns0:nvSpPr><ns0:spPr><ns2:xfrm xmlns:ns2="http://schemas.openxmlformats.org/drawingml/2006/main"><ns2:off x="640080" y="1371600"/><ns2:ext cx="512064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Card2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371600"/><ns2:ext cx="530352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7" name="Accent1"/><ns0:cNvSpPr><ns1:spLocks xmlns:ns1="http://schemas.openxmlformats.org/drawingml/2006/main" noGrp="1" noSelect="0" noRot="1" noMove="1"/></ns0:cNvSpPr><ns0:nvPr/></ns0:nvSpPr><ns0:spPr><ns2:xfrm xmlns:ns2="http://schemas.openxmlformats.org/drawingml/2006/main"><ns2:off x="640080" y="1371600"/><ns2:ext cx="5120640" cy="73152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8" name="Accent2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371600"/><ns2:ext cx="5303520" cy="73152"/></ns2:xfrm><ns3:prstGeom xmlns:ns3="http://schemas.openxmlformats.org/drawingml/2006/main" prst="rect"/><ns4:solidFill xmlns:ns4="http://schemas.openxmlformats.org/drawingml/2006/main"><ns4:srgbClr val="06B6D4"/></ns4:solidFill><ns5:ln xmlns:ns5="http://schemas.openxmlformats.org/drawingml/2006/main"><ns5:noFill/></ns5:ln></ns0:spPr></ns0:sp><ns0:sp><ns0:nvSpPr><ns0:cNvPr id="20" name="Value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1097280" y="1828800"/><ns2:ext cx="4206240" cy="1645920"/></ns2:xfrm></ns0:spPr><ns0:txBody><ns3:bodyPr xmlns:ns3="http://schemas.openxmlformats.org/drawingml/2006/main" wrap="square" anchor="t" anchorCtr="0"/><ns4:lstStyle><ns4:defPPr algn="ctr"><ns4:defRPr sz="6000" b="1"><ns4:solidFill><ns4:srgbClr val="1E2761"/></ns4:solidFill></ns4:defRPr></ns4:defPPr></ns4:lstStyle><ns4:defPPr algn="ctr"><ns4:buNone/><ns4:defRPr sz="6000" dirty="0" b="1"><ns4:solidFill><ns4:srgbClr val="1E2761"/></ns4:solidFill><ns4:latin typeface="Georgia"/><ns4:ea typeface="Georgia"/></ns4:defRPr></ns4:defPPr><ns4:lvl1pPr algn="ctr"><ns4:buNone/><ns4:defRPr sz="6000" dirty="0" b="1"><ns4:solidFill><ns4:srgbClr val="1E2761"/></ns4:solidFill><ns4:latin typeface="Georgia"/><ns4:ea typeface="Georgia"/></ns4:defRPr></ns4:lvl1pPr><ns4:lvl2pPr algn="ctr"><ns4:buNone/><ns4:defRPr sz="6000" dirty="0" b="1"><ns4:solidFill><ns4:srgbClr val="1E2761"/></ns4:solidFill><ns4:latin typeface="Georgia"/><ns4:ea typeface="Georgia"/></ns4:defRPr></ns4:lvl2pPr><ns4:lvl3pPr algn="ctr"><ns4:buNone/><ns4:defRPr sz="6000" dirty="0" b="1"><ns4:solidFill><ns4:srgbClr val="1E2761"/></ns4:solidFill><ns4:latin typeface="Georgia"/><ns4:ea typeface="Georgia"/></ns4:defRPr></ns4:lvl3pPr><ns4:lvl4pPr algn="ctr"><ns4:buNone/><ns4:defRPr sz="6000" dirty="0" b="1"><ns4:solidFill><ns4:srgbClr val="1E2761"/></ns4:solidFill><ns4:latin typeface="Georgia"/><ns4:ea typeface="Georgia"/></ns4:defRPr></ns4:lvl4pPr><ns4:lvl5pPr algn="ctr"><ns4:buNone/><ns4:defRPr sz="6000" dirty="0" b="1"><ns4:solidFill><ns4:srgbClr val="1E2761"/></ns4:solidFill><ns4:latin typeface="Georgia"/><ns4:ea typeface="Georgia"/></ns4:defRPr></ns4:lvl5pPr><ns4:lvl6pPr algn="ctr"><ns4:buNone/><ns4:defRPr sz="6000" dirty="0" b="1"><ns4:solidFill><ns4:srgbClr val="1E2761"/></ns4:solidFill><ns4:latin typeface="Georgia"/><ns4:ea typeface="Georgia"/></ns4:defRPr></ns4:lvl6pPr><ns4:lvl7pPr algn="ctr"><ns4:buNone/><ns4:defRPr sz="6000" dirty="0" b="1"><ns4:solidFill><ns4:srgbClr val="1E2761"/></ns4:solidFill><ns4:latin typeface="Georgia"/><ns4:ea typeface="Georgia"/></ns4:defRPr></ns4:lvl7pPr><ns4:lvl8pPr algn="ctr"><ns4:buNone/><ns4:defRPr sz="6000" dirty="0" b="1"><ns4:solidFill><ns4:srgbClr val="1E2761"/></ns4:solidFill><ns4:latin typeface="Georgia"/><ns4:ea typeface="Georgia"/></ns4:defRPr></ns4:lvl8pPr><ns4:lvl9pPr algn="ctr"><ns4:buNone/><ns4:defRPr sz="60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説明テキスト</ns5:t></ns5:r></ns5:p></ns0:txBody></ns0:sp><ns0:sp><ns0:nvSpPr><ns0:cNvPr id="22" name="Value2.Righ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6583680" y="1828800"/><ns2:ext cx="4389120" cy="1645920"/></ns2:xfrm></ns0:spPr><ns0:txBody><ns3:bodyPr xmlns:ns3="http://schemas.openxmlformats.org/drawingml/2006/main" wrap="square" anchor="t" anchorCtr="0"/><ns4:lstStyle><ns4:defPPr algn="ctr"><ns4:defRPr sz="6000" b="1"><ns4:solidFill><ns4:srgbClr val="1E2761"/></ns4:solidFill></ns4:defRPr></ns4:defPPr></ns4:lstStyle><ns4:defPPr algn="ctr"><ns4:buNone/><ns4:defRPr sz="6000" dirty="0" b="1"><ns4:solidFill><ns4:srgbClr val="1E2761"/></ns4:solidFill><ns4:latin typeface="Georgia"/><ns4:ea typeface="Georgia"/></ns4:defRPr></ns4:defPPr><ns4:lvl1pPr algn="ctr"><ns4:buNone/><ns4:defRPr sz="6000" dirty="0" b="1"><ns4:solidFill><ns4:srgbClr val="1E2761"/></ns4:solidFill><ns4:latin typeface="Georgia"/><ns4:ea typeface="Georgia"/></ns4:defRPr></ns4:lvl1pPr><ns4:lvl2pPr algn="ctr"><ns4:buNone/><ns4:defRPr sz="6000" dirty="0" b="1"><ns4:solidFill><ns4:srgbClr val="1E2761"/></ns4:solidFill><ns4:latin typeface="Georgia"/><ns4:ea typeface="Georgia"/></ns4:defRPr></ns4:lvl2pPr><ns4:lvl3pPr algn="ctr"><ns4:buNone/><ns4:defRPr sz="6000" dirty="0" b="1"><ns4:solidFill><ns4:srgbClr val="1E2761"/></ns4:solidFill><ns4:latin typeface="Georgia"/><ns4:ea typeface="Georgia"/></ns4:defRPr></ns4:lvl3pPr><ns4:lvl4pPr algn="ctr"><ns4:buNone/><ns4:defRPr sz="6000" dirty="0" b="1"><ns4:solidFill><ns4:srgbClr val="1E2761"/></ns4:solidFill><ns4:latin typeface="Georgia"/><ns4:ea typeface="Georgia"/></ns4:defRPr></ns4:lvl4pPr><ns4:lvl5pPr algn="ctr"><ns4:buNone/><ns4:defRPr sz="6000" dirty="0" b="1"><ns4:solidFill><ns4:srgbClr val="1E2761"/></ns4:solidFill><ns4:latin typeface="Georgia"/><ns4:ea typeface="Georgia"/></ns4:defRPr></ns4:lvl5pPr><ns4:lvl6pPr algn="ctr"><ns4:buNone/><ns4:defRPr sz="6000" dirty="0" b="1"><ns4:solidFill><ns4:srgbClr val="1E2761"/></ns4:solidFill><ns4:latin typeface="Georgia"/><ns4:ea typeface="Georgia"/></ns4:defRPr></ns4:lvl6pPr><ns4:lvl7pPr algn="ctr"><ns4:buNone/><ns4:defRPr sz="6000" dirty="0" b="1"><ns4:solidFill><ns4:srgbClr val="1E2761"/></ns4:solidFill><ns4:latin typeface="Georgia"/><ns4:ea typeface="Georgia"/></ns4:defRPr></ns4:lvl7pPr><ns4:lvl8pPr algn="ctr"><ns4:buNone/><ns4:defRPr sz="6000" dirty="0" b="1"><ns4:solidFill><ns4:srgbClr val="1E2761"/></ns4:solidFill><ns4:latin typeface="Georgia"/><ns4:ea typeface="Georgia"/></ns4:defRPr></ns4:lvl8pPr><ns4:lvl9pPr algn="ctr"><ns4:buNone/><ns4:defRPr sz="60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説明テキスト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6.xml><?xml version='1.0' encoding='UTF-8' standalone='yes'?>
<ns0:sldLayout xmlns:ns0="http://schemas.openxmlformats.org/presentationml/2006/main" type="blank" preserve="1"><ns0:cSld name="KPI.3Value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ard1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371600"/><ns2:ext cx="347472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Card2"/><ns0:cNvSpPr><ns1:spLocks xmlns:ns1="http://schemas.openxmlformats.org/drawingml/2006/main" noGrp="1" noSelect="0" noRot="1" noMove="1"/></ns0:cNvSpPr><ns0:nvPr/></ns0:nvSpPr><ns0:spPr><ns2:xfrm xmlns:ns2="http://schemas.openxmlformats.org/drawingml/2006/main"><ns2:off x="4206240" y="1371600"/><ns2:ext cx="365760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7" name="Card3"/><ns0:cNvSpPr><ns1:spLocks xmlns:ns1="http://schemas.openxmlformats.org/drawingml/2006/main" noGrp="1" noSelect="0" noRot="1" noMove="1"/></ns0:cNvSpPr><ns0:nvPr/></ns0:nvSpPr><ns0:spPr><ns2:xfrm xmlns:ns2="http://schemas.openxmlformats.org/drawingml/2006/main"><ns2:off x="8138160" y="1371600"/><ns2:ext cx="356616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8" name="A1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371600"/><ns2:ext cx="3474720" cy="54864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9" name="A2"/><ns0:cNvSpPr><ns1:spLocks xmlns:ns1="http://schemas.openxmlformats.org/drawingml/2006/main" noGrp="1" noSelect="0" noRot="1" noMove="1"/></ns0:cNvSpPr><ns0:nvPr/></ns0:nvSpPr><ns0:spPr><ns2:xfrm xmlns:ns2="http://schemas.openxmlformats.org/drawingml/2006/main"><ns2:off x="4206240" y="1371600"/><ns2:ext cx="3657600" cy="54864"/></ns2:xfrm><ns3:prstGeom xmlns:ns3="http://schemas.openxmlformats.org/drawingml/2006/main" prst="rect"/><ns4:solidFill xmlns:ns4="http://schemas.openxmlformats.org/drawingml/2006/main"><ns4:srgbClr val="06B6D4"/></ns4:solidFill><ns5:ln xmlns:ns5="http://schemas.openxmlformats.org/drawingml/2006/main"><ns5:noFill/></ns5:ln></ns0:spPr></ns0:sp><ns0:sp><ns0:nvSpPr><ns0:cNvPr id="10" name="A3"/><ns0:cNvSpPr><ns1:spLocks xmlns:ns1="http://schemas.openxmlformats.org/drawingml/2006/main" noGrp="1" noSelect="0" noRot="1" noMove="1"/></ns0:cNvSpPr><ns0:nvPr/></ns0:nvSpPr><ns0:spPr><ns2:xfrm xmlns:ns2="http://schemas.openxmlformats.org/drawingml/2006/main"><ns2:off x="8138160" y="1371600"/><ns2:ext cx="3566160" cy="54864"/></ns2:xfrm><ns3:prstGeom xmlns:ns3="http://schemas.openxmlformats.org/drawingml/2006/main" prst="rect"/><ns4:solidFill xmlns:ns4="http://schemas.openxmlformats.org/drawingml/2006/main"><ns4:srgbClr val="F59E0B"/></ns4:solidFill><ns5:ln xmlns:ns5="http://schemas.openxmlformats.org/drawingml/2006/main"><ns5:noFill/></ns5:ln></ns0:spPr></ns0:sp><ns0:sp><ns0:nvSpPr><ns0:cNvPr id="20" name="Value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828800"/><ns2:ext cx="2926080" cy="1371600"/></ns2:xfrm></ns0:spPr><ns0:txBody><ns3:bodyPr xmlns:ns3="http://schemas.openxmlformats.org/drawingml/2006/main" wrap="square" anchor="t" anchorCtr="0"/><ns4:lstStyle><ns4:defPPr algn="ctr"><ns4:defRPr sz="5200" b="1"><ns4:solidFill><ns4:srgbClr val="1E2761"/></ns4:solidFill></ns4:defRPr></ns4:defPPr></ns4:lstStyle><ns4:defPPr algn="ctr"><ns4:buNone/><ns4:defRPr sz="5200" dirty="0" b="1"><ns4:solidFill><ns4:srgbClr val="1E2761"/></ns4:solidFill><ns4:latin typeface="Georgia"/><ns4:ea typeface="Georgia"/></ns4:defRPr></ns4:defPPr><ns4:lvl1pPr algn="ctr"><ns4:buNone/><ns4:defRPr sz="5200" dirty="0" b="1"><ns4:solidFill><ns4:srgbClr val="1E2761"/></ns4:solidFill><ns4:latin typeface="Georgia"/><ns4:ea typeface="Georgia"/></ns4:defRPr></ns4:lvl1pPr><ns4:lvl2pPr algn="ctr"><ns4:buNone/><ns4:defRPr sz="5200" dirty="0" b="1"><ns4:solidFill><ns4:srgbClr val="1E2761"/></ns4:solidFill><ns4:latin typeface="Georgia"/><ns4:ea typeface="Georgia"/></ns4:defRPr></ns4:lvl2pPr><ns4:lvl3pPr algn="ctr"><ns4:buNone/><ns4:defRPr sz="5200" dirty="0" b="1"><ns4:solidFill><ns4:srgbClr val="1E2761"/></ns4:solidFill><ns4:latin typeface="Georgia"/><ns4:ea typeface="Georgia"/></ns4:defRPr></ns4:lvl3pPr><ns4:lvl4pPr algn="ctr"><ns4:buNone/><ns4:defRPr sz="5200" dirty="0" b="1"><ns4:solidFill><ns4:srgbClr val="1E2761"/></ns4:solidFill><ns4:latin typeface="Georgia"/><ns4:ea typeface="Georgia"/></ns4:defRPr></ns4:lvl4pPr><ns4:lvl5pPr algn="ctr"><ns4:buNone/><ns4:defRPr sz="5200" dirty="0" b="1"><ns4:solidFill><ns4:srgbClr val="1E2761"/></ns4:solidFill><ns4:latin typeface="Georgia"/><ns4:ea typeface="Georgia"/></ns4:defRPr></ns4:lvl5pPr><ns4:lvl6pPr algn="ctr"><ns4:buNone/><ns4:defRPr sz="5200" dirty="0" b="1"><ns4:solidFill><ns4:srgbClr val="1E2761"/></ns4:solidFill><ns4:latin typeface="Georgia"/><ns4:ea typeface="Georgia"/></ns4:defRPr></ns4:lvl6pPr><ns4:lvl7pPr algn="ctr"><ns4:buNone/><ns4:defRPr sz="5200" dirty="0" b="1"><ns4:solidFill><ns4:srgbClr val="1E2761"/></ns4:solidFill><ns4:latin typeface="Georgia"/><ns4:ea typeface="Georgia"/></ns4:defRPr></ns4:lvl7pPr><ns4:lvl8pPr algn="ctr"><ns4:buNone/><ns4:defRPr sz="5200" dirty="0" b="1"><ns4:solidFill><ns4:srgbClr val="1E2761"/></ns4:solidFill><ns4:latin typeface="Georgia"/><ns4:ea typeface="Georgia"/></ns4:defRPr></ns4:lvl8pPr><ns4:lvl9pPr algn="ctr"><ns4:buNone/><ns4:defRPr sz="52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</ns5:t></ns5:r></ns5:p></ns0:txBody></ns0:sp><ns0:sp><ns0:nvSpPr><ns0:cNvPr id="22" name="Value2.Center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4480560" y="1828800"/><ns2:ext cx="3108960" cy="1371600"/></ns2:xfrm></ns0:spPr><ns0:txBody><ns3:bodyPr xmlns:ns3="http://schemas.openxmlformats.org/drawingml/2006/main" wrap="square" anchor="t" anchorCtr="0"/><ns4:lstStyle><ns4:defPPr algn="ctr"><ns4:defRPr sz="5200" b="1"><ns4:solidFill><ns4:srgbClr val="1E2761"/></ns4:solidFill></ns4:defRPr></ns4:defPPr></ns4:lstStyle><ns4:defPPr algn="ctr"><ns4:buNone/><ns4:defRPr sz="5200" dirty="0" b="1"><ns4:solidFill><ns4:srgbClr val="1E2761"/></ns4:solidFill><ns4:latin typeface="Georgia"/><ns4:ea typeface="Georgia"/></ns4:defRPr></ns4:defPPr><ns4:lvl1pPr algn="ctr"><ns4:buNone/><ns4:defRPr sz="5200" dirty="0" b="1"><ns4:solidFill><ns4:srgbClr val="1E2761"/></ns4:solidFill><ns4:latin typeface="Georgia"/><ns4:ea typeface="Georgia"/></ns4:defRPr></ns4:lvl1pPr><ns4:lvl2pPr algn="ctr"><ns4:buNone/><ns4:defRPr sz="5200" dirty="0" b="1"><ns4:solidFill><ns4:srgbClr val="1E2761"/></ns4:solidFill><ns4:latin typeface="Georgia"/><ns4:ea typeface="Georgia"/></ns4:defRPr></ns4:lvl2pPr><ns4:lvl3pPr algn="ctr"><ns4:buNone/><ns4:defRPr sz="5200" dirty="0" b="1"><ns4:solidFill><ns4:srgbClr val="1E2761"/></ns4:solidFill><ns4:latin typeface="Georgia"/><ns4:ea typeface="Georgia"/></ns4:defRPr></ns4:lvl3pPr><ns4:lvl4pPr algn="ctr"><ns4:buNone/><ns4:defRPr sz="5200" dirty="0" b="1"><ns4:solidFill><ns4:srgbClr val="1E2761"/></ns4:solidFill><ns4:latin typeface="Georgia"/><ns4:ea typeface="Georgia"/></ns4:defRPr></ns4:lvl4pPr><ns4:lvl5pPr algn="ctr"><ns4:buNone/><ns4:defRPr sz="5200" dirty="0" b="1"><ns4:solidFill><ns4:srgbClr val="1E2761"/></ns4:solidFill><ns4:latin typeface="Georgia"/><ns4:ea typeface="Georgia"/></ns4:defRPr></ns4:lvl5pPr><ns4:lvl6pPr algn="ctr"><ns4:buNone/><ns4:defRPr sz="5200" dirty="0" b="1"><ns4:solidFill><ns4:srgbClr val="1E2761"/></ns4:solidFill><ns4:latin typeface="Georgia"/><ns4:ea typeface="Georgia"/></ns4:defRPr></ns4:lvl6pPr><ns4:lvl7pPr algn="ctr"><ns4:buNone/><ns4:defRPr sz="5200" dirty="0" b="1"><ns4:solidFill><ns4:srgbClr val="1E2761"/></ns4:solidFill><ns4:latin typeface="Georgia"/><ns4:ea typeface="Georgia"/></ns4:defRPr></ns4:lvl7pPr><ns4:lvl8pPr algn="ctr"><ns4:buNone/><ns4:defRPr sz="5200" dirty="0" b="1"><ns4:solidFill><ns4:srgbClr val="1E2761"/></ns4:solidFill><ns4:latin typeface="Georgia"/><ns4:ea typeface="Georgia"/></ns4:defRPr></ns4:lvl8pPr><ns4:lvl9pPr algn="ctr"><ns4:buNone/><ns4:defRPr sz="52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</ns5:t></ns5:r></ns5:p></ns0:txBody></ns0:sp><ns0:sp><ns0:nvSpPr><ns0:cNvPr id="24" name="Value3.Right"/><ns0:cNvSpPr><ns1:spLocks xmlns:ns1="http://schemas.openxmlformats.org/drawingml/2006/main" noGrp="1"/></ns0:cNvSpPr><ns0:nvPr><ns0:ph idx="5" type="body"/></ns0:nvPr></ns0:nvSpPr><ns0:spPr><ns2:xfrm xmlns:ns2="http://schemas.openxmlformats.org/drawingml/2006/main"><ns2:off x="8412480" y="1828800"/><ns2:ext cx="3017520" cy="1371600"/></ns2:xfrm></ns0:spPr><ns0:txBody><ns3:bodyPr xmlns:ns3="http://schemas.openxmlformats.org/drawingml/2006/main" wrap="square" anchor="t" anchorCtr="0"/><ns4:lstStyle><ns4:defPPr algn="ctr"><ns4:defRPr sz="5200" b="1"><ns4:solidFill><ns4:srgbClr val="1E2761"/></ns4:solidFill></ns4:defRPr></ns4:defPPr></ns4:lstStyle><ns4:defPPr algn="ctr"><ns4:buNone/><ns4:defRPr sz="5200" dirty="0" b="1"><ns4:solidFill><ns4:srgbClr val="1E2761"/></ns4:solidFill><ns4:latin typeface="Georgia"/><ns4:ea typeface="Georgia"/></ns4:defRPr></ns4:defPPr><ns4:lvl1pPr algn="ctr"><ns4:buNone/><ns4:defRPr sz="5200" dirty="0" b="1"><ns4:solidFill><ns4:srgbClr val="1E2761"/></ns4:solidFill><ns4:latin typeface="Georgia"/><ns4:ea typeface="Georgia"/></ns4:defRPr></ns4:lvl1pPr><ns4:lvl2pPr algn="ctr"><ns4:buNone/><ns4:defRPr sz="5200" dirty="0" b="1"><ns4:solidFill><ns4:srgbClr val="1E2761"/></ns4:solidFill><ns4:latin typeface="Georgia"/><ns4:ea typeface="Georgia"/></ns4:defRPr></ns4:lvl2pPr><ns4:lvl3pPr algn="ctr"><ns4:buNone/><ns4:defRPr sz="5200" dirty="0" b="1"><ns4:solidFill><ns4:srgbClr val="1E2761"/></ns4:solidFill><ns4:latin typeface="Georgia"/><ns4:ea typeface="Georgia"/></ns4:defRPr></ns4:lvl3pPr><ns4:lvl4pPr algn="ctr"><ns4:buNone/><ns4:defRPr sz="5200" dirty="0" b="1"><ns4:solidFill><ns4:srgbClr val="1E2761"/></ns4:solidFill><ns4:latin typeface="Georgia"/><ns4:ea typeface="Georgia"/></ns4:defRPr></ns4:lvl4pPr><ns4:lvl5pPr algn="ctr"><ns4:buNone/><ns4:defRPr sz="5200" dirty="0" b="1"><ns4:solidFill><ns4:srgbClr val="1E2761"/></ns4:solidFill><ns4:latin typeface="Georgia"/><ns4:ea typeface="Georgia"/></ns4:defRPr></ns4:lvl5pPr><ns4:lvl6pPr algn="ctr"><ns4:buNone/><ns4:defRPr sz="5200" dirty="0" b="1"><ns4:solidFill><ns4:srgbClr val="1E2761"/></ns4:solidFill><ns4:latin typeface="Georgia"/><ns4:ea typeface="Georgia"/></ns4:defRPr></ns4:lvl6pPr><ns4:lvl7pPr algn="ctr"><ns4:buNone/><ns4:defRPr sz="5200" dirty="0" b="1"><ns4:solidFill><ns4:srgbClr val="1E2761"/></ns4:solidFill><ns4:latin typeface="Georgia"/><ns4:ea typeface="Georgia"/></ns4:defRPr></ns4:lvl7pPr><ns4:lvl8pPr algn="ctr"><ns4:buNone/><ns4:defRPr sz="5200" dirty="0" b="1"><ns4:solidFill><ns4:srgbClr val="1E2761"/></ns4:solidFill><ns4:latin typeface="Georgia"/><ns4:ea typeface="Georgia"/></ns4:defRPr></ns4:lvl8pPr><ns4:lvl9pPr algn="ctr"><ns4:buNone/><ns4:defRPr sz="52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</ns5:t></ns5:r></ns5:p></ns0:txBody></ns0:sp><ns0:sp><ns0:nvSpPr><ns0:cNvPr id="31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7.xml><?xml version='1.0' encoding='UTF-8' standalone='yes'?>
<ns0:sldLayout xmlns:ns0="http://schemas.openxmlformats.org/presentationml/2006/main" type="blank" preserve="1"><ns0:cSld name="KPI.4Value.Grid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T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303520" cy="22860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T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394960" cy="22860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7" name="B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3840480"/><ns2:ext cx="5303520" cy="22860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8" name="B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3840480"/><ns2:ext cx="5394960" cy="22860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9" name="A1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4864" cy="22860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10" name="A2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4864" cy="2286000"/></ns2:xfrm><ns3:prstGeom xmlns:ns3="http://schemas.openxmlformats.org/drawingml/2006/main" prst="rect"/><ns4:solidFill xmlns:ns4="http://schemas.openxmlformats.org/drawingml/2006/main"><ns4:srgbClr val="06B6D4"/></ns4:solidFill><ns5:ln xmlns:ns5="http://schemas.openxmlformats.org/drawingml/2006/main"><ns5:noFill/></ns5:ln></ns0:spPr></ns0:sp><ns0:sp><ns0:nvSpPr><ns0:cNvPr id="11" name="A3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3840480"/><ns2:ext cx="54864" cy="2286000"/></ns2:xfrm><ns3:prstGeom xmlns:ns3="http://schemas.openxmlformats.org/drawingml/2006/main" prst="rect"/><ns4:solidFill xmlns:ns4="http://schemas.openxmlformats.org/drawingml/2006/main"><ns4:srgbClr val="F59E0B"/></ns4:solidFill><ns5:ln xmlns:ns5="http://schemas.openxmlformats.org/drawingml/2006/main"><ns5:noFill/></ns5:ln></ns0:spPr></ns0:sp><ns0:sp><ns0:nvSpPr><ns0:cNvPr id="12" name="A4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3840480"/><ns2:ext cx="54864" cy="2286000"/></ns2:xfrm><ns3:prstGeom xmlns:ns3="http://schemas.openxmlformats.org/drawingml/2006/main" prst="rect"/><ns4:solidFill xmlns:ns4="http://schemas.openxmlformats.org/drawingml/2006/main"><ns4:srgbClr val="2563EB"/></ns4:solidFill><ns5:ln xmlns:ns5="http://schemas.openxmlformats.org/drawingml/2006/main"><ns5:noFill/></ns5:ln></ns0:spPr></ns0:sp><ns0:sp><ns0:nvSpPr><ns0:cNvPr id="20" name="Value1.Top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914400" y="1463040"/><ns2:ext cx="4389120" cy="182880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指標 2
値・説明</ns5:t></ns5:r></ns5:p></ns0:txBody></ns0:sp><ns0:sp><ns0:nvSpPr><ns0:cNvPr id="22" name="Value3.BottomLef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914400" y="4023360"/><ns2:ext cx="4389120" cy="182880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指標 4
値・説明</ns5:t></ns5:r></ns5:p></ns0:txBody></ns0:sp><ns0:sp><ns0:nvSpPr><ns0:cNvPr id="31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8.xml><?xml version='1.0' encoding='UTF-8' standalone='yes'?>
<ns0:sldLayout xmlns:ns0="http://schemas.openxmlformats.org/presentationml/2006/main" type="blank" preserve="1"><ns0:cSld name="Chart.1Chart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hartArea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11247120" cy="4937760"/></ns2:xfrm><ns3:prstGeom xmlns:ns3="http://schemas.openxmlformats.org/drawingml/2006/main" prst="roundRect"><ns3:avLst><ns3:gd name="adj" fmla="val 6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20" name="Body.Center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463040"/><ns2:ext cx="10698480" cy="4572000"/></ns2:xfrm></ns0:spPr><ns0:txBody><ns3:bodyPr xmlns:ns3="http://schemas.openxmlformats.org/drawingml/2006/main" wrap="square" anchor="t" anchorCtr="0"/><ns4:lstStyle><ns4:defPPr algn="ctr"><ns4:defRPr><ns4:solidFill><ns4:srgbClr val="94A3B8"/></ns4:solidFill></ns4:defRPr></ns4:defPPr></ns4:lstStyle><ns4:defPPr algn="ctr"><ns4:buNone/><ns4:defRPr sz="1400" dirty="0"><ns4:solidFill><ns4:srgbClr val="94A3B8"/></ns4:solidFill><ns4:latin typeface="Calibri"/><ns4:ea typeface="Calibri"/></ns4:defRPr></ns4:defPPr><ns4:lvl1pPr algn="ctr"><ns4:buNone/><ns4:defRPr sz="1400" dirty="0"><ns4:solidFill><ns4:srgbClr val="94A3B8"/></ns4:solidFill><ns4:latin typeface="Calibri"/><ns4:ea typeface="Calibri"/></ns4:defRPr></ns4:lvl1pPr><ns4:lvl2pPr algn="ctr"><ns4:buNone/><ns4:defRPr sz="1400" dirty="0"><ns4:solidFill><ns4:srgbClr val="94A3B8"/></ns4:solidFill><ns4:latin typeface="Calibri"/><ns4:ea typeface="Calibri"/></ns4:defRPr></ns4:lvl2pPr><ns4:lvl3pPr algn="ctr"><ns4:buNone/><ns4:defRPr sz="1400" dirty="0"><ns4:solidFill><ns4:srgbClr val="94A3B8"/></ns4:solidFill><ns4:latin typeface="Calibri"/><ns4:ea typeface="Calibri"/></ns4:defRPr></ns4:lvl3pPr><ns4:lvl4pPr algn="ctr"><ns4:buNone/><ns4:defRPr sz="1400" dirty="0"><ns4:solidFill><ns4:srgbClr val="94A3B8"/></ns4:solidFill><ns4:latin typeface="Calibri"/><ns4:ea typeface="Calibri"/></ns4:defRPr></ns4:lvl4pPr><ns4:lvl5pPr algn="ctr"><ns4:buNone/><ns4:defRPr sz="1400" dirty="0"><ns4:solidFill><ns4:srgbClr val="94A3B8"/></ns4:solidFill><ns4:latin typeface="Calibri"/><ns4:ea typeface="Calibri"/></ns4:defRPr></ns4:lvl5pPr><ns4:lvl6pPr algn="ctr"><ns4:buNone/><ns4:defRPr sz="1400" dirty="0"><ns4:solidFill><ns4:srgbClr val="94A3B8"/></ns4:solidFill><ns4:latin typeface="Calibri"/><ns4:ea typeface="Calibri"/></ns4:defRPr></ns4:lvl6pPr><ns4:lvl7pPr algn="ctr"><ns4:buNone/><ns4:defRPr sz="1400" dirty="0"><ns4:solidFill><ns4:srgbClr val="94A3B8"/></ns4:solidFill><ns4:latin typeface="Calibri"/><ns4:ea typeface="Calibri"/></ns4:defRPr></ns4:lvl7pPr><ns4:lvl8pPr algn="ctr"><ns4:buNone/><ns4:defRPr sz="1400" dirty="0"><ns4:solidFill><ns4:srgbClr val="94A3B8"/></ns4:solidFill><ns4:latin typeface="Calibri"/><ns4:ea typeface="Calibri"/></ns4:defRPr></ns4:lvl8pPr><ns4:lvl9pPr algn="ctr"><ns4:buNone/><ns4:defRPr sz="1400" dirty="0"><ns4:solidFill><ns4:srgbClr val="94A3B8"/></ns4:solidFill><ns4:latin typeface="Calibri"/><ns4:ea typeface="Calibri"/></ns4:defRPr></ns4:lvl9pPr></ns4:lstStyle/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9.xml><?xml version='1.0' encoding='UTF-8' standalone='yes'?>
<ns0:sldLayout xmlns:ns0="http://schemas.openxmlformats.org/presentationml/2006/main" type="blank" preserve="1"><ns0:cSld name="Chart.1Chart.Single+1Analysis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hartArea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6858000" cy="4937760"/></ns2:xfrm><ns3:prstGeom xmlns:ns3="http://schemas.openxmlformats.org/drawingml/2006/main" prst="roundRect"><ns3:avLst><ns3:gd name="adj" fmla="val 6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20" name="Body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463040"/><ns2:ext cx="6309360" cy="4572000"/></ns2:xfrm></ns0:spPr><ns0:txBody><ns3:bodyPr xmlns:ns3="http://schemas.openxmlformats.org/drawingml/2006/main" wrap="square" anchor="t" anchorCtr="0"/><ns4:lstStyle><ns4:defPPr algn="ctr"><ns4:defRPr><ns4:solidFill><ns4:srgbClr val="94A3B8"/></ns4:solidFill></ns4:defRPr></ns4:defPPr></ns4:lstStyle><ns4:defPPr algn="ctr"><ns4:buNone/><ns4:defRPr sz="1400" dirty="0"><ns4:solidFill><ns4:srgbClr val="94A3B8"/></ns4:solidFill><ns4:latin typeface="Calibri"/><ns4:ea typeface="Calibri"/></ns4:defRPr></ns4:defPPr><ns4:lvl1pPr algn="ctr"><ns4:buNone/><ns4:defRPr sz="1400" dirty="0"><ns4:solidFill><ns4:srgbClr val="94A3B8"/></ns4:solidFill><ns4:latin typeface="Calibri"/><ns4:ea typeface="Calibri"/></ns4:defRPr></ns4:lvl1pPr><ns4:lvl2pPr algn="ctr"><ns4:buNone/><ns4:defRPr sz="1400" dirty="0"><ns4:solidFill><ns4:srgbClr val="94A3B8"/></ns4:solidFill><ns4:latin typeface="Calibri"/><ns4:ea typeface="Calibri"/></ns4:defRPr></ns4:lvl2pPr><ns4:lvl3pPr algn="ctr"><ns4:buNone/><ns4:defRPr sz="1400" dirty="0"><ns4:solidFill><ns4:srgbClr val="94A3B8"/></ns4:solidFill><ns4:latin typeface="Calibri"/><ns4:ea typeface="Calibri"/></ns4:defRPr></ns4:lvl3pPr><ns4:lvl4pPr algn="ctr"><ns4:buNone/><ns4:defRPr sz="1400" dirty="0"><ns4:solidFill><ns4:srgbClr val="94A3B8"/></ns4:solidFill><ns4:latin typeface="Calibri"/><ns4:ea typeface="Calibri"/></ns4:defRPr></ns4:lvl4pPr><ns4:lvl5pPr algn="ctr"><ns4:buNone/><ns4:defRPr sz="1400" dirty="0"><ns4:solidFill><ns4:srgbClr val="94A3B8"/></ns4:solidFill><ns4:latin typeface="Calibri"/><ns4:ea typeface="Calibri"/></ns4:defRPr></ns4:lvl5pPr><ns4:lvl6pPr algn="ctr"><ns4:buNone/><ns4:defRPr sz="1400" dirty="0"><ns4:solidFill><ns4:srgbClr val="94A3B8"/></ns4:solidFill><ns4:latin typeface="Calibri"/><ns4:ea typeface="Calibri"/></ns4:defRPr></ns4:lvl6pPr><ns4:lvl7pPr algn="ctr"><ns4:buNone/><ns4:defRPr sz="1400" dirty="0"><ns4:solidFill><ns4:srgbClr val="94A3B8"/></ns4:solidFill><ns4:latin typeface="Calibri"/><ns4:ea typeface="Calibri"/></ns4:defRPr></ns4:lvl7pPr><ns4:lvl8pPr algn="ctr"><ns4:buNone/><ns4:defRPr sz="1400" dirty="0"><ns4:solidFill><ns4:srgbClr val="94A3B8"/></ns4:solidFill><ns4:latin typeface="Calibri"/><ns4:ea typeface="Calibri"/></ns4:defRPr></ns4:lvl8pPr><ns4:lvl9pPr algn="ctr"><ns4:buNone/><ns4:defRPr sz="1400" dirty="0"><ns4:solidFill><ns4:srgbClr val="94A3B8"/></ns4:solidFill><ns4:latin typeface="Calibri"/><ns4:ea typeface="Calibri"/></ns4:defRPr></ns4:lvl9pPr></ns4:lstStyle/><ns5:p xmlns:ns5="http://schemas.openxmlformats.org/drawingml/2006/main"><ns5:pPr algn="l"><ns5:buNone/></ns5:pPr><ns5:r><ns5:rPr lang="ja-JP"/><ns5:t>分析テキスト

主要な発見事項や
考察を記入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0.xml><?xml version='1.0' encoding='UTF-8' standalone='yes'?>
<ns0:sldLayout xmlns:ns0="http://schemas.openxmlformats.org/presentationml/2006/main" type="blank" preserve="1"><ns0:cSld name="Chart.2Chart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hart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394960" cy="4937760"/></ns2:xfrm><ns3:prstGeom xmlns:ns3="http://schemas.openxmlformats.org/drawingml/2006/main" prst="roundRect"><ns3:avLst><ns3:gd name="adj" fmla="val 6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Chart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394960" cy="4937760"/></ns2:xfrm><ns3:prstGeom xmlns:ns3="http://schemas.openxmlformats.org/drawingml/2006/main" prst="roundRect"><ns3:avLst><ns3:gd name="adj" fmla="val 6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20" name="Body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463040"/><ns2:ext cx="4846320" cy="4572000"/></ns2:xfrm></ns0:spPr><ns0:txBody><ns3:bodyPr xmlns:ns3="http://schemas.openxmlformats.org/drawingml/2006/main" wrap="square" anchor="t" anchorCtr="0"/><ns4:lstStyle><ns4:defPPr algn="ctr"><ns4:defRPr><ns4:solidFill><ns4:srgbClr val="94A3B8"/></ns4:solidFill></ns4:defRPr></ns4:defPPr></ns4:lstStyle><ns4:defPPr algn="ctr"><ns4:buNone/><ns4:defRPr sz="1400" dirty="0"><ns4:solidFill><ns4:srgbClr val="94A3B8"/></ns4:solidFill><ns4:latin typeface="Calibri"/><ns4:ea typeface="Calibri"/></ns4:defRPr></ns4:defPPr><ns4:lvl1pPr algn="ctr"><ns4:buNone/><ns4:defRPr sz="1400" dirty="0"><ns4:solidFill><ns4:srgbClr val="94A3B8"/></ns4:solidFill><ns4:latin typeface="Calibri"/><ns4:ea typeface="Calibri"/></ns4:defRPr></ns4:lvl1pPr><ns4:lvl2pPr algn="ctr"><ns4:buNone/><ns4:defRPr sz="1400" dirty="0"><ns4:solidFill><ns4:srgbClr val="94A3B8"/></ns4:solidFill><ns4:latin typeface="Calibri"/><ns4:ea typeface="Calibri"/></ns4:defRPr></ns4:lvl2pPr><ns4:lvl3pPr algn="ctr"><ns4:buNone/><ns4:defRPr sz="1400" dirty="0"><ns4:solidFill><ns4:srgbClr val="94A3B8"/></ns4:solidFill><ns4:latin typeface="Calibri"/><ns4:ea typeface="Calibri"/></ns4:defRPr></ns4:lvl3pPr><ns4:lvl4pPr algn="ctr"><ns4:buNone/><ns4:defRPr sz="1400" dirty="0"><ns4:solidFill><ns4:srgbClr val="94A3B8"/></ns4:solidFill><ns4:latin typeface="Calibri"/><ns4:ea typeface="Calibri"/></ns4:defRPr></ns4:lvl4pPr><ns4:lvl5pPr algn="ctr"><ns4:buNone/><ns4:defRPr sz="1400" dirty="0"><ns4:solidFill><ns4:srgbClr val="94A3B8"/></ns4:solidFill><ns4:latin typeface="Calibri"/><ns4:ea typeface="Calibri"/></ns4:defRPr></ns4:lvl5pPr><ns4:lvl6pPr algn="ctr"><ns4:buNone/><ns4:defRPr sz="1400" dirty="0"><ns4:solidFill><ns4:srgbClr val="94A3B8"/></ns4:solidFill><ns4:latin typeface="Calibri"/><ns4:ea typeface="Calibri"/></ns4:defRPr></ns4:lvl6pPr><ns4:lvl7pPr algn="ctr"><ns4:buNone/><ns4:defRPr sz="1400" dirty="0"><ns4:solidFill><ns4:srgbClr val="94A3B8"/></ns4:solidFill><ns4:latin typeface="Calibri"/><ns4:ea typeface="Calibri"/></ns4:defRPr></ns4:lvl7pPr><ns4:lvl8pPr algn="ctr"><ns4:buNone/><ns4:defRPr sz="1400" dirty="0"><ns4:solidFill><ns4:srgbClr val="94A3B8"/></ns4:solidFill><ns4:latin typeface="Calibri"/><ns4:ea typeface="Calibri"/></ns4:defRPr></ns4:lvl8pPr><ns4:lvl9pPr algn="ctr"><ns4:buNone/><ns4:defRPr sz="1400" dirty="0"><ns4:solidFill><ns4:srgbClr val="94A3B8"/></ns4:solidFill><ns4:latin typeface="Calibri"/><ns4:ea typeface="Calibri"/></ns4:defRPr></ns4:lvl9pPr></ns4:lstStyle/><ns5:p xmlns:ns5="http://schemas.openxmlformats.org/drawingml/2006/main"><ns5:pPr algn="ctr"><ns5:buNone/></ns5:pPr><ns5:r><ns5:rPr lang="ja-JP"/><ns5:t>チャート 2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1.xml><?xml version='1.0' encoding='UTF-8' standalone='yes'?>
<ns0:sldLayout xmlns:ns0="http://schemas.openxmlformats.org/presentationml/2006/main" type="blank" preserve="1"><ns0:cSld name="Table.1Table.Single+1Sourc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20" name="Body.Center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457200" y="1325880"/><ns2:ext cx="11247120" cy="457200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出典：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2.xml><?xml version='1.0' encoding='UTF-8' standalone='yes'?>
<ns0:sldLayout xmlns:ns0="http://schemas.openxmlformats.org/presentationml/2006/main" type="blank" preserve="1"><ns0:cSld name="Table.1Table.Single+1Notes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20" name="Body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457200" y="1325880"/><ns2:ext cx="7772400" cy="493776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コメント・注記

テーブルの補足情報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3.xml><?xml version='1.0' encoding='UTF-8' standalone='yes'?>
<ns0:sldLayout xmlns:ns0="http://schemas.openxmlformats.org/presentationml/2006/main" type="blank" preserve="1"><ns0:cSld name="Compare.2Option.Versus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Panel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303520" cy="493776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Panel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394960" cy="493776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7" name="Accent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303520" cy="54864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8" name="Accent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394960" cy="54864"/></ns2:xfrm><ns3:prstGeom xmlns:ns3="http://schemas.openxmlformats.org/drawingml/2006/main" prst="rect"/><ns4:solidFill xmlns:ns4="http://schemas.openxmlformats.org/drawingml/2006/main"><ns4:srgbClr val="06B6D4"/></ns4:solidFill><ns5:ln xmlns:ns5="http://schemas.openxmlformats.org/drawingml/2006/main"><ns5:noFill/></ns5:ln></ns0:spPr></ns0:sp><ns0:sp><ns0:nvSpPr><ns0:cNvPr id="9" name="VS"/><ns0:cNvSpPr><ns1:spLocks xmlns:ns1="http://schemas.openxmlformats.org/drawingml/2006/main" noGrp="1"/></ns0:cNvSpPr><ns0:nvPr/></ns0:nvSpPr><ns0:spPr><ns2:xfrm xmlns:ns2="http://schemas.openxmlformats.org/drawingml/2006/main"><ns2:off x="5309408461680" y="3428121901679"/><ns2:ext cx="548640" cy="548640"/></ns2:xfrm><ns3:prstGeom xmlns:ns3="http://schemas.openxmlformats.org/drawingml/2006/main" prst="ellipse"/><ns4:solidFill xmlns:ns4="http://schemas.openxmlformats.org/drawingml/2006/main"><ns4:srgbClr val="1E2761"/></ns4:solidFill><ns5:ln xmlns:ns5="http://schemas.openxmlformats.org/drawingml/2006/main"><ns5:noFill/></ns5:ln></ns0:spPr></ns0:sp><ns0:sp><ns0:nvSpPr><ns0:cNvPr id="20" name="OptionLabel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554480"/><ns2:ext cx="4754880" cy="457200"/></ns2:xfrm></ns0:spPr><ns0:txBody><ns3:bodyPr xmlns:ns3="http://schemas.openxmlformats.org/drawingml/2006/main" wrap="square" anchor="t" anchorCtr="0"/><ns4:lstStyle><ns4:defPPr><ns4:defRPr sz="1600" b="1"><ns4:solidFill><ns4:srgbClr val="3B82F6"/></ns4:solidFill></ns4:defRPr></ns4:defPPr></ns4:lstStyle><ns4:defPPr algn="l"><ns4:buNone/><ns4:defRPr sz="1600" dirty="0" b="1"><ns4:solidFill><ns4:srgbClr val="3B82F6"/></ns4:solidFill><ns4:latin typeface="Calibri"/><ns4:ea typeface="Calibri"/></ns4:defRPr></ns4:defPPr><ns4:lvl1pPr algn="l"><ns4:buNone/><ns4:defRPr sz="1600" dirty="0" b="1"><ns4:solidFill><ns4:srgbClr val="3B82F6"/></ns4:solidFill><ns4:latin typeface="Calibri"/><ns4:ea typeface="Calibri"/></ns4:defRPr></ns4:lvl1pPr><ns4:lvl2pPr algn="l"><ns4:buNone/><ns4:defRPr sz="1600" dirty="0" b="1"><ns4:solidFill><ns4:srgbClr val="3B82F6"/></ns4:solidFill><ns4:latin typeface="Calibri"/><ns4:ea typeface="Calibri"/></ns4:defRPr></ns4:lvl2pPr><ns4:lvl3pPr algn="l"><ns4:buNone/><ns4:defRPr sz="1600" dirty="0" b="1"><ns4:solidFill><ns4:srgbClr val="3B82F6"/></ns4:solidFill><ns4:latin typeface="Calibri"/><ns4:ea typeface="Calibri"/></ns4:defRPr></ns4:lvl3pPr><ns4:lvl4pPr algn="l"><ns4:buNone/><ns4:defRPr sz="1600" dirty="0" b="1"><ns4:solidFill><ns4:srgbClr val="3B82F6"/></ns4:solidFill><ns4:latin typeface="Calibri"/><ns4:ea typeface="Calibri"/></ns4:defRPr></ns4:lvl4pPr><ns4:lvl5pPr algn="l"><ns4:buNone/><ns4:defRPr sz="1600" dirty="0" b="1"><ns4:solidFill><ns4:srgbClr val="3B82F6"/></ns4:solidFill><ns4:latin typeface="Calibri"/><ns4:ea typeface="Calibri"/></ns4:defRPr></ns4:lvl5pPr><ns4:lvl6pPr algn="l"><ns4:buNone/><ns4:defRPr sz="1600" dirty="0" b="1"><ns4:solidFill><ns4:srgbClr val="3B82F6"/></ns4:solidFill><ns4:latin typeface="Calibri"/><ns4:ea typeface="Calibri"/></ns4:defRPr></ns4:lvl6pPr><ns4:lvl7pPr algn="l"><ns4:buNone/><ns4:defRPr sz="1600" dirty="0" b="1"><ns4:solidFill><ns4:srgbClr val="3B82F6"/></ns4:solidFill><ns4:latin typeface="Calibri"/><ns4:ea typeface="Calibri"/></ns4:defRPr></ns4:lvl7pPr><ns4:lvl8pPr algn="l"><ns4:buNone/><ns4:defRPr sz="1600" dirty="0" b="1"><ns4:solidFill><ns4:srgbClr val="3B82F6"/></ns4:solidFill><ns4:latin typeface="Calibri"/><ns4:ea typeface="Calibri"/></ns4:defRPr></ns4:lvl8pPr><ns4:lvl9pPr algn="l"><ns4:buNone/><ns4:defRPr sz="1600" dirty="0" b="1"><ns4:solidFill><ns4:srgbClr val="3B82F6"/></ns4:solidFill><ns4:latin typeface="Calibri"/><ns4:ea typeface="Calibri"/></ns4:defRPr></ns4:lvl9pPr></ns4:lstStyle/><ns5:p xmlns:ns5="http://schemas.openxmlformats.org/drawingml/2006/main"><ns5:pPr algn="l"><ns5:buNone/></ns5:pPr><ns5:r><ns5:rPr lang="ja-JP"/><ns5:t>内容を入力</ns5:t></ns5:r></ns5:p></ns0:txBody></ns0:sp><ns0:sp><ns0:nvSpPr><ns0:cNvPr id="22" name="OptionLabel2.Righ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6400800" y="1554480"/><ns2:ext cx="4846320" cy="457200"/></ns2:xfrm></ns0:spPr><ns0:txBody><ns3:bodyPr xmlns:ns3="http://schemas.openxmlformats.org/drawingml/2006/main" wrap="square" anchor="t" anchorCtr="0"/><ns4:lstStyle><ns4:defPPr><ns4:defRPr sz="1600" b="1"><ns4:solidFill><ns4:srgbClr val="06B6D4"/></ns4:solidFill></ns4:defRPr></ns4:defPPr></ns4:lstStyle><ns4:defPPr algn="l"><ns4:buNone/><ns4:defRPr sz="1600" dirty="0" b="1"><ns4:solidFill><ns4:srgbClr val="06B6D4"/></ns4:solidFill><ns4:latin typeface="Calibri"/><ns4:ea typeface="Calibri"/></ns4:defRPr></ns4:defPPr><ns4:lvl1pPr algn="l"><ns4:buNone/><ns4:defRPr sz="1600" dirty="0" b="1"><ns4:solidFill><ns4:srgbClr val="06B6D4"/></ns4:solidFill><ns4:latin typeface="Calibri"/><ns4:ea typeface="Calibri"/></ns4:defRPr></ns4:lvl1pPr><ns4:lvl2pPr algn="l"><ns4:buNone/><ns4:defRPr sz="1600" dirty="0" b="1"><ns4:solidFill><ns4:srgbClr val="06B6D4"/></ns4:solidFill><ns4:latin typeface="Calibri"/><ns4:ea typeface="Calibri"/></ns4:defRPr></ns4:lvl2pPr><ns4:lvl3pPr algn="l"><ns4:buNone/><ns4:defRPr sz="1600" dirty="0" b="1"><ns4:solidFill><ns4:srgbClr val="06B6D4"/></ns4:solidFill><ns4:latin typeface="Calibri"/><ns4:ea typeface="Calibri"/></ns4:defRPr></ns4:lvl3pPr><ns4:lvl4pPr algn="l"><ns4:buNone/><ns4:defRPr sz="1600" dirty="0" b="1"><ns4:solidFill><ns4:srgbClr val="06B6D4"/></ns4:solidFill><ns4:latin typeface="Calibri"/><ns4:ea typeface="Calibri"/></ns4:defRPr></ns4:lvl4pPr><ns4:lvl5pPr algn="l"><ns4:buNone/><ns4:defRPr sz="1600" dirty="0" b="1"><ns4:solidFill><ns4:srgbClr val="06B6D4"/></ns4:solidFill><ns4:latin typeface="Calibri"/><ns4:ea typeface="Calibri"/></ns4:defRPr></ns4:lvl5pPr><ns4:lvl6pPr algn="l"><ns4:buNone/><ns4:defRPr sz="1600" dirty="0" b="1"><ns4:solidFill><ns4:srgbClr val="06B6D4"/></ns4:solidFill><ns4:latin typeface="Calibri"/><ns4:ea typeface="Calibri"/></ns4:defRPr></ns4:lvl6pPr><ns4:lvl7pPr algn="l"><ns4:buNone/><ns4:defRPr sz="1600" dirty="0" b="1"><ns4:solidFill><ns4:srgbClr val="06B6D4"/></ns4:solidFill><ns4:latin typeface="Calibri"/><ns4:ea typeface="Calibri"/></ns4:defRPr></ns4:lvl7pPr><ns4:lvl8pPr algn="l"><ns4:buNone/><ns4:defRPr sz="1600" dirty="0" b="1"><ns4:solidFill><ns4:srgbClr val="06B6D4"/></ns4:solidFill><ns4:latin typeface="Calibri"/><ns4:ea typeface="Calibri"/></ns4:defRPr></ns4:lvl8pPr><ns4:lvl9pPr algn="l"><ns4:buNone/><ns4:defRPr sz="1600" dirty="0" b="1"><ns4:solidFill><ns4:srgbClr val="06B6D4"/></ns4:solidFill><ns4:latin typeface="Calibri"/><ns4:ea typeface="Calibri"/></ns4:defRPr></ns4:lvl9pPr></ns4:lstStyle/><ns5:p xmlns:ns5="http://schemas.openxmlformats.org/drawingml/2006/main"><ns5:pPr algn="l"><ns5:buNone/></ns5:pPr><ns5:r><ns5:rPr lang="ja-JP"/><ns5:t>内容を入力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4.xml><?xml version='1.0' encoding='UTF-8' standalone='yes'?>
<ns0:sldLayout xmlns:ns0="http://schemas.openxmlformats.org/presentationml/2006/main" type="blank" preserve="1"><ns0:cSld name="Compare.1Matrix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ontentBG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11247120" cy="5029200"/></ns2:xfrm><ns3:prstGeom xmlns:ns3="http://schemas.openxmlformats.org/drawingml/2006/main" prst="rect"/><ns4:solidFill xmlns:ns4="http://schemas.openxmlformats.org/drawingml/2006/main"><ns4:srgbClr val="FFFFFF"/></ns4:solidFill><ns5:ln xmlns:ns5="http://schemas.openxmlformats.org/drawingml/2006/main"><ns5:noFill/></ns5:ln></ns0:spPr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5.xml><?xml version='1.0' encoding='UTF-8' standalone='yes'?>
<ns0:sldLayout xmlns:ns0="http://schemas.openxmlformats.org/presentationml/2006/main" type="blank" preserve="1"><ns0:cSld name="Process.4Step.Sequenti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onnLine"/><ns0:cNvSpPr><ns1:spLocks xmlns:ns1="http://schemas.openxmlformats.org/drawingml/2006/main" noGrp="1" noSelect="0" noRot="1" noMove="1"/></ns0:cNvSpPr><ns0:nvPr/></ns0:nvSpPr><ns0:spPr><ns2:xfrm xmlns:ns2="http://schemas.openxmlformats.org/drawingml/2006/main"><ns2:off x="1645920" y="2651760"/><ns2:ext cx="8869680" cy="36576"/></ns2:xfrm><ns3:prstGeom xmlns:ns3="http://schemas.openxmlformats.org/drawingml/2006/main" prst="rect"/><ns4:solidFill xmlns:ns4="http://schemas.openxmlformats.org/drawingml/2006/main"><ns4:srgbClr val="CADCFC"/></ns4:solidFill><ns5:ln xmlns:ns5="http://schemas.openxmlformats.org/drawingml/2006/main"><ns5:noFill/></ns5:ln></ns0:spPr></ns0:sp><ns0:sp><ns0:nvSpPr><ns0:cNvPr id="6" name="C1"/><ns0:cNvSpPr><ns1:spLocks xmlns:ns1="http://schemas.openxmlformats.org/drawingml/2006/main" noGrp="1"/></ns0:cNvSpPr><ns0:nvPr/></ns0:nvSpPr><ns0:spPr><ns2:xfrm xmlns:ns2="http://schemas.openxmlformats.org/drawingml/2006/main"><ns2:off x="1672254463968" y="2466575455968"/><ns2:ext cx="512064" cy="512064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7" name="C2"/><ns0:cNvSpPr><ns1:spLocks xmlns:ns1="http://schemas.openxmlformats.org/drawingml/2006/main" noGrp="1"/></ns0:cNvSpPr><ns0:nvPr/></ns0:nvSpPr><ns0:spPr><ns2:xfrm xmlns:ns2="http://schemas.openxmlformats.org/drawingml/2006/main"><ns2:off x="4347862015968" y="2466575455968"/><ns2:ext cx="512064" cy="512064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8" name="C3"/><ns0:cNvSpPr><ns1:spLocks xmlns:ns1="http://schemas.openxmlformats.org/drawingml/2006/main" noGrp="1"/></ns0:cNvSpPr><ns0:nvPr/></ns0:nvSpPr><ns0:spPr><ns2:xfrm xmlns:ns2="http://schemas.openxmlformats.org/drawingml/2006/main"><ns2:off x="7023469567968" y="2466575455968"/><ns2:ext cx="512064" cy="512064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9" name="C4"/><ns0:cNvSpPr><ns1:spLocks xmlns:ns1="http://schemas.openxmlformats.org/drawingml/2006/main" noGrp="1"/></ns0:cNvSpPr><ns0:nvPr/></ns0:nvSpPr><ns0:spPr><ns2:xfrm xmlns:ns2="http://schemas.openxmlformats.org/drawingml/2006/main"><ns2:off x="9615464383968" y="2466575455968"/><ns2:ext cx="512064" cy="512064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20" name="Step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457200" y="3291840"/><ns2:ext cx="2560320" cy="2743200"/></ns2:xfrm></ns0:spPr><ns0:txBody><ns3:bodyPr xmlns:ns3="http://schemas.openxmlformats.org/drawingml/2006/main" wrap="square" anchor="t" anchorCtr="0"/><ns4:lstStyle><ns4:defPPr algn="ctr"><ns4:defRPr sz="1300"></ns4:defRPr></ns4:defPPr></ns4:lstStyle><ns4:defPPr algn="ctr"><ns4:buNone/><ns4:defRPr sz="1300" dirty="0"><ns4:solidFill><ns4:srgbClr val="1E293B"/></ns4:solidFill><ns4:latin typeface="Calibri"/><ns4:ea typeface="Calibri"/></ns4:defRPr></ns4:defPPr><ns4:lvl1pPr algn="ctr"><ns4:buNone/><ns4:defRPr sz="1300" dirty="0"><ns4:solidFill><ns4:srgbClr val="1E293B"/></ns4:solidFill><ns4:latin typeface="Calibri"/><ns4:ea typeface="Calibri"/></ns4:defRPr></ns4:lvl1pPr><ns4:lvl2pPr algn="ctr"><ns4:buNone/><ns4:defRPr sz="1300" dirty="0"><ns4:solidFill><ns4:srgbClr val="1E293B"/></ns4:solidFill><ns4:latin typeface="Calibri"/><ns4:ea typeface="Calibri"/></ns4:defRPr></ns4:lvl2pPr><ns4:lvl3pPr algn="ctr"><ns4:buNone/><ns4:defRPr sz="1300" dirty="0"><ns4:solidFill><ns4:srgbClr val="1E293B"/></ns4:solidFill><ns4:latin typeface="Calibri"/><ns4:ea typeface="Calibri"/></ns4:defRPr></ns4:lvl3pPr><ns4:lvl4pPr algn="ctr"><ns4:buNone/><ns4:defRPr sz="1300" dirty="0"><ns4:solidFill><ns4:srgbClr val="1E293B"/></ns4:solidFill><ns4:latin typeface="Calibri"/><ns4:ea typeface="Calibri"/></ns4:defRPr></ns4:lvl4pPr><ns4:lvl5pPr algn="ctr"><ns4:buNone/><ns4:defRPr sz="1300" dirty="0"><ns4:solidFill><ns4:srgbClr val="1E293B"/></ns4:solidFill><ns4:latin typeface="Calibri"/><ns4:ea typeface="Calibri"/></ns4:defRPr></ns4:lvl5pPr><ns4:lvl6pPr algn="ctr"><ns4:buNone/><ns4:defRPr sz="1300" dirty="0"><ns4:solidFill><ns4:srgbClr val="1E293B"/></ns4:solidFill><ns4:latin typeface="Calibri"/><ns4:ea typeface="Calibri"/></ns4:defRPr></ns4:lvl6pPr><ns4:lvl7pPr algn="ctr"><ns4:buNone/><ns4:defRPr sz="1300" dirty="0"><ns4:solidFill><ns4:srgbClr val="1E293B"/></ns4:solidFill><ns4:latin typeface="Calibri"/><ns4:ea typeface="Calibri"/></ns4:defRPr></ns4:lvl7pPr><ns4:lvl8pPr algn="ctr"><ns4:buNone/><ns4:defRPr sz="1300" dirty="0"><ns4:solidFill><ns4:srgbClr val="1E293B"/></ns4:solidFill><ns4:latin typeface="Calibri"/><ns4:ea typeface="Calibri"/></ns4:defRPr></ns4:lvl8pPr><ns4:lvl9pPr algn="ctr"><ns4:buNone/><ns4:defRPr sz="1300" dirty="0"><ns4:solidFill><ns4:srgbClr val="1E293B"/></ns4:solidFill><ns4:latin typeface="Calibri"/><ns4:ea typeface="Calibri"/></ns4:defRPr></ns4:lvl9pPr></ns4:lstStyle/><ns5:p xmlns:ns5="http://schemas.openxmlformats.org/drawingml/2006/main"><ns5:pPr algn="ctr"><ns5:buNone/></ns5:pPr><ns5:r><ns5:rPr lang="ja-JP"/><ns5:t>STEP 2
タイトル
説明テキスト</ns5:t></ns5:r></ns5:p></ns0:txBody></ns0:sp><ns0:sp><ns0:nvSpPr><ns0:cNvPr id="22" name="Step3.CenterRigh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6309360" y="3291840"/><ns2:ext cx="2560320" cy="2743200"/></ns2:xfrm></ns0:spPr><ns0:txBody><ns3:bodyPr xmlns:ns3="http://schemas.openxmlformats.org/drawingml/2006/main" wrap="square" anchor="t" anchorCtr="0"/><ns4:lstStyle><ns4:defPPr algn="ctr"><ns4:defRPr sz="1300"></ns4:defRPr></ns4:defPPr></ns4:lstStyle><ns4:defPPr algn="ctr"><ns4:buNone/><ns4:defRPr sz="1300" dirty="0"><ns4:solidFill><ns4:srgbClr val="1E293B"/></ns4:solidFill><ns4:latin typeface="Calibri"/><ns4:ea typeface="Calibri"/></ns4:defRPr></ns4:defPPr><ns4:lvl1pPr algn="ctr"><ns4:buNone/><ns4:defRPr sz="1300" dirty="0"><ns4:solidFill><ns4:srgbClr val="1E293B"/></ns4:solidFill><ns4:latin typeface="Calibri"/><ns4:ea typeface="Calibri"/></ns4:defRPr></ns4:lvl1pPr><ns4:lvl2pPr algn="ctr"><ns4:buNone/><ns4:defRPr sz="1300" dirty="0"><ns4:solidFill><ns4:srgbClr val="1E293B"/></ns4:solidFill><ns4:latin typeface="Calibri"/><ns4:ea typeface="Calibri"/></ns4:defRPr></ns4:lvl2pPr><ns4:lvl3pPr algn="ctr"><ns4:buNone/><ns4:defRPr sz="1300" dirty="0"><ns4:solidFill><ns4:srgbClr val="1E293B"/></ns4:solidFill><ns4:latin typeface="Calibri"/><ns4:ea typeface="Calibri"/></ns4:defRPr></ns4:lvl3pPr><ns4:lvl4pPr algn="ctr"><ns4:buNone/><ns4:defRPr sz="1300" dirty="0"><ns4:solidFill><ns4:srgbClr val="1E293B"/></ns4:solidFill><ns4:latin typeface="Calibri"/><ns4:ea typeface="Calibri"/></ns4:defRPr></ns4:lvl4pPr><ns4:lvl5pPr algn="ctr"><ns4:buNone/><ns4:defRPr sz="1300" dirty="0"><ns4:solidFill><ns4:srgbClr val="1E293B"/></ns4:solidFill><ns4:latin typeface="Calibri"/><ns4:ea typeface="Calibri"/></ns4:defRPr></ns4:lvl5pPr><ns4:lvl6pPr algn="ctr"><ns4:buNone/><ns4:defRPr sz="1300" dirty="0"><ns4:solidFill><ns4:srgbClr val="1E293B"/></ns4:solidFill><ns4:latin typeface="Calibri"/><ns4:ea typeface="Calibri"/></ns4:defRPr></ns4:lvl6pPr><ns4:lvl7pPr algn="ctr"><ns4:buNone/><ns4:defRPr sz="1300" dirty="0"><ns4:solidFill><ns4:srgbClr val="1E293B"/></ns4:solidFill><ns4:latin typeface="Calibri"/><ns4:ea typeface="Calibri"/></ns4:defRPr></ns4:lvl7pPr><ns4:lvl8pPr algn="ctr"><ns4:buNone/><ns4:defRPr sz="1300" dirty="0"><ns4:solidFill><ns4:srgbClr val="1E293B"/></ns4:solidFill><ns4:latin typeface="Calibri"/><ns4:ea typeface="Calibri"/></ns4:defRPr></ns4:lvl8pPr><ns4:lvl9pPr algn="ctr"><ns4:buNone/><ns4:defRPr sz="1300" dirty="0"><ns4:solidFill><ns4:srgbClr val="1E293B"/></ns4:solidFill><ns4:latin typeface="Calibri"/><ns4:ea typeface="Calibri"/></ns4:defRPr></ns4:lvl9pPr></ns4:lstStyle/><ns5:p xmlns:ns5="http://schemas.openxmlformats.org/drawingml/2006/main"><ns5:pPr algn="ctr"><ns5:buNone/></ns5:pPr><ns5:r><ns5:rPr lang="ja-JP"/><ns5:t>STEP 4
タイトル
説明テキスト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6.xml><?xml version='1.0' encoding='UTF-8' standalone='yes'?>
<ns0:sldLayout xmlns:ns0="http://schemas.openxmlformats.org/presentationml/2006/main" type="blank" preserve="1"><ns0:cSld name="Process.3Step.Sequenti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VLine"/><ns0:cNvSpPr><ns1:spLocks xmlns:ns1="http://schemas.openxmlformats.org/drawingml/2006/main" noGrp="1" noSelect="0" noRot="1" noMove="1"/></ns0:cNvSpPr><ns0:nvPr/></ns0:nvSpPr><ns0:spPr><ns2:xfrm xmlns:ns2="http://schemas.openxmlformats.org/drawingml/2006/main"><ns2:off x="1828800" y="1645920"/><ns2:ext cx="36576" cy="4389120"/></ns2:xfrm><ns3:prstGeom xmlns:ns3="http://schemas.openxmlformats.org/drawingml/2006/main" prst="rect"/><ns4:solidFill xmlns:ns4="http://schemas.openxmlformats.org/drawingml/2006/main"><ns4:srgbClr val="CADCFC"/></ns4:solidFill><ns5:ln xmlns:ns5="http://schemas.openxmlformats.org/drawingml/2006/main"><ns5:noFill/></ns5:ln></ns0:spPr></ns0:sp><ns0:sp><ns0:nvSpPr><ns0:cNvPr id="6" name="S1"/><ns0:cNvSpPr><ns1:spLocks xmlns:ns1="http://schemas.openxmlformats.org/drawingml/2006/main" noGrp="1"/></ns0:cNvSpPr><ns0:nvPr/></ns0:nvSpPr><ns0:spPr><ns2:xfrm xmlns:ns2="http://schemas.openxmlformats.org/drawingml/2006/main"><ns2:off x="1688977066032" y="1839479990832"/><ns2:ext cx="402336" cy="402336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7" name="S2"/><ns0:cNvSpPr><ns1:spLocks xmlns:ns1="http://schemas.openxmlformats.org/drawingml/2006/main" noGrp="1"/></ns0:cNvSpPr><ns0:nvPr/></ns0:nvSpPr><ns0:spPr><ns2:xfrm xmlns:ns2="http://schemas.openxmlformats.org/drawingml/2006/main"><ns2:off x="1688977066032" y="3177283766832"/><ns2:ext cx="402336" cy="402336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8" name="S3"/><ns0:cNvSpPr><ns1:spLocks xmlns:ns1="http://schemas.openxmlformats.org/drawingml/2006/main" noGrp="1"/></ns0:cNvSpPr><ns0:nvPr/></ns0:nvSpPr><ns0:spPr><ns2:xfrm xmlns:ns2="http://schemas.openxmlformats.org/drawingml/2006/main"><ns2:off x="1688977066032" y="4515087542832"/><ns2:ext cx="402336" cy="402336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20" name="Step1.Top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2560320" y="1554480"/><ns2:ext cx="8686800" cy="109728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ステップ 2：タイトル
説明テキスト</ns5:t></ns5:r></ns5:p></ns0:txBody></ns0:sp><ns0:sp><ns0:nvSpPr><ns0:cNvPr id="22" name="Step3.Bottom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2560320" y="4480560"/><ns2:ext cx="8686800" cy="109728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7.xml><?xml version='1.0' encoding='UTF-8' standalone='yes'?>
<ns0:sldLayout xmlns:ns0="http://schemas.openxmlformats.org/presentationml/2006/main" type="blank" preserve="1"><ns0:cSld name="Summary.1Agenda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BG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6858000"/></ns2:xfrm><ns3:prstGeom xmlns:ns3="http://schemas.openxmlformats.org/drawingml/2006/main" prst="rect"/><ns4:solidFill xmlns:ns4="http://schemas.openxmlformats.org/drawingml/2006/main"><ns4:srgbClr val="FFFFFF"/></ns4:solidFill><ns5:ln xmlns:ns5="http://schemas.openxmlformats.org/drawingml/2006/main"><ns5:noFill/></ns5:ln></ns0:spPr></ns0:sp><ns0:sp><ns0:nvSpPr><ns0:cNvPr id="3" name="Left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4114800" cy="685800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4" name="Accent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64592" cy="68580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10" name="Title.Left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548640" y="914400"/><ns2:ext cx="3200400" cy="1371600"/></ns2:xfrm></ns0:spPr><ns0:txBody><ns3:bodyPr xmlns:ns3="http://schemas.openxmlformats.org/drawingml/2006/main" wrap="square" anchor="t" anchorCtr="0"/><ns4:lstStyle><ns4:defPPr><ns4:defRPr sz="3600" b="1"><ns4:solidFill><ns4:srgbClr val="FFFFFF"/></ns4:solidFill></ns4:defRPr></ns4:defPPr></ns4:lstStyle><ns4:defPPr algn="l"><ns4:buNone/><ns4:defRPr sz="3600" dirty="0" b="1"><ns4:solidFill><ns4:srgbClr val="FFFFFF"/></ns4:solidFill><ns4:latin typeface="Georgia"/><ns4:ea typeface="Georgia"/></ns4:defRPr></ns4:defPPr><ns4:lvl1pPr algn="l"><ns4:buNone/><ns4:defRPr sz="3600" dirty="0" b="1"><ns4:solidFill><ns4:srgbClr val="FFFFFF"/></ns4:solidFill><ns4:latin typeface="Georgia"/><ns4:ea typeface="Georgia"/></ns4:defRPr></ns4:lvl1pPr><ns4:lvl2pPr algn="l"><ns4:buNone/><ns4:defRPr sz="3600" dirty="0" b="1"><ns4:solidFill><ns4:srgbClr val="FFFFFF"/></ns4:solidFill><ns4:latin typeface="Georgia"/><ns4:ea typeface="Georgia"/></ns4:defRPr></ns4:lvl2pPr><ns4:lvl3pPr algn="l"><ns4:buNone/><ns4:defRPr sz="3600" dirty="0" b="1"><ns4:solidFill><ns4:srgbClr val="FFFFFF"/></ns4:solidFill><ns4:latin typeface="Georgia"/><ns4:ea typeface="Georgia"/></ns4:defRPr></ns4:lvl3pPr><ns4:lvl4pPr algn="l"><ns4:buNone/><ns4:defRPr sz="3600" dirty="0" b="1"><ns4:solidFill><ns4:srgbClr val="FFFFFF"/></ns4:solidFill><ns4:latin typeface="Georgia"/><ns4:ea typeface="Georgia"/></ns4:defRPr></ns4:lvl4pPr><ns4:lvl5pPr algn="l"><ns4:buNone/><ns4:defRPr sz="3600" dirty="0" b="1"><ns4:solidFill><ns4:srgbClr val="FFFFFF"/></ns4:solidFill><ns4:latin typeface="Georgia"/><ns4:ea typeface="Georgia"/></ns4:defRPr></ns4:lvl5pPr><ns4:lvl6pPr algn="l"><ns4:buNone/><ns4:defRPr sz="3600" dirty="0" b="1"><ns4:solidFill><ns4:srgbClr val="FFFFFF"/></ns4:solidFill><ns4:latin typeface="Georgia"/><ns4:ea typeface="Georgia"/></ns4:defRPr></ns4:lvl6pPr><ns4:lvl7pPr algn="l"><ns4:buNone/><ns4:defRPr sz="3600" dirty="0" b="1"><ns4:solidFill><ns4:srgbClr val="FFFFFF"/></ns4:solidFill><ns4:latin typeface="Georgia"/><ns4:ea typeface="Georgia"/></ns4:defRPr></ns4:lvl7pPr><ns4:lvl8pPr algn="l"><ns4:buNone/><ns4:defRPr sz="3600" dirty="0" b="1"><ns4:solidFill><ns4:srgbClr val="FFFFFF"/></ns4:solidFill><ns4:latin typeface="Georgia"/><ns4:ea typeface="Georgia"/></ns4:defRPr></ns4:lvl8pPr><ns4:lvl9pPr algn="l"><ns4:buNone/><ns4:defRPr sz="36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日時：
場所：
所要時間：</ns5:t></ns5:r></ns5:p></ns0:txBody></ns0:sp><ns0:sp><ns0:nvSpPr><ns0:cNvPr id="20" name="AgendaItems.Righ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4572000" y="731520"/><ns2:ext cx="6858000" cy="5486400"/></ns2:xfrm></ns0:spPr><ns0:txBody><ns3:bodyPr xmlns:ns3="http://schemas.openxmlformats.org/drawingml/2006/main" wrap="square" anchor="t" anchorCtr="0"/><ns4:lstStyle><ns4:defPPr><ns4:defRPr sz="1500"></ns4:defRPr></ns4:defPPr></ns4:lstStyle><ns4:defPPr algn="l"><ns4:buNone/><ns4:defRPr sz="1500" dirty="0"><ns4:solidFill><ns4:srgbClr val="1E293B"/></ns4:solidFill><ns4:latin typeface="Calibri"/><ns4:ea typeface="Calibri"/></ns4:defRPr></ns4:defPPr><ns4:lvl1pPr algn="l"><ns4:buNone/><ns4:defRPr sz="1500" dirty="0"><ns4:solidFill><ns4:srgbClr val="1E293B"/></ns4:solidFill><ns4:latin typeface="Calibri"/><ns4:ea typeface="Calibri"/></ns4:defRPr></ns4:lvl1pPr><ns4:lvl2pPr algn="l"><ns4:buNone/><ns4:defRPr sz="1500" dirty="0"><ns4:solidFill><ns4:srgbClr val="1E293B"/></ns4:solidFill><ns4:latin typeface="Calibri"/><ns4:ea typeface="Calibri"/></ns4:defRPr></ns4:lvl2pPr><ns4:lvl3pPr algn="l"><ns4:buNone/><ns4:defRPr sz="1500" dirty="0"><ns4:solidFill><ns4:srgbClr val="1E293B"/></ns4:solidFill><ns4:latin typeface="Calibri"/><ns4:ea typeface="Calibri"/></ns4:defRPr></ns4:lvl3pPr><ns4:lvl4pPr algn="l"><ns4:buNone/><ns4:defRPr sz="1500" dirty="0"><ns4:solidFill><ns4:srgbClr val="1E293B"/></ns4:solidFill><ns4:latin typeface="Calibri"/><ns4:ea typeface="Calibri"/></ns4:defRPr></ns4:lvl4pPr><ns4:lvl5pPr algn="l"><ns4:buNone/><ns4:defRPr sz="1500" dirty="0"><ns4:solidFill><ns4:srgbClr val="1E293B"/></ns4:solidFill><ns4:latin typeface="Calibri"/><ns4:ea typeface="Calibri"/></ns4:defRPr></ns4:lvl5pPr><ns4:lvl6pPr algn="l"><ns4:buNone/><ns4:defRPr sz="1500" dirty="0"><ns4:solidFill><ns4:srgbClr val="1E293B"/></ns4:solidFill><ns4:latin typeface="Calibri"/><ns4:ea typeface="Calibri"/></ns4:defRPr></ns4:lvl6pPr><ns4:lvl7pPr algn="l"><ns4:buNone/><ns4:defRPr sz="1500" dirty="0"><ns4:solidFill><ns4:srgbClr val="1E293B"/></ns4:solidFill><ns4:latin typeface="Calibri"/><ns4:ea typeface="Calibri"/></ns4:defRPr></ns4:lvl7pPr><ns4:lvl8pPr algn="l"><ns4:buNone/><ns4:defRPr sz="1500" dirty="0"><ns4:solidFill><ns4:srgbClr val="1E293B"/></ns4:solidFill><ns4:latin typeface="Calibri"/><ns4:ea typeface="Calibri"/></ns4:defRPr></ns4:lvl8pPr><ns4:lvl9pPr algn="l"><ns4:buNone/><ns4:defRPr sz="1500" dirty="0"><ns4:solidFill><ns4:srgbClr val="1E293B"/></ns4:solidFill><ns4:latin typeface="Calibri"/><ns4:ea typeface="Calibri"/></ns4:defRPr></ns4:lvl9pPr></ns4:lstStyle><ns5:p xmlns:ns5="http://schemas.openxmlformats.org/drawingml/2006/main"><ns5:pPr algn="l"><ns5:buNone/></ns5:pPr><ns5:r><ns5:rPr lang="ja-JP"/><ns5:t>01  議題タイトル

02  議題タイトル

03  議題タイトル

04  議題タイトル

05  議題タイトル</ns5:t></ns5:r></ns5:p></ns0:txBody></ns0:sp></ns0:spTree></ns0:cSld><ns0:clrMapOvr/></ns0:sldLayout>
</file>

<file path=ppt/slideLayouts/slideLayout28.xml><?xml version='1.0' encoding='UTF-8' standalone='yes'?>
<ns0:sldLayout xmlns:ns0="http://schemas.openxmlformats.org/presentationml/2006/main" type="blank" preserve="1"><ns0:cSld name="Summary.2Block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Findings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7132320" cy="50292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Rec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7863840" y="1280160"/><ns2:ext cx="3749039" cy="50292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F0F4FF"/></ns4:solidFill><ns5:ln xmlns:ns5="http://schemas.openxmlformats.org/drawingml/2006/main"><ns5:noFill/></ns5:ln></ns0:spPr></ns0:sp><ns0:sp><ns0:nvSpPr><ns0:cNvPr id="7" name="RecAccent"/><ns0:cNvSpPr><ns1:spLocks xmlns:ns1="http://schemas.openxmlformats.org/drawingml/2006/main" noGrp="1" noSelect="0" noRot="1" noMove="1"/></ns0:cNvSpPr><ns0:nvPr/></ns0:nvSpPr><ns0:spPr><ns2:xfrm xmlns:ns2="http://schemas.openxmlformats.org/drawingml/2006/main"><ns2:off x="7863840" y="1280160"/><ns2:ext cx="54864" cy="50292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20" name="Body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822960" y="1554480"/><ns2:ext cx="6400800" cy="4572000"/></ns2:xfrm></ns0:spPr><ns0:txBody><ns3:bodyPr xmlns:ns3="http://schemas.openxmlformats.org/drawingml/2006/main" wrap="square" anchor="t" anchorCtr="0"/><ns4:lstStyle/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推奨アクション

優先度：高

対応策を記入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><ns4:defPPr algn="r"><ns4:defRPr sz="1000"><ns4:solidFill><ns4:srgbClr val="94A3B8"/></ns4:solidFill></ns4:defRPr></ns4:defPPr></ns4:lstStyle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9.xml><?xml version='1.0' encoding='UTF-8' standalone='yes'?>
<ns0:sldLayout xmlns:ns0="http://schemas.openxmlformats.org/presentationml/2006/main" type="blank" preserve="1"><ns0:cSld name="Closing.1Message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BG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685800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3" name="Accent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64592" cy="68580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4" name="Bottom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4389120"/><ns2:ext cx="12192000" cy="2468880"/></ns2:xfrm><ns3:prstGeom xmlns:ns3="http://schemas.openxmlformats.org/drawingml/2006/main" prst="rect"/><ns4:solidFill xmlns:ns4="http://schemas.openxmlformats.org/drawingml/2006/main"><ns4:srgbClr val="141B41"/></ns4:solidFill><ns5:ln xmlns:ns5="http://schemas.openxmlformats.org/drawingml/2006/main"><ns5:noFill/></ns5:ln></ns0:spPr></ns0:sp><ns0:sp><ns0:nvSpPr><ns0:cNvPr id="10" name="CategoryLabel.Top"/><ns0:cNvSpPr><ns1:spLocks xmlns:ns1="http://schemas.openxmlformats.org/drawingml/2006/main" noGrp="1"/></ns0:cNvSpPr><ns0:nvPr><ns0:ph idx="10" type="body"/></ns0:nvPr></ns0:nvSpPr><ns0:spPr><ns2:xfrm xmlns:ns2="http://schemas.openxmlformats.org/drawingml/2006/main"><ns2:off x="1097280" y="1371600"/><ns2:ext cx="9144000" cy="457200"/></ns2:xfrm></ns0:spPr><ns0:txBody><ns3:bodyPr xmlns:ns3="http://schemas.openxmlformats.org/drawingml/2006/main" wrap="square" anchor="t" anchorCtr="0"/><ns4:lstStyle><ns4:defPPr><ns4:defRPr sz="1800" b="1"><ns4:solidFill><ns4:srgbClr val="3B82F6"/></ns4:solidFill></ns4:defRPr></ns4:defPPr></ns4:lstStyle><ns4:defPPr algn="l"><ns4:buNone/><ns4:defRPr sz="1800" dirty="0" b="1"><ns4:solidFill><ns4:srgbClr val="3B82F6"/></ns4:solidFill><ns4:latin typeface="Calibri"/><ns4:ea typeface="Calibri"/></ns4:defRPr></ns4:defPPr><ns4:lvl1pPr algn="l"><ns4:buNone/><ns4:defRPr sz="1800" dirty="0" b="1"><ns4:solidFill><ns4:srgbClr val="3B82F6"/></ns4:solidFill><ns4:latin typeface="Calibri"/><ns4:ea typeface="Calibri"/></ns4:defRPr></ns4:lvl1pPr><ns4:lvl2pPr algn="l"><ns4:buNone/><ns4:defRPr sz="1800" dirty="0" b="1"><ns4:solidFill><ns4:srgbClr val="3B82F6"/></ns4:solidFill><ns4:latin typeface="Calibri"/><ns4:ea typeface="Calibri"/></ns4:defRPr></ns4:lvl2pPr><ns4:lvl3pPr algn="l"><ns4:buNone/><ns4:defRPr sz="1800" dirty="0" b="1"><ns4:solidFill><ns4:srgbClr val="3B82F6"/></ns4:solidFill><ns4:latin typeface="Calibri"/><ns4:ea typeface="Calibri"/></ns4:defRPr></ns4:lvl3pPr><ns4:lvl4pPr algn="l"><ns4:buNone/><ns4:defRPr sz="1800" dirty="0" b="1"><ns4:solidFill><ns4:srgbClr val="3B82F6"/></ns4:solidFill><ns4:latin typeface="Calibri"/><ns4:ea typeface="Calibri"/></ns4:defRPr></ns4:lvl4pPr><ns4:lvl5pPr algn="l"><ns4:buNone/><ns4:defRPr sz="1800" dirty="0" b="1"><ns4:solidFill><ns4:srgbClr val="3B82F6"/></ns4:solidFill><ns4:latin typeface="Calibri"/><ns4:ea typeface="Calibri"/></ns4:defRPr></ns4:lvl5pPr><ns4:lvl6pPr algn="l"><ns4:buNone/><ns4:defRPr sz="1800" dirty="0" b="1"><ns4:solidFill><ns4:srgbClr val="3B82F6"/></ns4:solidFill><ns4:latin typeface="Calibri"/><ns4:ea typeface="Calibri"/></ns4:defRPr></ns4:lvl6pPr><ns4:lvl7pPr algn="l"><ns4:buNone/><ns4:defRPr sz="1800" dirty="0" b="1"><ns4:solidFill><ns4:srgbClr val="3B82F6"/></ns4:solidFill><ns4:latin typeface="Calibri"/><ns4:ea typeface="Calibri"/></ns4:defRPr></ns4:lvl7pPr><ns4:lvl8pPr algn="l"><ns4:buNone/><ns4:defRPr sz="1800" dirty="0" b="1"><ns4:solidFill><ns4:srgbClr val="3B82F6"/></ns4:solidFill><ns4:latin typeface="Calibri"/><ns4:ea typeface="Calibri"/></ns4:defRPr></ns4:lvl8pPr><ns4:lvl9pPr algn="l"><ns4:buNone/><ns4:defRPr sz="1800" dirty="0" b="1"><ns4:solidFill><ns4:srgbClr val="3B82F6"/></ns4:solidFill><ns4:latin typeface="Calibri"/><ns4:ea typeface="Calibri"/></ns4:defRPr></ns4:lvl9pPr></ns4:lstStyle/><ns5:p xmlns:ns5="http://schemas.openxmlformats.org/drawingml/2006/main"><ns5:pPr algn="l"><ns5:buNone/></ns5:pPr><ns5:r><ns5:rPr lang="ja-JP"/><ns5:t>ご質問をお待ちしています</ns5:t></ns5:r></ns5:p></ns0:txBody></ns0:sp><ns0:sp><ns0:nvSpPr><ns0:cNvPr id="12" name="PresenterName.Bottom"/><ns0:cNvSpPr><ns1:spLocks xmlns:ns1="http://schemas.openxmlformats.org/drawingml/2006/main" noGrp="1"/></ns0:cNvSpPr><ns0:nvPr><ns0:ph idx="11" type="body"/></ns0:nvPr></ns0:nvSpPr><ns0:spPr><ns2:xfrm xmlns:ns2="http://schemas.openxmlformats.org/drawingml/2006/main"><ns2:off x="1097280" y="4754880"/><ns2:ext cx="7315200" cy="457200"/></ns2:xfrm></ns0:spPr><ns0:txBody><ns3:bodyPr xmlns:ns3="http://schemas.openxmlformats.org/drawingml/2006/main" wrap="square" anchor="t" anchorCtr="0"/><ns4:lstStyle><ns4:defPPr><ns4:defRPr sz="1600"><ns4:solidFill><ns4:srgbClr val="CADCFC"/></ns4:solidFill></ns4:defRPr></ns4:defPPr></ns4:lstStyle><ns4:defPPr algn="l"><ns4:buNone/><ns4:defRPr sz="1600" dirty="0"><ns4:solidFill><ns4:srgbClr val="CADCFC"/></ns4:solidFill><ns4:latin typeface="Calibri"/><ns4:ea typeface="Calibri"/></ns4:defRPr></ns4:defPPr><ns4:lvl1pPr algn="l"><ns4:buNone/><ns4:defRPr sz="1600" dirty="0"><ns4:solidFill><ns4:srgbClr val="CADCFC"/></ns4:solidFill><ns4:latin typeface="Calibri"/><ns4:ea typeface="Calibri"/></ns4:defRPr></ns4:lvl1pPr><ns4:lvl2pPr algn="l"><ns4:buNone/><ns4:defRPr sz="1600" dirty="0"><ns4:solidFill><ns4:srgbClr val="CADCFC"/></ns4:solidFill><ns4:latin typeface="Calibri"/><ns4:ea typeface="Calibri"/></ns4:defRPr></ns4:lvl2pPr><ns4:lvl3pPr algn="l"><ns4:buNone/><ns4:defRPr sz="1600" dirty="0"><ns4:solidFill><ns4:srgbClr val="CADCFC"/></ns4:solidFill><ns4:latin typeface="Calibri"/><ns4:ea typeface="Calibri"/></ns4:defRPr></ns4:lvl3pPr><ns4:lvl4pPr algn="l"><ns4:buNone/><ns4:defRPr sz="1600" dirty="0"><ns4:solidFill><ns4:srgbClr val="CADCFC"/></ns4:solidFill><ns4:latin typeface="Calibri"/><ns4:ea typeface="Calibri"/></ns4:defRPr></ns4:lvl4pPr><ns4:lvl5pPr algn="l"><ns4:buNone/><ns4:defRPr sz="1600" dirty="0"><ns4:solidFill><ns4:srgbClr val="CADCFC"/></ns4:solidFill><ns4:latin typeface="Calibri"/><ns4:ea typeface="Calibri"/></ns4:defRPr></ns4:lvl5pPr><ns4:lvl6pPr algn="l"><ns4:buNone/><ns4:defRPr sz="1600" dirty="0"><ns4:solidFill><ns4:srgbClr val="CADCFC"/></ns4:solidFill><ns4:latin typeface="Calibri"/><ns4:ea typeface="Calibri"/></ns4:defRPr></ns4:lvl6pPr><ns4:lvl7pPr algn="l"><ns4:buNone/><ns4:defRPr sz="1600" dirty="0"><ns4:solidFill><ns4:srgbClr val="CADCFC"/></ns4:solidFill><ns4:latin typeface="Calibri"/><ns4:ea typeface="Calibri"/></ns4:defRPr></ns4:lvl7pPr><ns4:lvl8pPr algn="l"><ns4:buNone/><ns4:defRPr sz="1600" dirty="0"><ns4:solidFill><ns4:srgbClr val="CADCFC"/></ns4:solidFill><ns4:latin typeface="Calibri"/><ns4:ea typeface="Calibri"/></ns4:defRPr></ns4:lvl8pPr><ns4:lvl9pPr algn="l"><ns4:buNone/><ns4:defRPr sz="1600" dirty="0"><ns4:solidFill><ns4:srgbClr val="CADCFC"/></ns4:solidFill><ns4:latin typeface="Calibri"/><ns4:ea typeface="Calibri"/></ns4:defRPr></ns4:lvl9pPr></ns4:lstStyle/><ns5:p xmlns:ns5="http://schemas.openxmlformats.org/drawingml/2006/main"><ns5:pPr algn="l"><ns5:buNone/></ns5:pPr><ns5:r><ns5:rPr lang="ja-JP"/><ns5:t>email@example.com  |  内線: 0000
Slack: #channel</ns5:t></ns5:r></ns5:p></ns0:txBody></ns0:sp></ns0:spTree></ns0:cSld><ns0:clrMapOvr/></ns0:sldLayout>
</file>

<file path=ppt/slideLayouts/slideLayout30.xml><?xml version='1.0' encoding='UTF-8' standalone='yes'?>
<ns0:sldLayout xmlns:ns0="http://schemas.openxmlformats.org/presentationml/2006/main" type="blank" preserve="1"><ns0:cSld name="Closing.1Steps.Single+1Notes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BG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685800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3" name="Accent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64592" cy="68580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4" name="Steps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731520" y="914400"/><ns2:ext cx="6858000" cy="502920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141B41"/></ns4:solidFill><ns5:ln xmlns:ns5="http://schemas.openxmlformats.org/drawingml/2006/main"><ns5:noFill/></ns5:ln></ns0:spPr></ns0:sp><ns0:sp><ns0:nvSpPr><ns0:cNvPr id="5" name="CTA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8046720" y="914400"/><ns2:ext cx="3657600" cy="502920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2D3A6E"/></ns4:solidFill><ns5:ln xmlns:ns5="http://schemas.openxmlformats.org/drawingml/2006/main"><ns5:noFill/></ns5:ln></ns0:spPr></ns0:sp><ns0:sp><ns0:nvSpPr><ns0:cNvPr id="10" name="Title.Left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1097280" y="1188720"/><ns2:ext cx="6217920" cy="640080"/></ns2:xfrm></ns0:spPr><ns0:txBody><ns3:bodyPr xmlns:ns3="http://schemas.openxmlformats.org/drawingml/2006/main" wrap="square" anchor="t" anchorCtr="0"/><ns4:lstStyle><ns4:defPPr><ns4:defRPr sz="2800" b="1"><ns4:solidFill><ns4:srgbClr val="FFFFFF"/></ns4:solidFill></ns4:defRPr></ns4:defPPr></ns4:lstStyle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1. アクション項目

2. アクション項目

3. アクション項目</ns5:t></ns5:r></ns5:p></ns0:txBody></ns0:sp><ns0:sp><ns0:nvSpPr><ns0:cNvPr id="21" name="Notes.Right"/><ns0:cNvSpPr><ns1:spLocks xmlns:ns1="http://schemas.openxmlformats.org/drawingml/2006/main" noGrp="1"/></ns0:cNvSpPr><ns0:nvPr><ns0:ph idx="2" type="body"/></ns0:nvPr></ns0:nvSpPr><ns0:spPr><ns2:xfrm xmlns:ns2="http://schemas.openxmlformats.org/drawingml/2006/main"><ns2:off x="8321040" y="1188720"/><ns2:ext cx="3108960" cy="4572000"/></ns2:xfrm></ns0:spPr><ns0:txBody><ns3:bodyPr xmlns:ns3="http://schemas.openxmlformats.org/drawingml/2006/main" wrap="square" anchor="t" anchorCtr="0"/><ns4:lstStyle><ns4:defPPr><ns4:defRPr><ns4:solidFill><ns4:srgbClr val="FFFFFF"/></ns4:solidFill></ns4:defRPr></ns4:defPPr></ns4:lstStyle><ns4:defPPr algn="l"><ns4:buNone/><ns4:defRPr sz="1400" dirty="0"><ns4:solidFill><ns4:srgbClr val="FFFFFF"/></ns4:solidFill><ns4:latin typeface="Calibri"/><ns4:ea typeface="Calibri"/></ns4:defRPr></ns4:defPPr><ns4:lvl1pPr algn="l"><ns4:buNone/><ns4:defRPr sz="1400" dirty="0"><ns4:solidFill><ns4:srgbClr val="FFFFFF"/></ns4:solidFill><ns4:latin typeface="Calibri"/><ns4:ea typeface="Calibri"/></ns4:defRPr></ns4:lvl1pPr><ns4:lvl2pPr algn="l"><ns4:buNone/><ns4:defRPr sz="1400" dirty="0"><ns4:solidFill><ns4:srgbClr val="FFFFFF"/></ns4:solidFill><ns4:latin typeface="Calibri"/><ns4:ea typeface="Calibri"/></ns4:defRPr></ns4:lvl2pPr><ns4:lvl3pPr algn="l"><ns4:buNone/><ns4:defRPr sz="1400" dirty="0"><ns4:solidFill><ns4:srgbClr val="FFFFFF"/></ns4:solidFill><ns4:latin typeface="Calibri"/><ns4:ea typeface="Calibri"/></ns4:defRPr></ns4:lvl3pPr><ns4:lvl4pPr algn="l"><ns4:buNone/><ns4:defRPr sz="1400" dirty="0"><ns4:solidFill><ns4:srgbClr val="FFFFFF"/></ns4:solidFill><ns4:latin typeface="Calibri"/><ns4:ea typeface="Calibri"/></ns4:defRPr></ns4:lvl4pPr><ns4:lvl5pPr algn="l"><ns4:buNone/><ns4:defRPr sz="1400" dirty="0"><ns4:solidFill><ns4:srgbClr val="FFFFFF"/></ns4:solidFill><ns4:latin typeface="Calibri"/><ns4:ea typeface="Calibri"/></ns4:defRPr></ns4:lvl5pPr><ns4:lvl6pPr algn="l"><ns4:buNone/><ns4:defRPr sz="1400" dirty="0"><ns4:solidFill><ns4:srgbClr val="FFFFFF"/></ns4:solidFill><ns4:latin typeface="Calibri"/><ns4:ea typeface="Calibri"/></ns4:defRPr></ns4:lvl6pPr><ns4:lvl7pPr algn="l"><ns4:buNone/><ns4:defRPr sz="1400" dirty="0"><ns4:solidFill><ns4:srgbClr val="FFFFFF"/></ns4:solidFill><ns4:latin typeface="Calibri"/><ns4:ea typeface="Calibri"/></ns4:defRPr></ns4:lvl7pPr><ns4:lvl8pPr algn="l"><ns4:buNone/><ns4:defRPr sz="1400" dirty="0"><ns4:solidFill><ns4:srgbClr val="FFFFFF"/></ns4:solidFill><ns4:latin typeface="Calibri"/><ns4:ea typeface="Calibri"/></ns4:defRPr></ns4:lvl8pPr><ns4:lvl9pPr algn="l"><ns4:buNone/><ns4:defRPr sz="1400" dirty="0"><ns4:solidFill><ns4:srgbClr val="FFFFFF"/></ns4:solidFill><ns4:latin typeface="Calibri"/><ns4:ea typeface="Calibri"/></ns4:defRPr></ns4:lvl9pPr></ns4:lstStyle><ns5:p xmlns:ns5="http://schemas.openxmlformats.org/drawingml/2006/main"><ns5:pPr algn="l"><ns5:buNone/></ns5:pPr><ns5:r><ns5:rPr lang="ja-JP"/><ns5:t>期限

担当者

連絡先

次回MTG日程</ns5:t></ns5:r></ns5:p></ns0:txBody></ns0:sp></ns0:spTree></ns0:cSld><ns0:clrMapOvr/>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</p:sldLayoutIdLst>
  <p:txStyles>
    <p:titleStyle>
      <a:lvl1pPr algn="l">
        <a:buNone/>
        <a:defRPr sz="4400" b="1">
          <a:solidFill>
            <a:srgbClr val="FFFFFF"/>
          </a:solidFill>
          <a:latin typeface="+mj-lt"/>
          <a:ea typeface="+mj-ea"/>
        </a:defRPr>
      </a:lvl1pPr>
    </p:titleStyle>
    <p:bodyStyle>
      <a:lvl1pPr algn="l">
        <a:buNone/>
        <a:defRPr sz="1400">
          <a:solidFill>
            <a:srgbClr val="1E293B"/>
          </a:solidFill>
          <a:latin typeface="+mn-lt"/>
          <a:ea typeface="+mn-ea"/>
        </a:defRPr>
      </a:lvl1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DATA ANALYSIS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NextGen CRM Platform</a:t>
            </a:r>
          </a:p>
          <a:p>
            <a:r>
              <a:t>分析レポート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次世代顧客管理プラットフォーム開発プロジェクト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2026年3月24日  |  株式会社サンプルテック  |  DX推進本部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DATA ANALYSIS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CRM移行</a:t>
            </a:r>
          </a:p>
          <a:p>
            <a:r>
              <a:t>影響度分析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 ユーザー行動分析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作成日：2026-03-24</a:t>
            </a:r>
          </a:p>
          <a:p>
            <a:r>
              <a:t>作成者：分析チーム</a:t>
            </a:r>
          </a:p>
          <a:p>
            <a:r>
              <a:t>バージョン：v2.1</a:t>
            </a:r>
          </a:p>
          <a:p>
            <a:r>
              <a:t>ステータス：Final</a:t>
            </a:r>
          </a:p>
          <a:p>
            <a:r>
              <a:t>配布先：経営会議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四半期レビュー</a:t>
            </a:r>
          </a:p>
          <a:p>
            <a:r>
              <a:t>2026 Q1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営業本部 パフォーマンス分析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エグゼクティブサマリー</a:t>
            </a:r>
          </a:p>
          <a:p/>
          <a:p>
            <a:r>
              <a:t>売上は前年比 +12% で推移。</a:t>
            </a:r>
          </a:p>
          <a:p>
            <a:r>
              <a:t>新規獲得は目標の 95% を達成。</a:t>
            </a:r>
          </a:p>
          <a:p>
            <a:r>
              <a:t>チャーン率は改善傾向。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2026年3月  |  営業企画部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SECTION 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現状分析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既存CRMの利用状況とユーザー行動パターンを</a:t>
            </a:r>
          </a:p>
          <a:p>
            <a:r>
              <a:t>データに基づいて分析します。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データ分析結果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収集した1年分のユーザーログデータから</a:t>
            </a:r>
          </a:p>
          <a:p>
            <a:r>
              <a:t>主要なインサイトを抽出しました。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SECTION 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システム比較と提案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現行CRMと候補3システムの詳細比較を行い、</a:t>
            </a:r>
          </a:p>
          <a:p>
            <a:r>
              <a:t>最適な移行先を提案します。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利用状況サマリー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Usage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月間アクティブユーザー数</a:t>
            </a:r>
          </a:p>
          <a:p>
            <a:r>
              <a:t>全ライセンスユーザー5,200名のうち、月間でログインするユーザーは平均3,800名（73%）。</a:t>
            </a:r>
          </a:p>
          <a:p>
            <a:r>
              <a:t>部門別では営業部門が最も高い利用率（92%）を示し、管理部門が最も低い（45%）。</a:t>
            </a:r>
          </a:p>
          <a:p/>
          <a:p>
            <a:r>
              <a:t>主要機能の利用頻度</a:t>
            </a:r>
          </a:p>
          <a:p>
            <a:r>
              <a:t>顧客検索：日平均12,000回</a:t>
            </a:r>
          </a:p>
          <a:p>
            <a:r>
              <a:t>レポート作成：日平均800回</a:t>
            </a:r>
          </a:p>
          <a:p>
            <a:r>
              <a:t>ダッシュボード閲覧：日平均2,400回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ユーザー満足度調査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User Satisfaction Survey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調査結果の概要</a:t>
            </a:r>
          </a:p>
          <a:p/>
          <a:p>
            <a:r>
              <a:t>回答数：1,200名（回答率 68%）</a:t>
            </a:r>
          </a:p>
          <a:p/>
          <a:p>
            <a:r>
              <a:t>総合満足度は5段階中3.2で前年から0.3pt低下。</a:t>
            </a:r>
          </a:p>
          <a:p>
            <a:r>
              <a:t>特に「レスポンス速度」と「モバイル対応」の</a:t>
            </a:r>
          </a:p>
          <a:p>
            <a:r>
              <a:t>2項目で不満が集中している。</a:t>
            </a:r>
          </a:p>
          <a:p/>
          <a:p>
            <a:r>
              <a:t>部門別では営業部門の満足度が最も低く、</a:t>
            </a:r>
          </a:p>
          <a:p>
            <a:r>
              <a:t>フィールド作業でのモバイル利用ニーズが</a:t>
            </a:r>
          </a:p>
          <a:p>
            <a:r>
              <a:t>満たされていないことが主因。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関連データ</a:t>
            </a:r>
          </a:p>
          <a:p/>
          <a:p>
            <a:r>
              <a:t>NPS: +12</a:t>
            </a:r>
          </a:p>
          <a:p>
            <a:r>
              <a:t>前年: +18</a:t>
            </a:r>
          </a:p>
          <a:p/>
          <a:p>
            <a:r>
              <a:t>回答率推移:</a:t>
            </a:r>
          </a:p>
          <a:p>
            <a:r>
              <a:t>2024: 72%</a:t>
            </a:r>
          </a:p>
          <a:p>
            <a:r>
              <a:t>2025: 68%</a:t>
            </a:r>
          </a:p>
          <a:p/>
          <a:p>
            <a:r>
              <a:t>次回調査:</a:t>
            </a:r>
          </a:p>
          <a:p>
            <a:r>
              <a:t>2026年9月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市場動向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Market Trends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CRM市場の成長</a:t>
            </a:r>
          </a:p>
          <a:p/>
          <a:p>
            <a:r>
              <a:t>グローバルCRM市場は2025年に約800億ドル規模に到達。</a:t>
            </a:r>
          </a:p>
          <a:p>
            <a:r>
              <a:t>AI搭載CRMのシェアは前年比 +35% で急成長中。</a:t>
            </a:r>
          </a:p>
          <a:p/>
          <a:p>
            <a:r>
              <a:t>国内市場ではクラウド型CRMの導入率が</a:t>
            </a:r>
          </a:p>
          <a:p>
            <a:r>
              <a:t>前年の62%から78%に上昇。</a:t>
            </a:r>
          </a:p>
          <a:p>
            <a:r>
              <a:t>オンプレミス型からの移行が加速している。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出典：Gartner Market Report 2025, IDC Japan CRM調査 2025年版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パフォーマンス分析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Performance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重要：現行システムの応答速度は平均3.2秒で、ユーザー満足度低下の主因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応答時間の推移</a:t>
            </a:r>
          </a:p>
          <a:p>
            <a:r>
              <a:t>2023年Q1から四半期ごとに平均レスポンスタイムが悪化。</a:t>
            </a:r>
          </a:p>
          <a:p>
            <a:r>
              <a:t>特にレポート生成機能は5秒以上かかるケースが40%を占める。</a:t>
            </a:r>
          </a:p>
          <a:p/>
          <a:p>
            <a:r>
              <a:t>影響度</a:t>
            </a:r>
          </a:p>
          <a:p>
            <a:r>
              <a:t>アンケート調査（n=1,200）で「遅い」と回答した割合は68%。</a:t>
            </a:r>
          </a:p>
          <a:p>
            <a:r>
              <a:t>業務効率への影響として、1人あたり週平均45分のロスが発生。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スコープ定義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In Scope / Out of Scope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対象範囲（In Scope）</a:t>
            </a:r>
          </a:p>
          <a:p/>
          <a:p>
            <a:r>
              <a:t>▸ 顧客データ統合基盤</a:t>
            </a:r>
          </a:p>
          <a:p>
            <a:r>
              <a:t>▸ AI分析エンジン</a:t>
            </a:r>
          </a:p>
          <a:p>
            <a:r>
              <a:t>▸ 営業支援モジュール</a:t>
            </a:r>
          </a:p>
          <a:p>
            <a:r>
              <a:t>▸ モバイルアプリ</a:t>
            </a:r>
          </a:p>
          <a:p>
            <a:r>
              <a:t>▸ 管理者ダッシュボード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対象外（Out of Scope）</a:t>
            </a:r>
          </a:p>
          <a:p/>
          <a:p>
            <a:r>
              <a:t>▸ 基幹系システム（ERP）刷新</a:t>
            </a:r>
          </a:p>
          <a:p>
            <a:r>
              <a:t>▸ コールセンターシステム</a:t>
            </a:r>
          </a:p>
          <a:p>
            <a:r>
              <a:t>▸ 海外拠点対応</a:t>
            </a:r>
          </a:p>
          <a:p>
            <a:r>
              <a:t>▸ 5年以前のデータ移行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リスク分析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プロジェクトリスク一覧</a:t>
            </a:r>
          </a:p>
          <a:p/>
          <a:p>
            <a:r>
              <a:t>1. データ移行の品質リスク</a:t>
            </a:r>
          </a:p>
          <a:p>
            <a:r>
              <a:t>既存データの整合性チェックに想定以上の工数がかかる可能性。</a:t>
            </a:r>
          </a:p>
          <a:p/>
          <a:p>
            <a:r>
              <a:t>2. ユーザー定着リスク</a:t>
            </a:r>
          </a:p>
          <a:p>
            <a:r>
              <a:t>新UIへの習熟に時間がかかり、一時的な生産性低下が予想される。</a:t>
            </a:r>
          </a:p>
          <a:p/>
          <a:p>
            <a:r>
              <a:t>3. ベンダーロックイン</a:t>
            </a:r>
          </a:p>
          <a:p>
            <a:r>
              <a:t>クラウドサービスへの依存度が高まる。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対策方針</a:t>
            </a:r>
          </a:p>
          <a:p/>
          <a:p>
            <a:r>
              <a:t>移行ツールの</a:t>
            </a:r>
          </a:p>
          <a:p>
            <a:r>
              <a:t>事前検証を</a:t>
            </a:r>
          </a:p>
          <a:p>
            <a:r>
              <a:t>2段階で実施</a:t>
            </a:r>
          </a:p>
          <a:p/>
          <a:p>
            <a:r>
              <a:t>トレーニング</a:t>
            </a:r>
          </a:p>
          <a:p>
            <a:r>
              <a:t>プログラムを</a:t>
            </a:r>
          </a:p>
          <a:p>
            <a:r>
              <a:t>並行準備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プロジェクト目標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ビジネス目標</a:t>
            </a:r>
          </a:p>
          <a:p/>
          <a:p>
            <a:r>
              <a:t>▸ 顧客LTV +20%</a:t>
            </a:r>
          </a:p>
          <a:p>
            <a:r>
              <a:t>▸ リードタイム -30%</a:t>
            </a:r>
          </a:p>
          <a:p>
            <a:r>
              <a:t>▸ チャーン率 -15%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技術目標</a:t>
            </a:r>
          </a:p>
          <a:p/>
          <a:p>
            <a:r>
              <a:t>▸ 応答速度 &lt;1秒</a:t>
            </a:r>
          </a:p>
          <a:p>
            <a:r>
              <a:t>▸ 可用性 99.9%</a:t>
            </a:r>
          </a:p>
          <a:p>
            <a:r>
              <a:t>▸ データ統合率 100%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組織目標</a:t>
            </a:r>
          </a:p>
          <a:p/>
          <a:p>
            <a:r>
              <a:t>▸ モバイル活用率 90%+</a:t>
            </a:r>
          </a:p>
          <a:p>
            <a:r>
              <a:t>▸ 部門間データ共有</a:t>
            </a:r>
          </a:p>
          <a:p>
            <a:r>
              <a:t>▸ AI意思決定速度 2倍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顧客満足度スコア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Customer Satisfaction Score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73.2%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NPS（Net Promoter Score）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前年比 +5.8pt  |  目標値: 80%  |  業界平均: 68%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重要指標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+20%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顧客LTV</a:t>
            </a:r>
          </a:p>
          <a:p>
            <a:r>
              <a:t>前年比成長率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-30%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営業リードタイム</a:t>
            </a:r>
          </a:p>
          <a:p>
            <a:r>
              <a:t>短縮率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主要パフォーマンス指標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+20%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顧客LTV</a:t>
            </a:r>
          </a:p>
          <a:p>
            <a:r>
              <a:t>2027年度末目標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-30%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営業リードタイム</a:t>
            </a:r>
          </a:p>
          <a:p>
            <a:r>
              <a:t>初回接触〜成約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&lt;1秒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システム応答速度</a:t>
            </a:r>
          </a:p>
          <a:p>
            <a:r>
              <a:t>99パーセンタイル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四半期ダッシュボード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Q1 2026 Dashboard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売上達成率</a:t>
            </a:r>
          </a:p>
          <a:p>
            <a:r>
              <a:t>98.5%</a:t>
            </a:r>
          </a:p>
          <a:p>
            <a:r>
              <a:t>目標比 -1.5pt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新規顧客数</a:t>
            </a:r>
          </a:p>
          <a:p>
            <a:r>
              <a:t>142社</a:t>
            </a:r>
          </a:p>
          <a:p>
            <a:r>
              <a:t>前年同期比 +23%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チャーン率</a:t>
            </a:r>
          </a:p>
          <a:p>
            <a:r>
              <a:t>2.1%</a:t>
            </a:r>
          </a:p>
          <a:p>
            <a:r>
              <a:t>目標: 3.0%以下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ARPU</a:t>
            </a:r>
          </a:p>
          <a:p>
            <a:r>
              <a:t>¥45,200</a:t>
            </a:r>
          </a:p>
          <a:p>
            <a:r>
              <a:t>前年同期比 +8%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売上推移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Revenue Trend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（ここに売上推移のグラフを配置）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ユーザー行動トレンド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User Behavior Trends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（月別アクティブユーザー数の</a:t>
            </a:r>
          </a:p>
          <a:p>
            <a:r>
              <a:t>推移グラフを配置）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分析結果</a:t>
            </a:r>
          </a:p>
          <a:p/>
          <a:p>
            <a:r>
              <a:t>月間アクティブユーザー数は</a:t>
            </a:r>
          </a:p>
          <a:p>
            <a:r>
              <a:t>6月に最大値（4,200名）を記録。</a:t>
            </a:r>
          </a:p>
          <a:p/>
          <a:p>
            <a:r>
              <a:t>8月は夏季休暇の影響で</a:t>
            </a:r>
          </a:p>
          <a:p>
            <a:r>
              <a:t>一時的に減少するが、</a:t>
            </a:r>
          </a:p>
          <a:p>
            <a:r>
              <a:t>9月以降は回復傾向。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チャネル別分析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Channel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（流入チャネル別</a:t>
            </a:r>
          </a:p>
          <a:p>
            <a:r>
              <a:t>コンバージョン率）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（チャネル別</a:t>
            </a:r>
          </a:p>
          <a:p>
            <a:r>
              <a:t>顧客単価推移）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機能比較一覧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Feature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（比較表を配置）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出典：各社公式ドキュメント 2026年3月時点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コスト試算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Cost Estimation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（年間コスト試算表を配置）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注記</a:t>
            </a:r>
          </a:p>
          <a:p/>
          <a:p>
            <a:r>
              <a:t>初年度は移行コストを</a:t>
            </a:r>
          </a:p>
          <a:p>
            <a:r>
              <a:t>含むため割高。</a:t>
            </a:r>
          </a:p>
          <a:p/>
          <a:p>
            <a:r>
              <a:t>2年目以降は</a:t>
            </a:r>
          </a:p>
          <a:p>
            <a:r>
              <a:t>年間 ¥12M の</a:t>
            </a:r>
          </a:p>
          <a:p>
            <a:r>
              <a:t>コスト削減を見込む。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システム比較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System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現行CRM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レスポンス: 3.2秒</a:t>
            </a:r>
          </a:p>
          <a:p>
            <a:r>
              <a:t>モバイル: 非対応</a:t>
            </a:r>
          </a:p>
          <a:p>
            <a:r>
              <a:t>AI機能: なし</a:t>
            </a:r>
          </a:p>
          <a:p>
            <a:r>
              <a:t>月額コスト: ¥850/user</a:t>
            </a:r>
          </a:p>
          <a:p>
            <a:r>
              <a:t>API: 制限あり</a:t>
            </a:r>
          </a:p>
          <a:p>
            <a:r>
              <a:t>カスタマイズ: 低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新CRM（提案）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レスポンス: 0.8秒</a:t>
            </a:r>
          </a:p>
          <a:p>
            <a:r>
              <a:t>モバイル: 完全対応</a:t>
            </a:r>
          </a:p>
          <a:p>
            <a:r>
              <a:t>AI機能: 予測分析搭載</a:t>
            </a:r>
          </a:p>
          <a:p>
            <a:r>
              <a:t>月額コスト: ¥1,200/user</a:t>
            </a:r>
          </a:p>
          <a:p>
            <a:r>
              <a:t>API: フルオープン</a:t>
            </a:r>
          </a:p>
          <a:p>
            <a:r>
              <a:t>カスタマイズ: 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ベンダー評価マトリクス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Vendor Evaluation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87"/>
                <a:gridCol w="2655417"/>
                <a:gridCol w="2655417"/>
                <a:gridCol w="2655417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評価項目</a:t>
                      </a:r>
                    </a:p>
                  </a:txBody>
                  <a:tcPr>
                    <a:solidFill>
                      <a:srgbClr val="1E2761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A社</a:t>
                      </a:r>
                    </a:p>
                  </a:txBody>
                  <a:tcPr>
                    <a:solidFill>
                      <a:srgbClr val="1E2761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B社</a:t>
                      </a:r>
                    </a:p>
                  </a:txBody>
                  <a:tcPr>
                    <a:solidFill>
                      <a:srgbClr val="1E2761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C社</a:t>
                      </a:r>
                    </a:p>
                  </a:txBody>
                  <a:tcPr>
                    <a:solidFill>
                      <a:srgbClr val="1E2761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機能性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拡張性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コスト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サポート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セキュリティ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総合評価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A+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導入ロードマップ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1</a:t>
            </a:r>
          </a:p>
          <a:p>
            <a:r>
              <a:t>要件定義</a:t>
            </a:r>
          </a:p>
          <a:p>
            <a:r>
              <a:t>2026 Q2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Phase 2</a:t>
            </a:r>
          </a:p>
          <a:p>
            <a:r>
              <a:t>開発・テスト</a:t>
            </a:r>
          </a:p>
          <a:p>
            <a:r>
              <a:t>2026 Q3-Q4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Phase 3</a:t>
            </a:r>
          </a:p>
          <a:p>
            <a:r>
              <a:t>パイロット</a:t>
            </a:r>
          </a:p>
          <a:p>
            <a:r>
              <a:t>2027 Q1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Phase 4</a:t>
            </a:r>
          </a:p>
          <a:p>
            <a:r>
              <a:t>全社展開</a:t>
            </a:r>
          </a:p>
          <a:p>
            <a:r>
              <a:t>2027 Q2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データ移行プロセス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Data Migration Process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ステップ 1：データ棚卸し</a:t>
            </a:r>
          </a:p>
          <a:p>
            <a:r>
              <a:t>既存データの品質・整合性を評価し、移行対象を確定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ステップ 2：クレンジング＆変換</a:t>
            </a:r>
          </a:p>
          <a:p>
            <a:r>
              <a:t>データ形式の統一、重複排除、欠損値の補完を実施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ステップ 3：検証＆本番投入</a:t>
            </a:r>
          </a:p>
          <a:p>
            <a:r>
              <a:t>テスト環境での検証後、段階的に本番環境へ移行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2026年3月24日</a:t>
            </a:r>
          </a:p>
          <a:p>
            <a:r>
              <a:t>会議室B-3F</a:t>
            </a:r>
          </a:p>
          <a:p>
            <a:r>
              <a:t>所要時間：90分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  プロジェクト概要と目的</a:t>
            </a:r>
          </a:p>
          <a:p/>
          <a:p>
            <a:r>
              <a:t>02  現状分析データの共有</a:t>
            </a:r>
          </a:p>
          <a:p/>
          <a:p>
            <a:r>
              <a:t>03  システム比較と推奨案</a:t>
            </a:r>
          </a:p>
          <a:p/>
          <a:p>
            <a:r>
              <a:t>04  導入ロードマップ</a:t>
            </a:r>
          </a:p>
          <a:p/>
          <a:p>
            <a:r>
              <a:t>05  Q&amp;A・ネクストステップ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エグゼクティブサマリー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主要な発見事項</a:t>
            </a:r>
          </a:p>
          <a:p/>
          <a:p>
            <a:r>
              <a:t>1. 現行CRMの応答速度は業界平均の3倍遅い</a:t>
            </a:r>
          </a:p>
          <a:p>
            <a:r>
              <a:t>2. ユーザー満足度は2年連続で低下傾向</a:t>
            </a:r>
          </a:p>
          <a:p>
            <a:r>
              <a:t>3. モバイル非対応による機会損失が年間¥50M</a:t>
            </a:r>
          </a:p>
          <a:p>
            <a:r>
              <a:t>4. AI活用による予測精度向上の余地が大きい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推奨アクション</a:t>
            </a:r>
          </a:p>
          <a:p/>
          <a:p>
            <a:r>
              <a:t>優先度：高</a:t>
            </a:r>
          </a:p>
          <a:p/>
          <a:p>
            <a:r>
              <a:t>B社CRMへの移行を</a:t>
            </a:r>
          </a:p>
          <a:p>
            <a:r>
              <a:t>2026年Q2に開始し、</a:t>
            </a:r>
          </a:p>
          <a:p>
            <a:r>
              <a:t>2027年Q2までに</a:t>
            </a:r>
          </a:p>
          <a:p>
            <a:r>
              <a:t>全社展開を完了する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ご質問・ご意見をお待ちしています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プロジェクトマネージャー：山田 太郎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taro.yamada@sampletech.co.jp  |  内線: 1234</a:t>
            </a:r>
          </a:p>
          <a:p>
            <a:r>
              <a:t>Slack: #proj-nextgen-crm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要件定義書の最終レビュー（4/1まで）</a:t>
            </a:r>
          </a:p>
          <a:p/>
          <a:p>
            <a:r>
              <a:t>2. ベンダー選定委員会の開催（4/8）</a:t>
            </a:r>
          </a:p>
          <a:p/>
          <a:p>
            <a:r>
              <a:t>3. 予算承認プロセスの開始（4/15）</a:t>
            </a:r>
          </a:p>
          <a:p/>
          <a:p>
            <a:r>
              <a:t>4. キックオフMTGの日程調整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期限：2026年4月末</a:t>
            </a:r>
          </a:p>
          <a:p/>
          <a:p>
            <a:r>
              <a:t>担当：山田太郎</a:t>
            </a:r>
          </a:p>
          <a:p/>
          <a:p>
            <a:r>
              <a:t>連絡先：</a:t>
            </a:r>
          </a:p>
          <a:p>
            <a:r>
              <a:t>taro.yamada@</a:t>
            </a:r>
          </a:p>
          <a:p>
            <a:r>
              <a:t>sampletech.co.jp</a:t>
            </a:r>
          </a:p>
          <a:p/>
          <a:p>
            <a:r>
              <a:t>次回MTG：</a:t>
            </a:r>
          </a:p>
          <a:p>
            <a:r>
              <a:t>2026年4月8日 14:00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