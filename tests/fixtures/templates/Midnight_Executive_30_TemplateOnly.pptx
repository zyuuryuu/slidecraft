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  <Override PartName="/ppt/slideLayouts/slideLayout31.xml" ContentType="application/vnd.openxmlformats-officedocument.presentationml.slideLayout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/>
  <p:sldSz cx="12192000" cy="6858000" type="custom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1.xml.rels><?xml version='1.0' encoding='UTF-8' standalone='yes'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type="title" preserve="1">
  <p:cSld name="Title.1Title.Sing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G"/>
          <p:cNvSpPr>
            <a:spLocks noGrp="1" noSelect="0" noRot="1" noMove="1"/>
          </p:cNvSpPr>
          <p:nvPr/>
        </p:nvSpPr>
        <p:spPr>
          <a:xfrm>
            <a:off x="0" y="0"/>
            <a:ext cx="12192000" cy="6858000"/>
          </a:xfrm>
          <a:prstGeom prst="rect"/>
          <a:solidFill>
            <a:srgbClr val="1E2761"/>
          </a:solidFill>
          <a:ln>
            <a:noFill/>
          </a:ln>
        </p:spPr>
      </p:sp>
      <p:sp>
        <p:nvSpPr>
          <p:cNvPr id="3" name="AccentBar"/>
          <p:cNvSpPr>
            <a:spLocks noGrp="1" noSelect="0" noRot="1" noMove="1"/>
          </p:cNvSpPr>
          <p:nvPr/>
        </p:nvSpPr>
        <p:spPr>
          <a:xfrm>
            <a:off x="0" y="0"/>
            <a:ext cx="164592" cy="6858000"/>
          </a:xfrm>
          <a:prstGeom prst="rect"/>
          <a:solidFill>
            <a:srgbClr val="3B82F6"/>
          </a:solidFill>
          <a:ln>
            <a:noFill/>
          </a:ln>
        </p:spPr>
      </p:sp>
      <p:sp>
        <p:nvSpPr>
          <p:cNvPr id="4" name="BottomPanel"/>
          <p:cNvSpPr>
            <a:spLocks noGrp="1" noSelect="0" noRot="1" noMove="1"/>
          </p:cNvSpPr>
          <p:nvPr/>
        </p:nvSpPr>
        <p:spPr>
          <a:xfrm>
            <a:off x="0" y="4754880"/>
            <a:ext cx="12192000" cy="2103120"/>
          </a:xfrm>
          <a:prstGeom prst="rect"/>
          <a:solidFill>
            <a:srgbClr val="141B41"/>
          </a:solidFill>
          <a:ln>
            <a:noFill/>
          </a:ln>
        </p:spPr>
      </p:sp>
      <p:sp>
        <p:nvSpPr>
          <p:cNvPr id="5" name="CategoryLabel.Top"/>
          <p:cNvSpPr>
            <a:spLocks noGrp="1"/>
          </p:cNvSpPr>
          <p:nvPr>
            <p:ph type="body" idx="10"/>
          </p:nvPr>
        </p:nvSpPr>
        <p:spPr>
          <a:xfrm>
            <a:off x="1097280" y="1371600"/>
            <a:ext cx="8229600" cy="411480"/>
          </a:xfrm>
        </p:spPr>
        <p:txBody>
          <a:bodyPr wrap="square" anchor="t" anchorCtr="0"/>
          <a:lstStyle>
            <a:defPPr>
              <a:defRPr sz="1500" b="1">
                <a:solidFill>
                  <a:srgbClr val="3B82F6"/>
                </a:solidFill>
              </a:defRPr>
            </a:defPPr>
          </a:lstStyle>
          <a:p>
            <a:r>
              <a:rPr lang="ja-JP"/>
              <a:t> </a:t>
            </a:r>
          </a:p>
        </p:txBody>
      </p:sp>
      <p:sp>
        <p:nvSpPr>
          <p:cNvPr id="6" name="Title.Center"/>
          <p:cNvSpPr>
            <a:spLocks noGrp="1"/>
          </p:cNvSpPr>
          <p:nvPr>
            <p:ph type="ctrTitle" idx="0"/>
          </p:nvPr>
        </p:nvSpPr>
        <p:spPr>
          <a:xfrm>
            <a:off x="1097280" y="1920240"/>
            <a:ext cx="9601200" cy="1371600"/>
          </a:xfrm>
        </p:spPr>
        <p:txBody>
          <a:bodyPr wrap="square" anchor="t" anchorCtr="0"/>
          <a:lstStyle>
            <a:defPPr>
              <a:defRPr sz="4800"/>
            </a:defPPr>
          </a:lstStyle>
          <a:p>
            <a:r>
              <a:rPr lang="ja-JP"/>
              <a:t> </a:t>
            </a:r>
          </a:p>
        </p:txBody>
      </p:sp>
      <p:sp>
        <p:nvSpPr>
          <p:cNvPr id="7" name="Subtitle.Center"/>
          <p:cNvSpPr>
            <a:spLocks noGrp="1"/>
          </p:cNvSpPr>
          <p:nvPr>
            <p:ph type="subTitle" idx="1"/>
          </p:nvPr>
        </p:nvSpPr>
        <p:spPr>
          <a:xfrm>
            <a:off x="1097280" y="3383280"/>
            <a:ext cx="8229600" cy="640080"/>
          </a:xfrm>
        </p:spPr>
        <p:txBody>
          <a:bodyPr wrap="square" anchor="t" anchorCtr="0"/>
          <a:lstStyle>
            <a:defPPr>
              <a:defRPr sz="2000">
                <a:solidFill>
                  <a:srgbClr val="CADCFC"/>
                </a:solidFill>
              </a:defRPr>
            </a:defPPr>
          </a:lstStyle>
          <a:p>
            <a:r>
              <a:rPr lang="ja-JP"/>
              <a:t> </a:t>
            </a:r>
          </a:p>
        </p:txBody>
      </p:sp>
      <p:sp>
        <p:nvSpPr>
          <p:cNvPr id="8" name="Date.Bottom"/>
          <p:cNvSpPr>
            <a:spLocks noGrp="1"/>
          </p:cNvSpPr>
          <p:nvPr>
            <p:ph type="body" idx="11"/>
          </p:nvPr>
        </p:nvSpPr>
        <p:spPr>
          <a:xfrm>
            <a:off x="1097280" y="5120640"/>
            <a:ext cx="7315200" cy="365760"/>
          </a:xfrm>
        </p:spPr>
        <p:txBody>
          <a:bodyPr wrap="square" anchor="t" anchorCtr="0"/>
          <a:lstStyle>
            <a:defPPr>
              <a:defRPr>
                <a:solidFill>
                  <a:srgbClr val="CADCFC"/>
                </a:solidFill>
              </a:defRPr>
            </a:defPPr>
          </a:lstStyle>
          <a:p>
            <a:r>
              <a:rPr lang="ja-JP"/>
              <a:t> </a:t>
            </a:r>
          </a:p>
        </p:txBody>
      </p:sp>
      <p:sp>
        <p:nvSpPr>
          <p:cNvPr id="9" name="Footer.Bottom"/>
          <p:cNvSpPr>
            <a:spLocks noGrp="1"/>
          </p:cNvSpPr>
          <p:nvPr>
            <p:ph type="body" idx="12"/>
          </p:nvPr>
        </p:nvSpPr>
        <p:spPr>
          <a:xfrm>
            <a:off x="1097280" y="5577840"/>
            <a:ext cx="3657600" cy="274320"/>
          </a:xfrm>
        </p:spPr>
        <p:txBody>
          <a:bodyPr wrap="square" anchor="t" anchorCtr="0"/>
          <a:lstStyle>
            <a:defPPr>
              <a:defRPr sz="1100">
                <a:solidFill>
                  <a:srgbClr val="CADCFC"/>
                </a:solidFill>
              </a:defRPr>
            </a:defPPr>
          </a:lstStyle>
          <a:p>
            <a:r>
              <a:rPr lang="ja-JP"/>
              <a:t> </a:t>
            </a:r>
          </a:p>
        </p:txBody>
      </p:sp>
    </p:spTree>
  </p:cSld>
  <p:clrMapOvr/>
</p:sldLayout>
</file>

<file path=ppt/slideLayouts/slideLayout2.xml><?xml version="1.0" encoding="utf-8"?>
<p:sldLayout xmlns:a="http://schemas.openxmlformats.org/drawingml/2006/main" xmlns:p="http://schemas.openxmlformats.org/presentationml/2006/main" xmlns:r="http://schemas.openxmlformats.org/officeDocument/2006/relationships" type="title" preserve="1">
  <p:cSld name="Title.1Title.Single+1Met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G"/>
          <p:cNvSpPr>
            <a:spLocks noGrp="1" noSelect="0" noRot="1" noMove="1"/>
          </p:cNvSpPr>
          <p:nvPr/>
        </p:nvSpPr>
        <p:spPr>
          <a:xfrm>
            <a:off x="0" y="0"/>
            <a:ext cx="12192000" cy="6858000"/>
          </a:xfrm>
          <a:prstGeom prst="rect"/>
          <a:solidFill>
            <a:srgbClr val="1E2761"/>
          </a:solidFill>
          <a:ln>
            <a:noFill/>
          </a:ln>
        </p:spPr>
      </p:sp>
      <p:sp>
        <p:nvSpPr>
          <p:cNvPr id="3" name="AccentBar"/>
          <p:cNvSpPr>
            <a:spLocks noGrp="1" noSelect="0" noRot="1" noMove="1"/>
          </p:cNvSpPr>
          <p:nvPr/>
        </p:nvSpPr>
        <p:spPr>
          <a:xfrm>
            <a:off x="0" y="0"/>
            <a:ext cx="164592" cy="6858000"/>
          </a:xfrm>
          <a:prstGeom prst="rect"/>
          <a:solidFill>
            <a:srgbClr val="3B82F6"/>
          </a:solidFill>
          <a:ln>
            <a:noFill/>
          </a:ln>
        </p:spPr>
      </p:sp>
      <p:sp>
        <p:nvSpPr>
          <p:cNvPr id="4" name="MetaPanel"/>
          <p:cNvSpPr>
            <a:spLocks noGrp="1" noSelect="0" noRot="1" noMove="1"/>
          </p:cNvSpPr>
          <p:nvPr/>
        </p:nvSpPr>
        <p:spPr>
          <a:xfrm>
            <a:off x="8046720" y="1097280"/>
            <a:ext cx="3474720" cy="4114800"/>
          </a:xfrm>
          <a:prstGeom prst="roundRect">
            <a:avLst>
              <a:gd name="adj" fmla="val 8000"/>
            </a:avLst>
          </a:prstGeom>
          <a:solidFill>
            <a:srgbClr val="141B41"/>
          </a:solidFill>
          <a:ln>
            <a:noFill/>
          </a:ln>
        </p:spPr>
      </p:sp>
      <p:sp>
        <p:nvSpPr>
          <p:cNvPr id="5" name="CategoryLabel.Top"/>
          <p:cNvSpPr>
            <a:spLocks noGrp="1"/>
          </p:cNvSpPr>
          <p:nvPr>
            <p:ph type="body" idx="10"/>
          </p:nvPr>
        </p:nvSpPr>
        <p:spPr>
          <a:xfrm>
            <a:off x="1097280" y="1097280"/>
            <a:ext cx="5943600" cy="365760"/>
          </a:xfrm>
        </p:spPr>
        <p:txBody>
          <a:bodyPr wrap="square" anchor="t" anchorCtr="0"/>
          <a:lstStyle>
            <a:defPPr>
              <a:defRPr b="1">
                <a:solidFill>
                  <a:srgbClr val="3B82F6"/>
                </a:solidFill>
              </a:defRPr>
            </a:defPPr>
          </a:lstStyle>
          <a:p>
            <a:r>
              <a:rPr lang="ja-JP"/>
              <a:t> </a:t>
            </a:r>
          </a:p>
        </p:txBody>
      </p:sp>
      <p:sp>
        <p:nvSpPr>
          <p:cNvPr id="6" name="Title.Left"/>
          <p:cNvSpPr>
            <a:spLocks noGrp="1"/>
          </p:cNvSpPr>
          <p:nvPr>
            <p:ph type="ctrTitle" idx="0"/>
          </p:nvPr>
        </p:nvSpPr>
        <p:spPr>
          <a:xfrm>
            <a:off x="1097280" y="1645920"/>
            <a:ext cx="6400800" cy="1645920"/>
          </a:xfrm>
        </p:spPr>
        <p:txBody>
          <a:bodyPr wrap="square" anchor="t" anchorCtr="0"/>
          <a:lstStyle/>
          <a:p>
            <a:r>
              <a:rPr lang="ja-JP"/>
              <a:t> </a:t>
            </a:r>
          </a:p>
        </p:txBody>
      </p:sp>
      <p:sp>
        <p:nvSpPr>
          <p:cNvPr id="7" name="Subtitle.Left"/>
          <p:cNvSpPr>
            <a:spLocks noGrp="1"/>
          </p:cNvSpPr>
          <p:nvPr>
            <p:ph type="subTitle" idx="1"/>
          </p:nvPr>
        </p:nvSpPr>
        <p:spPr>
          <a:xfrm>
            <a:off x="1097280" y="3474720"/>
            <a:ext cx="6400800" cy="548640"/>
          </a:xfrm>
        </p:spPr>
        <p:txBody>
          <a:bodyPr wrap="square" anchor="t" anchorCtr="0"/>
          <a:lstStyle>
            <a:defPPr>
              <a:defRPr sz="1800">
                <a:solidFill>
                  <a:srgbClr val="CADCFC"/>
                </a:solidFill>
              </a:defRPr>
            </a:defPPr>
          </a:lstStyle>
          <a:p>
            <a:r>
              <a:rPr lang="ja-JP"/>
              <a:t> </a:t>
            </a:r>
          </a:p>
        </p:txBody>
      </p:sp>
      <p:sp>
        <p:nvSpPr>
          <p:cNvPr id="8" name="Meta.Right"/>
          <p:cNvSpPr>
            <a:spLocks noGrp="1"/>
          </p:cNvSpPr>
          <p:nvPr>
            <p:ph type="body" idx="11"/>
          </p:nvPr>
        </p:nvSpPr>
        <p:spPr>
          <a:xfrm>
            <a:off x="8321040" y="1463040"/>
            <a:ext cx="2926080" cy="3474720"/>
          </a:xfrm>
        </p:spPr>
        <p:txBody>
          <a:bodyPr wrap="square" anchor="t" anchorCtr="0"/>
          <a:lstStyle>
            <a:defPPr>
              <a:defRPr sz="1300">
                <a:solidFill>
                  <a:srgbClr val="CADCFC"/>
                </a:solidFill>
              </a:defRPr>
            </a:defPPr>
          </a:lstStyle>
          <a:p>
            <a:r>
              <a:rPr lang="ja-JP"/>
              <a:t> </a:t>
            </a:r>
          </a:p>
        </p:txBody>
      </p:sp>
      <p:sp>
        <p:nvSpPr>
          <p:cNvPr id="9" name="Footer.Bottom"/>
          <p:cNvSpPr>
            <a:spLocks noGrp="1"/>
          </p:cNvSpPr>
          <p:nvPr>
            <p:ph type="body" idx="12"/>
          </p:nvPr>
        </p:nvSpPr>
        <p:spPr>
          <a:xfrm>
            <a:off x="1097280" y="5669280"/>
            <a:ext cx="5486400" cy="274320"/>
          </a:xfrm>
        </p:spPr>
        <p:txBody>
          <a:bodyPr wrap="square" anchor="t" anchorCtr="0"/>
          <a:lstStyle>
            <a:defPPr>
              <a:defRPr sz="1100">
                <a:solidFill>
                  <a:srgbClr val="CADCFC"/>
                </a:solidFill>
              </a:defRPr>
            </a:defPPr>
          </a:lstStyle>
          <a:p>
            <a:r>
              <a:rPr lang="ja-JP"/>
              <a:t> </a:t>
            </a:r>
          </a:p>
        </p:txBody>
      </p:sp>
    </p:spTree>
  </p:cSld>
  <p:clrMapOvr/>
</p:sldLayout>
</file>

<file path=ppt/slideLayouts/slideLayout3.xml><?xml version="1.0" encoding="utf-8"?>
<p:sldLayout xmlns:a="http://schemas.openxmlformats.org/drawingml/2006/main" xmlns:p="http://schemas.openxmlformats.org/presentationml/2006/main" xmlns:r="http://schemas.openxmlformats.org/officeDocument/2006/relationships" type="title" preserve="1">
  <p:cSld name="Title.1Title.Single+1Summar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LeftPanel"/>
          <p:cNvSpPr>
            <a:spLocks noGrp="1" noSelect="0" noRot="1" noMove="1"/>
          </p:cNvSpPr>
          <p:nvPr/>
        </p:nvSpPr>
        <p:spPr>
          <a:xfrm>
            <a:off x="0" y="0"/>
            <a:ext cx="6858000" cy="6858000"/>
          </a:xfrm>
          <a:prstGeom prst="rect"/>
          <a:solidFill>
            <a:srgbClr val="1E2761"/>
          </a:solidFill>
          <a:ln>
            <a:noFill/>
          </a:ln>
        </p:spPr>
      </p:sp>
      <p:sp>
        <p:nvSpPr>
          <p:cNvPr id="3" name="RightPanel"/>
          <p:cNvSpPr>
            <a:spLocks noGrp="1" noSelect="0" noRot="1" noMove="1"/>
          </p:cNvSpPr>
          <p:nvPr/>
        </p:nvSpPr>
        <p:spPr>
          <a:xfrm>
            <a:off x="6858000" y="0"/>
            <a:ext cx="5333695" cy="6858000"/>
          </a:xfrm>
          <a:prstGeom prst="rect"/>
          <a:solidFill>
            <a:srgbClr val="F5F7FA"/>
          </a:solidFill>
          <a:ln>
            <a:noFill/>
          </a:ln>
        </p:spPr>
      </p:sp>
      <p:sp>
        <p:nvSpPr>
          <p:cNvPr id="4" name="AccentBar"/>
          <p:cNvSpPr>
            <a:spLocks noGrp="1" noSelect="0" noRot="1" noMove="1"/>
          </p:cNvSpPr>
          <p:nvPr/>
        </p:nvSpPr>
        <p:spPr>
          <a:xfrm>
            <a:off x="0" y="0"/>
            <a:ext cx="164592" cy="6858000"/>
          </a:xfrm>
          <a:prstGeom prst="rect"/>
          <a:solidFill>
            <a:srgbClr val="3B82F6"/>
          </a:solidFill>
          <a:ln>
            <a:noFill/>
          </a:ln>
        </p:spPr>
      </p:sp>
      <p:sp>
        <p:nvSpPr>
          <p:cNvPr id="5" name="CornerBlock"/>
          <p:cNvSpPr>
            <a:spLocks noGrp="1" noSelect="0" noRot="1" noMove="1"/>
          </p:cNvSpPr>
          <p:nvPr/>
        </p:nvSpPr>
        <p:spPr>
          <a:xfrm>
            <a:off x="6858000" y="0"/>
            <a:ext cx="365760" cy="365760"/>
          </a:xfrm>
          <a:prstGeom prst="rect"/>
          <a:solidFill>
            <a:srgbClr val="3B82F6"/>
          </a:solidFill>
          <a:ln>
            <a:noFill/>
          </a:ln>
        </p:spPr>
      </p:sp>
      <p:sp>
        <p:nvSpPr>
          <p:cNvPr id="6" name="CategoryLabel.Left"/>
          <p:cNvSpPr>
            <a:spLocks noGrp="1"/>
          </p:cNvSpPr>
          <p:nvPr>
            <p:ph type="body" idx="10"/>
          </p:nvPr>
        </p:nvSpPr>
        <p:spPr>
          <a:xfrm>
            <a:off x="1097280" y="1371600"/>
            <a:ext cx="5029200" cy="365760"/>
          </a:xfrm>
        </p:spPr>
        <p:txBody>
          <a:bodyPr wrap="square" anchor="t" anchorCtr="0"/>
          <a:lstStyle>
            <a:defPPr>
              <a:defRPr b="1">
                <a:solidFill>
                  <a:srgbClr val="3B82F6"/>
                </a:solidFill>
              </a:defRPr>
            </a:defPPr>
          </a:lstStyle>
          <a:p>
            <a:r>
              <a:rPr lang="ja-JP"/>
              <a:t> </a:t>
            </a:r>
          </a:p>
        </p:txBody>
      </p:sp>
      <p:sp>
        <p:nvSpPr>
          <p:cNvPr id="7" name="Title.Left"/>
          <p:cNvSpPr>
            <a:spLocks noGrp="1"/>
          </p:cNvSpPr>
          <p:nvPr>
            <p:ph type="ctrTitle" idx="0"/>
          </p:nvPr>
        </p:nvSpPr>
        <p:spPr>
          <a:xfrm>
            <a:off x="1097280" y="1920240"/>
            <a:ext cx="5303520" cy="1828800"/>
          </a:xfrm>
        </p:spPr>
        <p:txBody>
          <a:bodyPr wrap="square" anchor="t" anchorCtr="0"/>
          <a:lstStyle>
            <a:defPPr>
              <a:defRPr sz="4200"/>
            </a:defPPr>
          </a:lstStyle>
          <a:p>
            <a:r>
              <a:rPr lang="ja-JP"/>
              <a:t> </a:t>
            </a:r>
          </a:p>
        </p:txBody>
      </p:sp>
      <p:sp>
        <p:nvSpPr>
          <p:cNvPr id="8" name="Subtitle.Left"/>
          <p:cNvSpPr>
            <a:spLocks noGrp="1"/>
          </p:cNvSpPr>
          <p:nvPr>
            <p:ph type="subTitle" idx="1"/>
          </p:nvPr>
        </p:nvSpPr>
        <p:spPr>
          <a:xfrm>
            <a:off x="1097280" y="3931920"/>
            <a:ext cx="5029200" cy="548640"/>
          </a:xfrm>
        </p:spPr>
        <p:txBody>
          <a:bodyPr wrap="square" anchor="t" anchorCtr="0"/>
          <a:lstStyle>
            <a:defPPr>
              <a:defRPr sz="1600">
                <a:solidFill>
                  <a:srgbClr val="CADCFC"/>
                </a:solidFill>
              </a:defRPr>
            </a:defPPr>
          </a:lstStyle>
          <a:p>
            <a:r>
              <a:rPr lang="ja-JP"/>
              <a:t> </a:t>
            </a:r>
          </a:p>
        </p:txBody>
      </p:sp>
      <p:sp>
        <p:nvSpPr>
          <p:cNvPr id="9" name="Summary.Right"/>
          <p:cNvSpPr>
            <a:spLocks noGrp="1"/>
          </p:cNvSpPr>
          <p:nvPr>
            <p:ph type="body" idx="11"/>
          </p:nvPr>
        </p:nvSpPr>
        <p:spPr>
          <a:xfrm>
            <a:off x="7315200" y="1097280"/>
            <a:ext cx="4389120" cy="5029200"/>
          </a:xfrm>
        </p:spPr>
        <p:txBody>
          <a:bodyPr wrap="square" anchor="t" anchorCtr="0"/>
          <a:lstStyle/>
          <a:p>
            <a:r>
              <a:rPr lang="ja-JP"/>
              <a:t> </a:t>
            </a:r>
          </a:p>
        </p:txBody>
      </p:sp>
      <p:sp>
        <p:nvSpPr>
          <p:cNvPr id="10" name="Date.Bottom"/>
          <p:cNvSpPr>
            <a:spLocks noGrp="1"/>
          </p:cNvSpPr>
          <p:nvPr>
            <p:ph type="body" idx="12"/>
          </p:nvPr>
        </p:nvSpPr>
        <p:spPr>
          <a:xfrm>
            <a:off x="1097280" y="5669280"/>
            <a:ext cx="4572000" cy="274320"/>
          </a:xfrm>
        </p:spPr>
        <p:txBody>
          <a:bodyPr wrap="square" anchor="t" anchorCtr="0"/>
          <a:lstStyle>
            <a:defPPr>
              <a:defRPr sz="1100">
                <a:solidFill>
                  <a:srgbClr val="CADCFC"/>
                </a:solidFill>
              </a:defRPr>
            </a:defPPr>
          </a:lstStyle>
          <a:p>
            <a:r>
              <a:rPr lang="ja-JP"/>
              <a:t> </a:t>
            </a:r>
          </a:p>
        </p:txBody>
      </p:sp>
    </p:spTree>
  </p:cSld>
  <p:clrMapOvr/>
</p:sldLayout>
</file>

<file path=ppt/slideLayouts/slideLayout4.xml><?xml version="1.0" encoding="utf-8"?>
<p:sldLayout xmlns:a="http://schemas.openxmlformats.org/drawingml/2006/main" xmlns:p="http://schemas.openxmlformats.org/presentationml/2006/main" xmlns:r="http://schemas.openxmlformats.org/officeDocument/2006/relationships" type="secHead" preserve="1">
  <p:cSld name="Section.1Title.Sing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G"/>
          <p:cNvSpPr>
            <a:spLocks noGrp="1" noSelect="0" noRot="1" noMove="1"/>
          </p:cNvSpPr>
          <p:nvPr/>
        </p:nvSpPr>
        <p:spPr>
          <a:xfrm>
            <a:off x="0" y="0"/>
            <a:ext cx="12192000" cy="6858000"/>
          </a:xfrm>
          <a:prstGeom prst="rect"/>
          <a:solidFill>
            <a:srgbClr val="141B41"/>
          </a:solidFill>
          <a:ln>
            <a:noFill/>
          </a:ln>
        </p:spPr>
      </p:sp>
      <p:sp>
        <p:nvSpPr>
          <p:cNvPr id="3" name="AccentBar"/>
          <p:cNvSpPr>
            <a:spLocks noGrp="1" noSelect="0" noRot="1" noMove="1"/>
          </p:cNvSpPr>
          <p:nvPr/>
        </p:nvSpPr>
        <p:spPr>
          <a:xfrm>
            <a:off x="0" y="0"/>
            <a:ext cx="164592" cy="6858000"/>
          </a:xfrm>
          <a:prstGeom prst="rect"/>
          <a:solidFill>
            <a:srgbClr val="3B82F6"/>
          </a:solidFill>
          <a:ln>
            <a:noFill/>
          </a:ln>
        </p:spPr>
      </p:sp>
      <p:sp>
        <p:nvSpPr>
          <p:cNvPr id="4" name="TopBlock"/>
          <p:cNvSpPr>
            <a:spLocks noGrp="1" noSelect="0" noRot="1" noMove="1"/>
          </p:cNvSpPr>
          <p:nvPr/>
        </p:nvSpPr>
        <p:spPr>
          <a:xfrm>
            <a:off x="1097280" y="731520"/>
            <a:ext cx="548640" cy="73152"/>
          </a:xfrm>
          <a:prstGeom prst="rect"/>
          <a:solidFill>
            <a:srgbClr val="3B82F6"/>
          </a:solidFill>
          <a:ln>
            <a:noFill/>
          </a:ln>
        </p:spPr>
      </p:sp>
      <p:sp>
        <p:nvSpPr>
          <p:cNvPr id="5" name="SectionLabel.Top"/>
          <p:cNvSpPr>
            <a:spLocks noGrp="1"/>
          </p:cNvSpPr>
          <p:nvPr>
            <p:ph type="body" idx="10"/>
          </p:nvPr>
        </p:nvSpPr>
        <p:spPr>
          <a:xfrm>
            <a:off x="1097280" y="1005840"/>
            <a:ext cx="4572000" cy="365760"/>
          </a:xfrm>
        </p:spPr>
        <p:txBody>
          <a:bodyPr wrap="square" anchor="t" anchorCtr="0"/>
          <a:lstStyle>
            <a:defPPr>
              <a:defRPr sz="1300" b="1">
                <a:solidFill>
                  <a:srgbClr val="3B82F6"/>
                </a:solidFill>
              </a:defRPr>
            </a:defPPr>
          </a:lstStyle>
          <a:p>
            <a:r>
              <a:rPr lang="ja-JP"/>
              <a:t> </a:t>
            </a:r>
          </a:p>
        </p:txBody>
      </p:sp>
      <p:sp>
        <p:nvSpPr>
          <p:cNvPr id="6" name="Title.Center"/>
          <p:cNvSpPr>
            <a:spLocks noGrp="1"/>
          </p:cNvSpPr>
          <p:nvPr>
            <p:ph type="body" idx="15"/>
          </p:nvPr>
        </p:nvSpPr>
        <p:spPr>
          <a:xfrm>
            <a:off x="1097280" y="1645920"/>
            <a:ext cx="9601200" cy="2011680"/>
          </a:xfrm>
        </p:spPr>
        <p:txBody>
          <a:bodyPr wrap="square" anchor="t" anchorCtr="0"/>
          <a:lstStyle>
            <a:defPPr>
              <a:defRPr sz="4000" b="1">
                <a:solidFill>
                  <a:srgbClr val="FFFFFF"/>
                </a:solidFill>
              </a:defRPr>
            </a:defPPr>
          </a:lstStyle>
          <a:p>
            <a:r>
              <a:rPr lang="ja-JP"/>
              <a:t> </a:t>
            </a:r>
          </a:p>
        </p:txBody>
      </p:sp>
      <p:sp>
        <p:nvSpPr>
          <p:cNvPr id="7" name="Description.Bottom"/>
          <p:cNvSpPr>
            <a:spLocks noGrp="1"/>
          </p:cNvSpPr>
          <p:nvPr>
            <p:ph type="body" idx="11"/>
          </p:nvPr>
        </p:nvSpPr>
        <p:spPr>
          <a:xfrm>
            <a:off x="1097280" y="4114800"/>
            <a:ext cx="9144000" cy="1371600"/>
          </a:xfrm>
        </p:spPr>
        <p:txBody>
          <a:bodyPr wrap="square" anchor="t" anchorCtr="0"/>
          <a:lstStyle>
            <a:defPPr>
              <a:defRPr sz="1600">
                <a:solidFill>
                  <a:srgbClr val="CADCFC"/>
                </a:solidFill>
              </a:defRPr>
            </a:defPPr>
          </a:lstStyle>
          <a:p>
            <a:r>
              <a:rPr lang="ja-JP"/>
              <a:t> </a:t>
            </a:r>
          </a:p>
        </p:txBody>
      </p:sp>
    </p:spTree>
  </p:cSld>
  <p:clrMapOvr/>
</p:sldLayout>
</file>

<file path=ppt/slideLayouts/slideLayout5.xml><?xml version="1.0" encoding="utf-8"?>
<p:sldLayout xmlns:a="http://schemas.openxmlformats.org/drawingml/2006/main" xmlns:p="http://schemas.openxmlformats.org/presentationml/2006/main" xmlns:r="http://schemas.openxmlformats.org/officeDocument/2006/relationships" type="secHead" preserve="1">
  <p:cSld name="SectionNav.1Title.Sing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G"/>
          <p:cNvSpPr>
            <a:spLocks noGrp="1" noSelect="0" noRot="1" noMove="1"/>
          </p:cNvSpPr>
          <p:nvPr/>
        </p:nvSpPr>
        <p:spPr>
          <a:xfrm>
            <a:off x="0" y="0"/>
            <a:ext cx="12192000" cy="6858000"/>
          </a:xfrm>
          <a:prstGeom prst="rect"/>
          <a:solidFill>
            <a:srgbClr val="141B41"/>
          </a:solidFill>
          <a:ln>
            <a:noFill/>
          </a:ln>
        </p:spPr>
      </p:sp>
      <p:sp>
        <p:nvSpPr>
          <p:cNvPr id="3" name="NumPanel"/>
          <p:cNvSpPr>
            <a:spLocks noGrp="1" noSelect="0" noRot="1" noMove="1"/>
          </p:cNvSpPr>
          <p:nvPr/>
        </p:nvSpPr>
        <p:spPr>
          <a:xfrm>
            <a:off x="731520" y="914400"/>
            <a:ext cx="2560320" cy="4572000"/>
          </a:xfrm>
          <a:prstGeom prst="roundRect">
            <a:avLst>
              <a:gd name="adj" fmla="val 10000"/>
            </a:avLst>
          </a:prstGeom>
          <a:solidFill>
            <a:srgbClr val="2D3A6E"/>
          </a:solidFill>
          <a:ln>
            <a:noFill/>
          </a:ln>
        </p:spPr>
      </p:sp>
      <p:sp>
        <p:nvSpPr>
          <p:cNvPr id="4" name="SectionNumber.Left"/>
          <p:cNvSpPr>
            <a:spLocks noGrp="1"/>
          </p:cNvSpPr>
          <p:nvPr>
            <p:ph type="body" idx="10"/>
          </p:nvPr>
        </p:nvSpPr>
        <p:spPr>
          <a:xfrm>
            <a:off x="914400" y="1371600"/>
            <a:ext cx="2194560" cy="2286000"/>
          </a:xfrm>
        </p:spPr>
        <p:txBody>
          <a:bodyPr wrap="square" anchor="t" anchorCtr="0"/>
          <a:lstStyle>
            <a:defPPr algn="ctr">
              <a:defRPr sz="8000" b="1">
                <a:solidFill>
                  <a:srgbClr val="3B82F6"/>
                </a:solidFill>
              </a:defRPr>
            </a:defPPr>
          </a:lstStyle>
          <a:p>
            <a:r>
              <a:rPr lang="ja-JP"/>
              <a:t> </a:t>
            </a:r>
          </a:p>
        </p:txBody>
      </p:sp>
      <p:sp>
        <p:nvSpPr>
          <p:cNvPr id="5" name="SectionLabel.Left"/>
          <p:cNvSpPr>
            <a:spLocks noGrp="1"/>
          </p:cNvSpPr>
          <p:nvPr>
            <p:ph type="body" idx="11"/>
          </p:nvPr>
        </p:nvSpPr>
        <p:spPr>
          <a:xfrm>
            <a:off x="914400" y="3657600"/>
            <a:ext cx="2194560" cy="365760"/>
          </a:xfrm>
        </p:spPr>
        <p:txBody>
          <a:bodyPr wrap="square" anchor="t" anchorCtr="0"/>
          <a:lstStyle>
            <a:defPPr algn="ctr">
              <a:defRPr sz="1200">
                <a:solidFill>
                  <a:srgbClr val="CADCFC"/>
                </a:solidFill>
              </a:defRPr>
            </a:defPPr>
          </a:lstStyle>
          <a:p>
            <a:r>
              <a:rPr lang="ja-JP"/>
              <a:t> </a:t>
            </a:r>
          </a:p>
        </p:txBody>
      </p:sp>
      <p:sp>
        <p:nvSpPr>
          <p:cNvPr id="6" name="Title.Right"/>
          <p:cNvSpPr>
            <a:spLocks noGrp="1"/>
          </p:cNvSpPr>
          <p:nvPr>
            <p:ph type="body" idx="15"/>
          </p:nvPr>
        </p:nvSpPr>
        <p:spPr>
          <a:xfrm>
            <a:off x="3840480" y="1371600"/>
            <a:ext cx="7772400" cy="1828800"/>
          </a:xfrm>
        </p:spPr>
        <p:txBody>
          <a:bodyPr wrap="square" anchor="t" anchorCtr="0"/>
          <a:lstStyle>
            <a:defPPr>
              <a:defRPr sz="3800" b="1">
                <a:solidFill>
                  <a:srgbClr val="FFFFFF"/>
                </a:solidFill>
              </a:defRPr>
            </a:defPPr>
          </a:lstStyle>
          <a:p>
            <a:r>
              <a:rPr lang="ja-JP"/>
              <a:t> </a:t>
            </a:r>
          </a:p>
        </p:txBody>
      </p:sp>
      <p:sp>
        <p:nvSpPr>
          <p:cNvPr id="7" name="Description.Right"/>
          <p:cNvSpPr>
            <a:spLocks noGrp="1"/>
          </p:cNvSpPr>
          <p:nvPr>
            <p:ph type="body" idx="12"/>
          </p:nvPr>
        </p:nvSpPr>
        <p:spPr>
          <a:xfrm>
            <a:off x="3840480" y="3657600"/>
            <a:ext cx="7772400" cy="1828800"/>
          </a:xfrm>
        </p:spPr>
        <p:txBody>
          <a:bodyPr wrap="square" anchor="t" anchorCtr="0"/>
          <a:lstStyle>
            <a:defPPr>
              <a:defRPr sz="1600">
                <a:solidFill>
                  <a:srgbClr val="CADCFC"/>
                </a:solidFill>
              </a:defRPr>
            </a:defPPr>
          </a:lstStyle>
          <a:p>
            <a:r>
              <a:rPr lang="ja-JP"/>
              <a:t> </a:t>
            </a:r>
          </a:p>
        </p:txBody>
      </p:sp>
    </p:spTree>
  </p:cSld>
  <p:clrMapOvr/>
</p:sldLayout>
</file>

<file path=ppt/slideLayouts/slideLayout6.xml><?xml version="1.0" encoding="utf-8"?>
<p:sldLayout xmlns:a="http://schemas.openxmlformats.org/drawingml/2006/main" xmlns:p="http://schemas.openxmlformats.org/presentationml/2006/main" xmlns:r="http://schemas.openxmlformats.org/officeDocument/2006/relationships" type="secHead" preserve="1">
  <p:cSld name="SectionBreak.1Title.Sing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opBG"/>
          <p:cNvSpPr>
            <a:spLocks noGrp="1" noSelect="0" noRot="1" noMove="1"/>
          </p:cNvSpPr>
          <p:nvPr/>
        </p:nvSpPr>
        <p:spPr>
          <a:xfrm>
            <a:off x="0" y="0"/>
            <a:ext cx="12192000" cy="2560320"/>
          </a:xfrm>
          <a:prstGeom prst="rect"/>
          <a:solidFill>
            <a:srgbClr val="141B41"/>
          </a:solidFill>
          <a:ln>
            <a:noFill/>
          </a:ln>
        </p:spPr>
      </p:sp>
      <p:sp>
        <p:nvSpPr>
          <p:cNvPr id="3" name="Banner"/>
          <p:cNvSpPr>
            <a:spLocks noGrp="1" noSelect="0" noRot="1" noMove="1"/>
          </p:cNvSpPr>
          <p:nvPr/>
        </p:nvSpPr>
        <p:spPr>
          <a:xfrm>
            <a:off x="0" y="2560320"/>
            <a:ext cx="12192000" cy="2011680"/>
          </a:xfrm>
          <a:prstGeom prst="rect"/>
          <a:solidFill>
            <a:srgbClr val="1E2761"/>
          </a:solidFill>
          <a:ln>
            <a:noFill/>
          </a:ln>
        </p:spPr>
      </p:sp>
      <p:sp>
        <p:nvSpPr>
          <p:cNvPr id="4" name="BottomBG"/>
          <p:cNvSpPr>
            <a:spLocks noGrp="1" noSelect="0" noRot="1" noMove="1"/>
          </p:cNvSpPr>
          <p:nvPr/>
        </p:nvSpPr>
        <p:spPr>
          <a:xfrm>
            <a:off x="0" y="4572000"/>
            <a:ext cx="12192000" cy="2286000"/>
          </a:xfrm>
          <a:prstGeom prst="rect"/>
          <a:solidFill>
            <a:srgbClr val="141B41"/>
          </a:solidFill>
          <a:ln>
            <a:noFill/>
          </a:ln>
        </p:spPr>
      </p:sp>
      <p:sp>
        <p:nvSpPr>
          <p:cNvPr id="5" name="AccentTop"/>
          <p:cNvSpPr>
            <a:spLocks noGrp="1" noSelect="0" noRot="1" noMove="1"/>
          </p:cNvSpPr>
          <p:nvPr/>
        </p:nvSpPr>
        <p:spPr>
          <a:xfrm>
            <a:off x="0" y="2560320"/>
            <a:ext cx="12192000" cy="54864"/>
          </a:xfrm>
          <a:prstGeom prst="rect"/>
          <a:solidFill>
            <a:srgbClr val="3B82F6"/>
          </a:solidFill>
          <a:ln>
            <a:noFill/>
          </a:ln>
        </p:spPr>
      </p:sp>
      <p:sp>
        <p:nvSpPr>
          <p:cNvPr id="6" name="AccentBottom"/>
          <p:cNvSpPr>
            <a:spLocks noGrp="1" noSelect="0" noRot="1" noMove="1"/>
          </p:cNvSpPr>
          <p:nvPr/>
        </p:nvSpPr>
        <p:spPr>
          <a:xfrm>
            <a:off x="0" y="4517136"/>
            <a:ext cx="12192000" cy="54864"/>
          </a:xfrm>
          <a:prstGeom prst="rect"/>
          <a:solidFill>
            <a:srgbClr val="3B82F6"/>
          </a:solidFill>
          <a:ln>
            <a:noFill/>
          </a:ln>
        </p:spPr>
      </p:sp>
      <p:sp>
        <p:nvSpPr>
          <p:cNvPr id="7" name="SectionLabel.Top"/>
          <p:cNvSpPr>
            <a:spLocks noGrp="1"/>
          </p:cNvSpPr>
          <p:nvPr>
            <p:ph type="body" idx="10"/>
          </p:nvPr>
        </p:nvSpPr>
        <p:spPr>
          <a:xfrm>
            <a:off x="1097280" y="1097280"/>
            <a:ext cx="9144000" cy="365760"/>
          </a:xfrm>
        </p:spPr>
        <p:txBody>
          <a:bodyPr wrap="square" anchor="t" anchorCtr="0"/>
          <a:lstStyle>
            <a:defPPr>
              <a:defRPr sz="1300" b="1">
                <a:solidFill>
                  <a:srgbClr val="3B82F6"/>
                </a:solidFill>
              </a:defRPr>
            </a:defPPr>
          </a:lstStyle>
          <a:p>
            <a:r>
              <a:rPr lang="ja-JP"/>
              <a:t> </a:t>
            </a:r>
          </a:p>
        </p:txBody>
      </p:sp>
      <p:sp>
        <p:nvSpPr>
          <p:cNvPr id="8" name="Title.Center"/>
          <p:cNvSpPr>
            <a:spLocks noGrp="1"/>
          </p:cNvSpPr>
          <p:nvPr>
            <p:ph type="body" idx="15"/>
          </p:nvPr>
        </p:nvSpPr>
        <p:spPr>
          <a:xfrm>
            <a:off x="1097280" y="2743200"/>
            <a:ext cx="9601200" cy="1371600"/>
          </a:xfrm>
        </p:spPr>
        <p:txBody>
          <a:bodyPr wrap="square" anchor="t" anchorCtr="0"/>
          <a:lstStyle>
            <a:defPPr>
              <a:defRPr sz="4400" b="1">
                <a:solidFill>
                  <a:srgbClr val="FFFFFF"/>
                </a:solidFill>
              </a:defRPr>
            </a:defPPr>
          </a:lstStyle>
          <a:p>
            <a:r>
              <a:rPr lang="ja-JP"/>
              <a:t> </a:t>
            </a:r>
          </a:p>
        </p:txBody>
      </p:sp>
      <p:sp>
        <p:nvSpPr>
          <p:cNvPr id="9" name="Description.Bottom"/>
          <p:cNvSpPr>
            <a:spLocks noGrp="1"/>
          </p:cNvSpPr>
          <p:nvPr>
            <p:ph type="body" idx="11"/>
          </p:nvPr>
        </p:nvSpPr>
        <p:spPr>
          <a:xfrm>
            <a:off x="1097280" y="4846320"/>
            <a:ext cx="9144000" cy="1097280"/>
          </a:xfrm>
        </p:spPr>
        <p:txBody>
          <a:bodyPr wrap="square" anchor="t" anchorCtr="0"/>
          <a:lstStyle>
            <a:defPPr>
              <a:defRPr sz="1500">
                <a:solidFill>
                  <a:srgbClr val="CADCFC"/>
                </a:solidFill>
              </a:defRPr>
            </a:defPPr>
          </a:lstStyle>
          <a:p>
            <a:r>
              <a:rPr lang="ja-JP"/>
              <a:t> </a:t>
            </a:r>
          </a:p>
        </p:txBody>
      </p:sp>
    </p:spTree>
  </p:cSld>
  <p:clrMapOvr/>
</p:sldLayout>
</file>

<file path=ppt/slideLayouts/slideLayout7.xml><?xml version="1.0" encoding="utf-8"?>
<p:sldLayout xmlns:a="http://schemas.openxmlformats.org/drawingml/2006/main" xmlns:p="http://schemas.openxmlformats.org/presentationml/2006/main" xmlns:r="http://schemas.openxmlformats.org/officeDocument/2006/relationships" type="obj" preserve="1">
  <p:cSld name="Content.1Body.Sing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Bar"/>
          <p:cNvSpPr>
            <a:spLocks noGrp="1" noSelect="0" noRot="1" noMove="1"/>
          </p:cNvSpPr>
          <p:nvPr/>
        </p:nvSpPr>
        <p:spPr>
          <a:xfrm>
            <a:off x="0" y="0"/>
            <a:ext cx="12192000" cy="1051560"/>
          </a:xfrm>
          <a:prstGeom prst="rect"/>
          <a:solidFill>
            <a:srgbClr val="1E2761"/>
          </a:solidFill>
          <a:ln>
            <a:noFill/>
          </a:ln>
        </p:spPr>
      </p:sp>
      <p:sp>
        <p:nvSpPr>
          <p:cNvPr id="3" name="SlideTitle.Header"/>
          <p:cNvSpPr>
            <a:spLocks noGrp="1"/>
          </p:cNvSpPr>
          <p:nvPr>
            <p:ph type="body" idx="15"/>
          </p:nvPr>
        </p:nvSpPr>
        <p:spPr>
          <a:xfrm>
            <a:off x="731520" y="91440"/>
            <a:ext cx="9144000" cy="475488"/>
          </a:xfrm>
        </p:spPr>
        <p:txBody>
          <a:bodyPr wrap="square" anchor="t" anchorCtr="0"/>
          <a:lstStyle>
            <a:defPPr>
              <a:defRPr sz="2800" b="1">
                <a:solidFill>
                  <a:srgbClr val="FFFFFF"/>
                </a:solidFill>
              </a:defRPr>
            </a:defPPr>
          </a:lstStyle>
          <a:p>
            <a:r>
              <a:rPr lang="ja-JP"/>
              <a:t> </a:t>
            </a:r>
          </a:p>
        </p:txBody>
      </p:sp>
      <p:sp>
        <p:nvSpPr>
          <p:cNvPr id="4" name="SlideSubtitle.Header"/>
          <p:cNvSpPr>
            <a:spLocks noGrp="1"/>
          </p:cNvSpPr>
          <p:nvPr>
            <p:ph type="body" idx="16"/>
          </p:nvPr>
        </p:nvSpPr>
        <p:spPr>
          <a:xfrm>
            <a:off x="731520" y="658368"/>
            <a:ext cx="9144000" cy="274320"/>
          </a:xfrm>
        </p:spPr>
        <p:txBody>
          <a:bodyPr wrap="square" anchor="t" anchorCtr="0"/>
          <a:lstStyle>
            <a:defPPr>
              <a:defRPr sz="1200">
                <a:solidFill>
                  <a:srgbClr val="CADCFC"/>
                </a:solidFill>
              </a:defRPr>
            </a:defPPr>
          </a:lstStyle>
          <a:p>
            <a:r>
              <a:rPr lang="ja-JP"/>
              <a:t> </a:t>
            </a:r>
          </a:p>
        </p:txBody>
      </p:sp>
      <p:sp>
        <p:nvSpPr>
          <p:cNvPr id="5" name="Body.Center"/>
          <p:cNvSpPr>
            <a:spLocks noGrp="1"/>
          </p:cNvSpPr>
          <p:nvPr>
            <p:ph type="body" idx="1"/>
          </p:nvPr>
        </p:nvSpPr>
        <p:spPr>
          <a:xfrm>
            <a:off x="731520" y="1325880"/>
            <a:ext cx="10698480" cy="4937760"/>
          </a:xfrm>
        </p:spPr>
        <p:txBody>
          <a:bodyPr wrap="square" anchor="t" anchorCtr="0"/>
          <a:lstStyle/>
          <a:p>
            <a:r>
              <a:rPr lang="ja-JP"/>
              <a:t> </a:t>
            </a:r>
          </a:p>
        </p:txBody>
      </p:sp>
      <p:sp>
        <p:nvSpPr>
          <p:cNvPr id="6" name="SlideNum.Footer"/>
          <p:cNvSpPr>
            <a:spLocks noGrp="1"/>
          </p:cNvSpPr>
          <p:nvPr>
            <p:ph type="sldNum" idx="50"/>
          </p:nvPr>
        </p:nvSpPr>
        <p:spPr>
          <a:xfrm>
            <a:off x="10972800" y="6446520"/>
            <a:ext cx="1097280" cy="274320"/>
          </a:xfrm>
        </p:spPr>
        <p:txBody>
          <a:bodyPr wrap="square" anchor="t" anchorCtr="0"/>
          <a:lstStyle>
            <a:defPPr algn="r">
              <a:defRPr sz="1000">
                <a:solidFill>
                  <a:srgbClr val="94A3B8"/>
                </a:solidFill>
              </a:defRPr>
            </a:defPPr>
          </a:lstStyle>
          <a:p>
            <a:r>
              <a:rPr lang="ja-JP"/>
              <a:t> </a:t>
            </a:r>
          </a:p>
        </p:txBody>
      </p:sp>
    </p:spTree>
  </p:cSld>
  <p:clrMapOvr/>
</p:sldLayout>
</file>

<file path=ppt/slideLayouts/slideLayout8.xml><?xml version="1.0" encoding="utf-8"?>
<p:sldLayout xmlns:a="http://schemas.openxmlformats.org/drawingml/2006/main" xmlns:p="http://schemas.openxmlformats.org/presentationml/2006/main" xmlns:r="http://schemas.openxmlformats.org/officeDocument/2006/relationships" type="obj" preserve="1">
  <p:cSld name="Content.1Body.Single+1Not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Bar"/>
          <p:cNvSpPr>
            <a:spLocks noGrp="1" noSelect="0" noRot="1" noMove="1"/>
          </p:cNvSpPr>
          <p:nvPr/>
        </p:nvSpPr>
        <p:spPr>
          <a:xfrm>
            <a:off x="0" y="0"/>
            <a:ext cx="12192000" cy="1051560"/>
          </a:xfrm>
          <a:prstGeom prst="rect"/>
          <a:solidFill>
            <a:srgbClr val="1E2761"/>
          </a:solidFill>
          <a:ln>
            <a:noFill/>
          </a:ln>
        </p:spPr>
      </p:sp>
      <p:sp>
        <p:nvSpPr>
          <p:cNvPr id="3" name="SidePanel"/>
          <p:cNvSpPr>
            <a:spLocks noGrp="1" noSelect="0" noRot="1" noMove="1"/>
          </p:cNvSpPr>
          <p:nvPr/>
        </p:nvSpPr>
        <p:spPr>
          <a:xfrm>
            <a:off x="8595360" y="1234440"/>
            <a:ext cx="3200400" cy="5120640"/>
          </a:xfrm>
          <a:prstGeom prst="roundRect">
            <a:avLst>
              <a:gd name="adj" fmla="val 8000"/>
            </a:avLst>
          </a:prstGeom>
          <a:solidFill>
            <a:srgbClr val="EDF0F7"/>
          </a:solidFill>
          <a:ln>
            <a:noFill/>
          </a:ln>
        </p:spPr>
      </p:sp>
      <p:sp>
        <p:nvSpPr>
          <p:cNvPr id="4" name="SlideTitle.Header"/>
          <p:cNvSpPr>
            <a:spLocks noGrp="1"/>
          </p:cNvSpPr>
          <p:nvPr>
            <p:ph type="body" idx="15"/>
          </p:nvPr>
        </p:nvSpPr>
        <p:spPr>
          <a:xfrm>
            <a:off x="731520" y="91440"/>
            <a:ext cx="9144000" cy="475488"/>
          </a:xfrm>
        </p:spPr>
        <p:txBody>
          <a:bodyPr wrap="square" anchor="t" anchorCtr="0"/>
          <a:lstStyle>
            <a:defPPr>
              <a:defRPr sz="2800" b="1">
                <a:solidFill>
                  <a:srgbClr val="FFFFFF"/>
                </a:solidFill>
              </a:defRPr>
            </a:defPPr>
          </a:lstStyle>
          <a:p>
            <a:r>
              <a:rPr lang="ja-JP"/>
              <a:t> </a:t>
            </a:r>
          </a:p>
        </p:txBody>
      </p:sp>
      <p:sp>
        <p:nvSpPr>
          <p:cNvPr id="5" name="SlideSubtitle.Header"/>
          <p:cNvSpPr>
            <a:spLocks noGrp="1"/>
          </p:cNvSpPr>
          <p:nvPr>
            <p:ph type="body" idx="16"/>
          </p:nvPr>
        </p:nvSpPr>
        <p:spPr>
          <a:xfrm>
            <a:off x="731520" y="658368"/>
            <a:ext cx="9144000" cy="274320"/>
          </a:xfrm>
        </p:spPr>
        <p:txBody>
          <a:bodyPr wrap="square" anchor="t" anchorCtr="0"/>
          <a:lstStyle>
            <a:defPPr>
              <a:defRPr sz="1200">
                <a:solidFill>
                  <a:srgbClr val="CADCFC"/>
                </a:solidFill>
              </a:defRPr>
            </a:defPPr>
          </a:lstStyle>
          <a:p>
            <a:r>
              <a:rPr lang="ja-JP"/>
              <a:t> </a:t>
            </a:r>
          </a:p>
        </p:txBody>
      </p:sp>
      <p:sp>
        <p:nvSpPr>
          <p:cNvPr id="6" name="Body.Left"/>
          <p:cNvSpPr>
            <a:spLocks noGrp="1"/>
          </p:cNvSpPr>
          <p:nvPr>
            <p:ph type="body" idx="1"/>
          </p:nvPr>
        </p:nvSpPr>
        <p:spPr>
          <a:xfrm>
            <a:off x="731520" y="1325880"/>
            <a:ext cx="7498080" cy="4937760"/>
          </a:xfrm>
        </p:spPr>
        <p:txBody>
          <a:bodyPr wrap="square" anchor="t" anchorCtr="0"/>
          <a:lstStyle/>
          <a:p>
            <a:r>
              <a:rPr lang="ja-JP"/>
              <a:t> </a:t>
            </a:r>
          </a:p>
        </p:txBody>
      </p:sp>
      <p:sp>
        <p:nvSpPr>
          <p:cNvPr id="7" name="Notes.Right"/>
          <p:cNvSpPr>
            <a:spLocks noGrp="1"/>
          </p:cNvSpPr>
          <p:nvPr>
            <p:ph type="body" idx="2"/>
          </p:nvPr>
        </p:nvSpPr>
        <p:spPr>
          <a:xfrm>
            <a:off x="8869680" y="1508760"/>
            <a:ext cx="2743200" cy="4663440"/>
          </a:xfrm>
        </p:spPr>
        <p:txBody>
          <a:bodyPr wrap="square" anchor="t" anchorCtr="0"/>
          <a:lstStyle>
            <a:defPPr>
              <a:defRPr sz="1200"/>
            </a:defPPr>
          </a:lstStyle>
          <a:p>
            <a:r>
              <a:rPr lang="ja-JP"/>
              <a:t> </a:t>
            </a:r>
          </a:p>
        </p:txBody>
      </p:sp>
      <p:sp>
        <p:nvSpPr>
          <p:cNvPr id="8" name="SlideNum.Footer"/>
          <p:cNvSpPr>
            <a:spLocks noGrp="1"/>
          </p:cNvSpPr>
          <p:nvPr>
            <p:ph type="sldNum" idx="50"/>
          </p:nvPr>
        </p:nvSpPr>
        <p:spPr>
          <a:xfrm>
            <a:off x="10972800" y="6446520"/>
            <a:ext cx="1097280" cy="274320"/>
          </a:xfrm>
        </p:spPr>
        <p:txBody>
          <a:bodyPr wrap="square" anchor="t" anchorCtr="0"/>
          <a:lstStyle>
            <a:defPPr algn="r">
              <a:defRPr sz="1000">
                <a:solidFill>
                  <a:srgbClr val="94A3B8"/>
                </a:solidFill>
              </a:defRPr>
            </a:defPPr>
          </a:lstStyle>
          <a:p>
            <a:r>
              <a:rPr lang="ja-JP"/>
              <a:t> </a:t>
            </a:r>
          </a:p>
        </p:txBody>
      </p:sp>
    </p:spTree>
  </p:cSld>
  <p:clrMapOvr/>
</p:sldLayout>
</file>

<file path=ppt/slideLayouts/slideLayout9.xml><?xml version="1.0" encoding="utf-8"?>
<p:sldLayout xmlns:a="http://schemas.openxmlformats.org/drawingml/2006/main" xmlns:p="http://schemas.openxmlformats.org/presentationml/2006/main" xmlns:r="http://schemas.openxmlformats.org/officeDocument/2006/relationships" type="obj" preserve="1">
  <p:cSld name="Content.1Body.Single+1Sourc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Bar"/>
          <p:cNvSpPr>
            <a:spLocks noGrp="1" noSelect="0" noRot="1" noMove="1"/>
          </p:cNvSpPr>
          <p:nvPr/>
        </p:nvSpPr>
        <p:spPr>
          <a:xfrm>
            <a:off x="0" y="0"/>
            <a:ext cx="12192000" cy="1051560"/>
          </a:xfrm>
          <a:prstGeom prst="rect"/>
          <a:solidFill>
            <a:srgbClr val="1E2761"/>
          </a:solidFill>
          <a:ln>
            <a:noFill/>
          </a:ln>
        </p:spPr>
      </p:sp>
      <p:sp>
        <p:nvSpPr>
          <p:cNvPr id="3" name="FooterBar"/>
          <p:cNvSpPr>
            <a:spLocks noGrp="1" noSelect="0" noRot="1" noMove="1"/>
          </p:cNvSpPr>
          <p:nvPr/>
        </p:nvSpPr>
        <p:spPr>
          <a:xfrm>
            <a:off x="0" y="5943600"/>
            <a:ext cx="12192000" cy="914400"/>
          </a:xfrm>
          <a:prstGeom prst="rect"/>
          <a:solidFill>
            <a:srgbClr val="EDF0F7"/>
          </a:solidFill>
          <a:ln>
            <a:noFill/>
          </a:ln>
        </p:spPr>
      </p:sp>
      <p:sp>
        <p:nvSpPr>
          <p:cNvPr id="4" name="SlideTitle.Header"/>
          <p:cNvSpPr>
            <a:spLocks noGrp="1"/>
          </p:cNvSpPr>
          <p:nvPr>
            <p:ph type="body" idx="15"/>
          </p:nvPr>
        </p:nvSpPr>
        <p:spPr>
          <a:xfrm>
            <a:off x="731520" y="91440"/>
            <a:ext cx="9144000" cy="475488"/>
          </a:xfrm>
        </p:spPr>
        <p:txBody>
          <a:bodyPr wrap="square" anchor="t" anchorCtr="0"/>
          <a:lstStyle>
            <a:defPPr>
              <a:defRPr sz="2800" b="1">
                <a:solidFill>
                  <a:srgbClr val="FFFFFF"/>
                </a:solidFill>
              </a:defRPr>
            </a:defPPr>
          </a:lstStyle>
          <a:p>
            <a:r>
              <a:rPr lang="ja-JP"/>
              <a:t> </a:t>
            </a:r>
          </a:p>
        </p:txBody>
      </p:sp>
      <p:sp>
        <p:nvSpPr>
          <p:cNvPr id="5" name="SlideSubtitle.Header"/>
          <p:cNvSpPr>
            <a:spLocks noGrp="1"/>
          </p:cNvSpPr>
          <p:nvPr>
            <p:ph type="body" idx="16"/>
          </p:nvPr>
        </p:nvSpPr>
        <p:spPr>
          <a:xfrm>
            <a:off x="731520" y="658368"/>
            <a:ext cx="9144000" cy="274320"/>
          </a:xfrm>
        </p:spPr>
        <p:txBody>
          <a:bodyPr wrap="square" anchor="t" anchorCtr="0"/>
          <a:lstStyle>
            <a:defPPr>
              <a:defRPr sz="1200">
                <a:solidFill>
                  <a:srgbClr val="CADCFC"/>
                </a:solidFill>
              </a:defRPr>
            </a:defPPr>
          </a:lstStyle>
          <a:p>
            <a:r>
              <a:rPr lang="ja-JP"/>
              <a:t> </a:t>
            </a:r>
          </a:p>
        </p:txBody>
      </p:sp>
      <p:sp>
        <p:nvSpPr>
          <p:cNvPr id="6" name="Body.Center"/>
          <p:cNvSpPr>
            <a:spLocks noGrp="1"/>
          </p:cNvSpPr>
          <p:nvPr>
            <p:ph type="body" idx="1"/>
          </p:nvPr>
        </p:nvSpPr>
        <p:spPr>
          <a:xfrm>
            <a:off x="731520" y="1325880"/>
            <a:ext cx="10698480" cy="4389120"/>
          </a:xfrm>
        </p:spPr>
        <p:txBody>
          <a:bodyPr wrap="square" anchor="t" anchorCtr="0"/>
          <a:lstStyle/>
          <a:p>
            <a:r>
              <a:rPr lang="ja-JP"/>
              <a:t> </a:t>
            </a:r>
          </a:p>
        </p:txBody>
      </p:sp>
      <p:sp>
        <p:nvSpPr>
          <p:cNvPr id="7" name="Source.Bottom"/>
          <p:cNvSpPr>
            <a:spLocks noGrp="1"/>
          </p:cNvSpPr>
          <p:nvPr>
            <p:ph type="body" idx="2"/>
          </p:nvPr>
        </p:nvSpPr>
        <p:spPr>
          <a:xfrm>
            <a:off x="731520" y="6080760"/>
            <a:ext cx="10058400" cy="548640"/>
          </a:xfrm>
        </p:spPr>
        <p:txBody>
          <a:bodyPr wrap="square" anchor="t" anchorCtr="0"/>
          <a:lstStyle>
            <a:defPPr>
              <a:defRPr sz="1000">
                <a:solidFill>
                  <a:srgbClr val="94A3B8"/>
                </a:solidFill>
              </a:defRPr>
            </a:defPPr>
          </a:lstStyle>
          <a:p>
            <a:r>
              <a:rPr lang="ja-JP"/>
              <a:t> </a:t>
            </a:r>
          </a:p>
        </p:txBody>
      </p:sp>
      <p:sp>
        <p:nvSpPr>
          <p:cNvPr id="8" name="SlideNum.Footer"/>
          <p:cNvSpPr>
            <a:spLocks noGrp="1"/>
          </p:cNvSpPr>
          <p:nvPr>
            <p:ph type="sldNum" idx="50"/>
          </p:nvPr>
        </p:nvSpPr>
        <p:spPr>
          <a:xfrm>
            <a:off x="10972800" y="6446520"/>
            <a:ext cx="1097280" cy="274320"/>
          </a:xfrm>
        </p:spPr>
        <p:txBody>
          <a:bodyPr wrap="square" anchor="t" anchorCtr="0"/>
          <a:lstStyle>
            <a:defPPr algn="r">
              <a:defRPr sz="1000">
                <a:solidFill>
                  <a:srgbClr val="94A3B8"/>
                </a:solidFill>
              </a:defRPr>
            </a:defPPr>
          </a:lstStyle>
          <a:p>
            <a:r>
              <a:rPr lang="ja-JP"/>
              <a:t> </a:t>
            </a:r>
          </a:p>
        </p:txBody>
      </p:sp>
    </p:spTree>
  </p:cSld>
  <p:clrMapOvr/>
</p:sldLayout>
</file>

<file path=ppt/slideLayouts/slideLayout10.xml><?xml version="1.0" encoding="utf-8"?>
<p:sldLayout xmlns:a="http://schemas.openxmlformats.org/drawingml/2006/main" xmlns:p="http://schemas.openxmlformats.org/presentationml/2006/main" xmlns:r="http://schemas.openxmlformats.org/officeDocument/2006/relationships" type="obj" preserve="1">
  <p:cSld name="Content.1Body.Single+1Call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Bar"/>
          <p:cNvSpPr>
            <a:spLocks noGrp="1" noSelect="0" noRot="1" noMove="1"/>
          </p:cNvSpPr>
          <p:nvPr/>
        </p:nvSpPr>
        <p:spPr>
          <a:xfrm>
            <a:off x="0" y="0"/>
            <a:ext cx="12192000" cy="1051560"/>
          </a:xfrm>
          <a:prstGeom prst="rect"/>
          <a:solidFill>
            <a:srgbClr val="1E2761"/>
          </a:solidFill>
          <a:ln>
            <a:noFill/>
          </a:ln>
        </p:spPr>
      </p:sp>
      <p:sp>
        <p:nvSpPr>
          <p:cNvPr id="3" name="Callout"/>
          <p:cNvSpPr>
            <a:spLocks noGrp="1" noSelect="0" noRot="1" noMove="1"/>
          </p:cNvSpPr>
          <p:nvPr/>
        </p:nvSpPr>
        <p:spPr>
          <a:xfrm>
            <a:off x="640080" y="1234440"/>
            <a:ext cx="10881360" cy="1097280"/>
          </a:xfrm>
          <a:prstGeom prst="roundRect">
            <a:avLst>
              <a:gd name="adj" fmla="val 6000"/>
            </a:avLst>
          </a:prstGeom>
          <a:solidFill>
            <a:srgbClr val="F0F4FF"/>
          </a:solidFill>
          <a:ln>
            <a:noFill/>
          </a:ln>
        </p:spPr>
      </p:sp>
      <p:sp>
        <p:nvSpPr>
          <p:cNvPr id="4" name="CalloutAccent"/>
          <p:cNvSpPr>
            <a:spLocks noGrp="1" noSelect="0" noRot="1" noMove="1"/>
          </p:cNvSpPr>
          <p:nvPr/>
        </p:nvSpPr>
        <p:spPr>
          <a:xfrm>
            <a:off x="640080" y="1234440"/>
            <a:ext cx="73152" cy="1097280"/>
          </a:xfrm>
          <a:prstGeom prst="rect"/>
          <a:solidFill>
            <a:srgbClr val="3B82F6"/>
          </a:solidFill>
          <a:ln>
            <a:noFill/>
          </a:ln>
        </p:spPr>
      </p:sp>
      <p:sp>
        <p:nvSpPr>
          <p:cNvPr id="5" name="SlideTitle.Header"/>
          <p:cNvSpPr>
            <a:spLocks noGrp="1"/>
          </p:cNvSpPr>
          <p:nvPr>
            <p:ph type="body" idx="15"/>
          </p:nvPr>
        </p:nvSpPr>
        <p:spPr>
          <a:xfrm>
            <a:off x="731520" y="91440"/>
            <a:ext cx="9144000" cy="475488"/>
          </a:xfrm>
        </p:spPr>
        <p:txBody>
          <a:bodyPr wrap="square" anchor="t" anchorCtr="0"/>
          <a:lstStyle>
            <a:defPPr>
              <a:defRPr sz="2800" b="1">
                <a:solidFill>
                  <a:srgbClr val="FFFFFF"/>
                </a:solidFill>
              </a:defRPr>
            </a:defPPr>
          </a:lstStyle>
          <a:p>
            <a:r>
              <a:rPr lang="ja-JP"/>
              <a:t> </a:t>
            </a:r>
          </a:p>
        </p:txBody>
      </p:sp>
      <p:sp>
        <p:nvSpPr>
          <p:cNvPr id="6" name="SlideSubtitle.Header"/>
          <p:cNvSpPr>
            <a:spLocks noGrp="1"/>
          </p:cNvSpPr>
          <p:nvPr>
            <p:ph type="body" idx="16"/>
          </p:nvPr>
        </p:nvSpPr>
        <p:spPr>
          <a:xfrm>
            <a:off x="731520" y="658368"/>
            <a:ext cx="9144000" cy="274320"/>
          </a:xfrm>
        </p:spPr>
        <p:txBody>
          <a:bodyPr wrap="square" anchor="t" anchorCtr="0"/>
          <a:lstStyle>
            <a:defPPr>
              <a:defRPr sz="1200">
                <a:solidFill>
                  <a:srgbClr val="CADCFC"/>
                </a:solidFill>
              </a:defRPr>
            </a:defPPr>
          </a:lstStyle>
          <a:p>
            <a:r>
              <a:rPr lang="ja-JP"/>
              <a:t> </a:t>
            </a:r>
          </a:p>
        </p:txBody>
      </p:sp>
      <p:sp>
        <p:nvSpPr>
          <p:cNvPr id="7" name="Callout.Top"/>
          <p:cNvSpPr>
            <a:spLocks noGrp="1"/>
          </p:cNvSpPr>
          <p:nvPr>
            <p:ph type="body" idx="2"/>
          </p:nvPr>
        </p:nvSpPr>
        <p:spPr>
          <a:xfrm>
            <a:off x="1005840" y="1371600"/>
            <a:ext cx="10241280" cy="777240"/>
          </a:xfrm>
        </p:spPr>
        <p:txBody>
          <a:bodyPr wrap="square" anchor="t" anchorCtr="0"/>
          <a:lstStyle>
            <a:defPPr>
              <a:defRPr sz="1300">
                <a:solidFill>
                  <a:srgbClr val="1E2761"/>
                </a:solidFill>
              </a:defRPr>
            </a:defPPr>
          </a:lstStyle>
          <a:p>
            <a:r>
              <a:rPr lang="ja-JP"/>
              <a:t> </a:t>
            </a:r>
          </a:p>
        </p:txBody>
      </p:sp>
      <p:sp>
        <p:nvSpPr>
          <p:cNvPr id="8" name="Body.Center"/>
          <p:cNvSpPr>
            <a:spLocks noGrp="1"/>
          </p:cNvSpPr>
          <p:nvPr>
            <p:ph type="body" idx="1"/>
          </p:nvPr>
        </p:nvSpPr>
        <p:spPr>
          <a:xfrm>
            <a:off x="731520" y="2560320"/>
            <a:ext cx="10698480" cy="3749040"/>
          </a:xfrm>
        </p:spPr>
        <p:txBody>
          <a:bodyPr wrap="square" anchor="t" anchorCtr="0"/>
          <a:lstStyle/>
          <a:p>
            <a:r>
              <a:rPr lang="ja-JP"/>
              <a:t> </a:t>
            </a:r>
          </a:p>
        </p:txBody>
      </p:sp>
      <p:sp>
        <p:nvSpPr>
          <p:cNvPr id="9" name="SlideNum.Footer"/>
          <p:cNvSpPr>
            <a:spLocks noGrp="1"/>
          </p:cNvSpPr>
          <p:nvPr>
            <p:ph type="sldNum" idx="50"/>
          </p:nvPr>
        </p:nvSpPr>
        <p:spPr>
          <a:xfrm>
            <a:off x="10972800" y="6446520"/>
            <a:ext cx="1097280" cy="274320"/>
          </a:xfrm>
        </p:spPr>
        <p:txBody>
          <a:bodyPr wrap="square" anchor="t" anchorCtr="0"/>
          <a:lstStyle>
            <a:defPPr algn="r">
              <a:defRPr sz="1000">
                <a:solidFill>
                  <a:srgbClr val="94A3B8"/>
                </a:solidFill>
              </a:defRPr>
            </a:defPPr>
          </a:lstStyle>
          <a:p>
            <a:r>
              <a:rPr lang="ja-JP"/>
              <a:t> </a:t>
            </a:r>
          </a:p>
        </p:txBody>
      </p:sp>
    </p:spTree>
  </p:cSld>
  <p:clrMapOvr/>
</p:sldLayout>
</file>

<file path=ppt/slideLayouts/slideLayout11.xml><?xml version="1.0" encoding="utf-8"?>
<p:sldLayout xmlns:a="http://schemas.openxmlformats.org/drawingml/2006/main" xmlns:p="http://schemas.openxmlformats.org/presentationml/2006/main" xmlns:r="http://schemas.openxmlformats.org/officeDocument/2006/relationships" type="twoObj" preserve="1">
  <p:cSld name="Column.2Body.Equ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Bar"/>
          <p:cNvSpPr>
            <a:spLocks noGrp="1" noSelect="0" noRot="1" noMove="1"/>
          </p:cNvSpPr>
          <p:nvPr/>
        </p:nvSpPr>
        <p:spPr>
          <a:xfrm>
            <a:off x="0" y="0"/>
            <a:ext cx="12192000" cy="1051560"/>
          </a:xfrm>
          <a:prstGeom prst="rect"/>
          <a:solidFill>
            <a:srgbClr val="1E2761"/>
          </a:solidFill>
          <a:ln>
            <a:noFill/>
          </a:ln>
        </p:spPr>
      </p:sp>
      <p:sp>
        <p:nvSpPr>
          <p:cNvPr id="3" name="SlideTitle.Header"/>
          <p:cNvSpPr>
            <a:spLocks noGrp="1"/>
          </p:cNvSpPr>
          <p:nvPr>
            <p:ph type="body" idx="15"/>
          </p:nvPr>
        </p:nvSpPr>
        <p:spPr>
          <a:xfrm>
            <a:off x="731520" y="91440"/>
            <a:ext cx="9144000" cy="475488"/>
          </a:xfrm>
        </p:spPr>
        <p:txBody>
          <a:bodyPr wrap="square" anchor="t" anchorCtr="0"/>
          <a:lstStyle>
            <a:defPPr>
              <a:defRPr sz="2800" b="1">
                <a:solidFill>
                  <a:srgbClr val="FFFFFF"/>
                </a:solidFill>
              </a:defRPr>
            </a:defPPr>
          </a:lstStyle>
          <a:p>
            <a:r>
              <a:rPr lang="ja-JP"/>
              <a:t> </a:t>
            </a:r>
          </a:p>
        </p:txBody>
      </p:sp>
      <p:sp>
        <p:nvSpPr>
          <p:cNvPr id="4" name="SlideSubtitle.Header"/>
          <p:cNvSpPr>
            <a:spLocks noGrp="1"/>
          </p:cNvSpPr>
          <p:nvPr>
            <p:ph type="body" idx="16"/>
          </p:nvPr>
        </p:nvSpPr>
        <p:spPr>
          <a:xfrm>
            <a:off x="731520" y="658368"/>
            <a:ext cx="9144000" cy="274320"/>
          </a:xfrm>
        </p:spPr>
        <p:txBody>
          <a:bodyPr wrap="square" anchor="t" anchorCtr="0"/>
          <a:lstStyle>
            <a:defPPr>
              <a:defRPr sz="1200">
                <a:solidFill>
                  <a:srgbClr val="CADCFC"/>
                </a:solidFill>
              </a:defRPr>
            </a:defPPr>
          </a:lstStyle>
          <a:p>
            <a:r>
              <a:rPr lang="ja-JP"/>
              <a:t> </a:t>
            </a:r>
          </a:p>
        </p:txBody>
      </p:sp>
      <p:sp>
        <p:nvSpPr>
          <p:cNvPr id="5" name="Body1.Left"/>
          <p:cNvSpPr>
            <a:spLocks noGrp="1"/>
          </p:cNvSpPr>
          <p:nvPr>
            <p:ph type="body" idx="1"/>
          </p:nvPr>
        </p:nvSpPr>
        <p:spPr>
          <a:xfrm>
            <a:off x="731520" y="1325880"/>
            <a:ext cx="5029200" cy="4937760"/>
          </a:xfrm>
        </p:spPr>
        <p:txBody>
          <a:bodyPr wrap="square" anchor="t" anchorCtr="0"/>
          <a:lstStyle/>
          <a:p>
            <a:r>
              <a:rPr lang="ja-JP"/>
              <a:t> </a:t>
            </a:r>
          </a:p>
        </p:txBody>
      </p:sp>
      <p:sp>
        <p:nvSpPr>
          <p:cNvPr id="6" name="Body2.Right"/>
          <p:cNvSpPr>
            <a:spLocks noGrp="1"/>
          </p:cNvSpPr>
          <p:nvPr>
            <p:ph type="body" idx="2"/>
          </p:nvPr>
        </p:nvSpPr>
        <p:spPr>
          <a:xfrm>
            <a:off x="6217920" y="1325880"/>
            <a:ext cx="5212080" cy="4937760"/>
          </a:xfrm>
        </p:spPr>
        <p:txBody>
          <a:bodyPr wrap="square" anchor="t" anchorCtr="0"/>
          <a:lstStyle/>
          <a:p>
            <a:r>
              <a:rPr lang="ja-JP"/>
              <a:t> </a:t>
            </a:r>
          </a:p>
        </p:txBody>
      </p:sp>
      <p:sp>
        <p:nvSpPr>
          <p:cNvPr id="7" name="SlideNum.Footer"/>
          <p:cNvSpPr>
            <a:spLocks noGrp="1"/>
          </p:cNvSpPr>
          <p:nvPr>
            <p:ph type="sldNum" idx="50"/>
          </p:nvPr>
        </p:nvSpPr>
        <p:spPr>
          <a:xfrm>
            <a:off x="10972800" y="6446520"/>
            <a:ext cx="1097280" cy="274320"/>
          </a:xfrm>
        </p:spPr>
        <p:txBody>
          <a:bodyPr wrap="square" anchor="t" anchorCtr="0"/>
          <a:lstStyle>
            <a:defPPr algn="r">
              <a:defRPr sz="1000">
                <a:solidFill>
                  <a:srgbClr val="94A3B8"/>
                </a:solidFill>
              </a:defRPr>
            </a:defPPr>
          </a:lstStyle>
          <a:p>
            <a:r>
              <a:rPr lang="ja-JP"/>
              <a:t> </a:t>
            </a:r>
          </a:p>
        </p:txBody>
      </p:sp>
    </p:spTree>
  </p:cSld>
  <p:clrMapOvr/>
</p:sldLayout>
</file>

<file path=ppt/slideLayouts/slideLayout12.xml><?xml version="1.0" encoding="utf-8"?>
<p:sldLayout xmlns:a="http://schemas.openxmlformats.org/drawingml/2006/main" xmlns:p="http://schemas.openxmlformats.org/presentationml/2006/main" xmlns:r="http://schemas.openxmlformats.org/officeDocument/2006/relationships" type="twoObj" preserve="1">
  <p:cSld name="Column.2Body.MainSub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Bar"/>
          <p:cNvSpPr>
            <a:spLocks xmlns:ns1="http://schemas.openxmlformats.org/drawingml/2006/main" noGrp="1" noSelect="0" noRot="1" noMove="1"/>
          </p:cNvSpPr>
          <p:nvPr/>
        </p:nvSpPr>
        <p:spPr>
          <a:xfrm xmlns:ns2="http://schemas.openxmlformats.org/drawingml/2006/main">
            <a:off x="0" y="0"/>
            <a:ext cx="12192000" cy="1051560"/>
          </a:xfrm>
          <a:prstGeom xmlns:ns3="http://schemas.openxmlformats.org/drawingml/2006/main" prst="rect"/>
          <a:solidFill xmlns:ns4="http://schemas.openxmlformats.org/drawingml/2006/main">
            <a:srgbClr val="1E2761"/>
          </a:solidFill>
          <a:ln xmlns:ns5="http://schemas.openxmlformats.org/drawingml/2006/main">
            <a:noFill/>
          </a:ln>
        </p:spPr>
      </p:sp>
      <p:sp>
        <p:nvSpPr>
          <p:cNvPr id="3" name="SlideTitle.Header"/>
          <p:cNvSpPr>
            <a:spLocks noGrp="1"/>
          </p:cNvSpPr>
          <p:nvPr>
            <p:ph type="body" idx="15"/>
          </p:nvPr>
        </p:nvSpPr>
        <p:spPr>
          <a:xfrm>
            <a:off x="731520" y="91440"/>
            <a:ext cx="9144000" cy="475488"/>
          </a:xfrm>
        </p:spPr>
        <p:txBody>
          <a:bodyPr wrap="square" anchor="t" anchorCtr="0"/>
          <a:lstStyle>
            <a:defPPr>
              <a:defRPr sz="2800" b="1">
                <a:solidFill>
                  <a:srgbClr val="FFFFFF"/>
                </a:solidFill>
              </a:defRPr>
            </a:defPPr>
          </a:lstStyle>
          <a:p>
            <a:r>
              <a:rPr lang="ja-JP"/>
              <a:t> </a:t>
            </a:r>
          </a:p>
        </p:txBody>
      </p:sp>
      <p:sp>
        <p:nvSpPr>
          <p:cNvPr id="4" name="SlideSubtitle.Header"/>
          <p:cNvSpPr>
            <a:spLocks noGrp="1"/>
          </p:cNvSpPr>
          <p:nvPr>
            <p:ph type="body" idx="16"/>
          </p:nvPr>
        </p:nvSpPr>
        <p:spPr>
          <a:xfrm>
            <a:off x="731520" y="658368"/>
            <a:ext cx="9144000" cy="274320"/>
          </a:xfrm>
        </p:spPr>
        <p:txBody>
          <a:bodyPr wrap="square" anchor="t" anchorCtr="0"/>
          <a:lstStyle>
            <a:defPPr>
              <a:defRPr sz="1200">
                <a:solidFill>
                  <a:srgbClr val="CADCFC"/>
                </a:solidFill>
              </a:defRPr>
            </a:defPPr>
          </a:lstStyle>
          <a:p>
            <a:r>
              <a:rPr lang="ja-JP"/>
              <a:t> </a:t>
            </a:r>
          </a:p>
        </p:txBody>
      </p:sp>
      <p:sp>
        <p:nvSpPr>
          <p:cNvPr id="5" name="Body1.Left"/>
          <p:cNvSpPr>
            <a:spLocks noGrp="1"/>
          </p:cNvSpPr>
          <p:nvPr>
            <p:ph type="body" idx="1"/>
          </p:nvPr>
        </p:nvSpPr>
        <p:spPr>
          <a:xfrm>
            <a:off x="731520" y="1325880"/>
            <a:ext cx="6766560" cy="4937760"/>
          </a:xfrm>
        </p:spPr>
        <p:txBody>
          <a:bodyPr wrap="square" anchor="t" anchorCtr="0"/>
          <a:lstStyle/>
          <a:p>
            <a:r>
              <a:rPr lang="ja-JP"/>
              <a:t> </a:t>
            </a:r>
          </a:p>
        </p:txBody>
      </p:sp>
      <p:sp>
        <p:nvSpPr>
          <p:cNvPr id="6" name="Body2.Right"/>
          <p:cNvSpPr>
            <a:spLocks noGrp="1"/>
          </p:cNvSpPr>
          <p:nvPr>
            <p:ph type="body" idx="2"/>
          </p:nvPr>
        </p:nvSpPr>
        <p:spPr>
          <a:xfrm>
            <a:off x="8046720" y="1417320"/>
            <a:ext cx="3474720" cy="4663440"/>
          </a:xfrm>
        </p:spPr>
        <p:txBody>
          <a:bodyPr wrap="square" anchor="t" anchorCtr="0"/>
          <a:lstStyle/>
          <a:p>
            <a:r>
              <a:rPr lang="ja-JP"/>
              <a:t> </a:t>
            </a:r>
          </a:p>
        </p:txBody>
      </p:sp>
      <p:sp>
        <p:nvSpPr>
          <p:cNvPr id="7" name="SlideNum.Footer"/>
          <p:cNvSpPr>
            <a:spLocks noGrp="1"/>
          </p:cNvSpPr>
          <p:nvPr>
            <p:ph type="sldNum" idx="50"/>
          </p:nvPr>
        </p:nvSpPr>
        <p:spPr>
          <a:xfrm>
            <a:off x="10972800" y="6446520"/>
            <a:ext cx="1097280" cy="274320"/>
          </a:xfrm>
        </p:spPr>
        <p:txBody>
          <a:bodyPr wrap="square" anchor="t" anchorCtr="0"/>
          <a:lstStyle>
            <a:defPPr algn="r">
              <a:defRPr sz="1000">
                <a:solidFill>
                  <a:srgbClr val="94A3B8"/>
                </a:solidFill>
              </a:defRPr>
            </a:defPPr>
          </a:lstStyle>
          <a:p>
            <a:r>
              <a:rPr lang="ja-JP"/>
              <a:t> </a:t>
            </a:r>
          </a:p>
        </p:txBody>
      </p:sp>
    </p:spTree>
  </p:cSld>
  <p:clrMapOvr/>
</p:sldLayout>
</file>

<file path=ppt/slideLayouts/slideLayout13.xml><?xml version="1.0" encoding="utf-8"?>
<p:sldLayout xmlns:a="http://schemas.openxmlformats.org/drawingml/2006/main" xmlns:p="http://schemas.openxmlformats.org/presentationml/2006/main" xmlns:r="http://schemas.openxmlformats.org/officeDocument/2006/relationships" type="threeObj" preserve="1">
  <p:cSld name="Column.3Body.Equ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Bar"/>
          <p:cNvSpPr>
            <a:spLocks xmlns:ns1="http://schemas.openxmlformats.org/drawingml/2006/main" noGrp="1" noSelect="0" noRot="1" noMove="1"/>
          </p:cNvSpPr>
          <p:nvPr/>
        </p:nvSpPr>
        <p:spPr>
          <a:xfrm xmlns:ns2="http://schemas.openxmlformats.org/drawingml/2006/main">
            <a:off x="0" y="0"/>
            <a:ext cx="12192000" cy="1051560"/>
          </a:xfrm>
          <a:prstGeom xmlns:ns3="http://schemas.openxmlformats.org/drawingml/2006/main" prst="rect"/>
          <a:solidFill xmlns:ns4="http://schemas.openxmlformats.org/drawingml/2006/main">
            <a:srgbClr val="1E2761"/>
          </a:solidFill>
          <a:ln xmlns:ns5="http://schemas.openxmlformats.org/drawingml/2006/main">
            <a:noFill/>
          </a:ln>
        </p:spPr>
      </p:sp>
      <p:sp>
        <p:nvSpPr>
          <p:cNvPr id="3" name="SlideTitle.Header"/>
          <p:cNvSpPr>
            <a:spLocks noGrp="1"/>
          </p:cNvSpPr>
          <p:nvPr>
            <p:ph type="body" idx="15"/>
          </p:nvPr>
        </p:nvSpPr>
        <p:spPr>
          <a:xfrm>
            <a:off x="731520" y="91440"/>
            <a:ext cx="9144000" cy="475488"/>
          </a:xfrm>
        </p:spPr>
        <p:txBody>
          <a:bodyPr wrap="square" anchor="t" anchorCtr="0"/>
          <a:lstStyle>
            <a:defPPr>
              <a:defRPr sz="2800" b="1">
                <a:solidFill>
                  <a:srgbClr val="FFFFFF"/>
                </a:solidFill>
              </a:defRPr>
            </a:defPPr>
          </a:lstStyle>
          <a:p>
            <a:r>
              <a:rPr lang="ja-JP"/>
              <a:t> </a:t>
            </a:r>
          </a:p>
        </p:txBody>
      </p:sp>
      <p:sp>
        <p:nvSpPr>
          <p:cNvPr id="4" name="SlideSubtitle.Header"/>
          <p:cNvSpPr>
            <a:spLocks noGrp="1"/>
          </p:cNvSpPr>
          <p:nvPr>
            <p:ph type="body" idx="16"/>
          </p:nvPr>
        </p:nvSpPr>
        <p:spPr>
          <a:xfrm>
            <a:off x="731520" y="658368"/>
            <a:ext cx="9144000" cy="274320"/>
          </a:xfrm>
        </p:spPr>
        <p:txBody>
          <a:bodyPr wrap="square" anchor="t" anchorCtr="0"/>
          <a:lstStyle>
            <a:defPPr>
              <a:defRPr sz="1200">
                <a:solidFill>
                  <a:srgbClr val="CADCFC"/>
                </a:solidFill>
              </a:defRPr>
            </a:defPPr>
          </a:lstStyle>
          <a:p>
            <a:r>
              <a:rPr lang="ja-JP"/>
              <a:t> </a:t>
            </a:r>
          </a:p>
        </p:txBody>
      </p:sp>
      <p:sp>
        <p:nvSpPr>
          <p:cNvPr id="5" name="Body1.Left"/>
          <p:cNvSpPr>
            <a:spLocks noGrp="1"/>
          </p:cNvSpPr>
          <p:nvPr>
            <p:ph type="body" idx="1"/>
          </p:nvPr>
        </p:nvSpPr>
        <p:spPr>
          <a:xfrm>
            <a:off x="731520" y="1325880"/>
            <a:ext cx="3200400" cy="4937760"/>
          </a:xfrm>
        </p:spPr>
        <p:txBody>
          <a:bodyPr wrap="square" anchor="t" anchorCtr="0"/>
          <a:lstStyle/>
          <a:p>
            <a:r>
              <a:rPr lang="ja-JP"/>
              <a:t> </a:t>
            </a:r>
          </a:p>
        </p:txBody>
      </p:sp>
      <p:sp>
        <p:nvSpPr>
          <p:cNvPr id="6" name="Body2.Center"/>
          <p:cNvSpPr>
            <a:spLocks noGrp="1"/>
          </p:cNvSpPr>
          <p:nvPr>
            <p:ph type="body" idx="2"/>
          </p:nvPr>
        </p:nvSpPr>
        <p:spPr>
          <a:xfrm>
            <a:off x="4297680" y="1325880"/>
            <a:ext cx="3200400" cy="4937760"/>
          </a:xfrm>
        </p:spPr>
        <p:txBody>
          <a:bodyPr wrap="square" anchor="t" anchorCtr="0"/>
          <a:lstStyle/>
          <a:p>
            <a:r>
              <a:rPr lang="ja-JP"/>
              <a:t> </a:t>
            </a:r>
          </a:p>
        </p:txBody>
      </p:sp>
      <p:sp>
        <p:nvSpPr>
          <p:cNvPr id="7" name="Body3.Right"/>
          <p:cNvSpPr>
            <a:spLocks noGrp="1"/>
          </p:cNvSpPr>
          <p:nvPr>
            <p:ph type="body" idx="3"/>
          </p:nvPr>
        </p:nvSpPr>
        <p:spPr>
          <a:xfrm>
            <a:off x="7863840" y="1325880"/>
            <a:ext cx="3566160" cy="4937760"/>
          </a:xfrm>
        </p:spPr>
        <p:txBody>
          <a:bodyPr wrap="square" anchor="t" anchorCtr="0"/>
          <a:lstStyle/>
          <a:p>
            <a:r>
              <a:rPr lang="ja-JP"/>
              <a:t> </a:t>
            </a:r>
          </a:p>
        </p:txBody>
      </p:sp>
      <p:sp>
        <p:nvSpPr>
          <p:cNvPr id="8" name="SlideNum.Footer"/>
          <p:cNvSpPr>
            <a:spLocks noGrp="1"/>
          </p:cNvSpPr>
          <p:nvPr>
            <p:ph type="sldNum" idx="50"/>
          </p:nvPr>
        </p:nvSpPr>
        <p:spPr>
          <a:xfrm>
            <a:off x="10972800" y="6446520"/>
            <a:ext cx="1097280" cy="274320"/>
          </a:xfrm>
        </p:spPr>
        <p:txBody>
          <a:bodyPr wrap="square" anchor="t" anchorCtr="0"/>
          <a:lstStyle>
            <a:defPPr algn="r">
              <a:defRPr sz="1000">
                <a:solidFill>
                  <a:srgbClr val="94A3B8"/>
                </a:solidFill>
              </a:defRPr>
            </a:defPPr>
          </a:lstStyle>
          <a:p>
            <a:r>
              <a:rPr lang="ja-JP"/>
              <a:t> </a:t>
            </a:r>
          </a:p>
        </p:txBody>
      </p:sp>
    </p:spTree>
  </p:cSld>
  <p:clrMapOvr/>
</p:sldLayout>
</file>

<file path=ppt/slideLayouts/slideLayout14.xml><?xml version="1.0" encoding="utf-8"?>
<p:sldLayout xmlns:a="http://schemas.openxmlformats.org/drawingml/2006/main" xmlns:p="http://schemas.openxmlformats.org/presentationml/2006/main" xmlns:r="http://schemas.openxmlformats.org/officeDocument/2006/relationships" type="blank" preserve="1">
  <p:cSld name="KPI.1Value.Sing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Bar"/>
          <p:cNvSpPr>
            <a:spLocks xmlns:ns1="http://schemas.openxmlformats.org/drawingml/2006/main" noGrp="1" noSelect="0" noRot="1" noMove="1"/>
          </p:cNvSpPr>
          <p:nvPr/>
        </p:nvSpPr>
        <p:spPr>
          <a:xfrm xmlns:ns2="http://schemas.openxmlformats.org/drawingml/2006/main">
            <a:off x="0" y="0"/>
            <a:ext cx="12192000" cy="1051560"/>
          </a:xfrm>
          <a:prstGeom xmlns:ns3="http://schemas.openxmlformats.org/drawingml/2006/main" prst="rect"/>
          <a:solidFill xmlns:ns4="http://schemas.openxmlformats.org/drawingml/2006/main">
            <a:srgbClr val="1E2761"/>
          </a:solidFill>
          <a:ln xmlns:ns5="http://schemas.openxmlformats.org/drawingml/2006/main">
            <a:noFill/>
          </a:ln>
        </p:spPr>
      </p:sp>
      <p:sp>
        <p:nvSpPr>
          <p:cNvPr id="3" name="StatPanel"/>
          <p:cNvSpPr>
            <a:spLocks xmlns:ns1="http://schemas.openxmlformats.org/drawingml/2006/main" noGrp="1" noSelect="0" noRot="1" noMove="1"/>
          </p:cNvSpPr>
          <p:nvPr/>
        </p:nvSpPr>
        <p:spPr>
          <a:xfrm xmlns:ns2="http://schemas.openxmlformats.org/drawingml/2006/main">
            <a:off x="2743200" y="1645920"/>
            <a:ext cx="6675120" cy="4114800"/>
          </a:xfrm>
          <a:prstGeom xmlns:ns3="http://schemas.openxmlformats.org/drawingml/2006/main" prst="roundRect">
            <a:avLst>
              <a:gd name="adj" fmla="val 10000"/>
            </a:avLst>
          </a:prstGeom>
          <a:solidFill xmlns:ns4="http://schemas.openxmlformats.org/drawingml/2006/main">
            <a:srgbClr val="EDF0F7"/>
          </a:solidFill>
          <a:ln xmlns:ns5="http://schemas.openxmlformats.org/drawingml/2006/main">
            <a:noFill/>
          </a:ln>
        </p:spPr>
      </p:sp>
      <p:sp>
        <p:nvSpPr>
          <p:cNvPr id="4" name="AccentDot"/>
          <p:cNvSpPr>
            <a:spLocks xmlns:ns1="http://schemas.openxmlformats.org/drawingml/2006/main" noGrp="1"/>
          </p:cNvSpPr>
          <p:nvPr/>
        </p:nvSpPr>
        <p:spPr>
          <a:xfrm xmlns:ns2="http://schemas.openxmlformats.org/drawingml/2006/main">
            <a:off x="3154680" y="2057400"/>
            <a:ext cx="274320" cy="274320"/>
          </a:xfrm>
          <a:prstGeom xmlns:ns3="http://schemas.openxmlformats.org/drawingml/2006/main" prst="ellipse"/>
          <a:solidFill xmlns:ns4="http://schemas.openxmlformats.org/drawingml/2006/main">
            <a:srgbClr val="3B82F6"/>
          </a:solidFill>
          <a:ln xmlns:ns5="http://schemas.openxmlformats.org/drawingml/2006/main">
            <a:noFill/>
          </a:ln>
        </p:spPr>
      </p:sp>
      <p:sp>
        <p:nvSpPr>
          <p:cNvPr id="5" name="SlideTitle.Header"/>
          <p:cNvSpPr>
            <a:spLocks noGrp="1"/>
          </p:cNvSpPr>
          <p:nvPr>
            <p:ph type="body" idx="15"/>
          </p:nvPr>
        </p:nvSpPr>
        <p:spPr>
          <a:xfrm>
            <a:off x="731520" y="91440"/>
            <a:ext cx="9144000" cy="475488"/>
          </a:xfrm>
        </p:spPr>
        <p:txBody>
          <a:bodyPr wrap="square" anchor="t" anchorCtr="0"/>
          <a:lstStyle>
            <a:defPPr>
              <a:defRPr sz="2800" b="1">
                <a:solidFill>
                  <a:srgbClr val="FFFFFF"/>
                </a:solidFill>
              </a:defRPr>
            </a:defPPr>
          </a:lstStyle>
          <a:p>
            <a:r>
              <a:rPr lang="ja-JP"/>
              <a:t> </a:t>
            </a:r>
          </a:p>
        </p:txBody>
      </p:sp>
      <p:sp>
        <p:nvSpPr>
          <p:cNvPr id="6" name="SlideSubtitle.Header"/>
          <p:cNvSpPr>
            <a:spLocks noGrp="1"/>
          </p:cNvSpPr>
          <p:nvPr>
            <p:ph type="body" idx="16"/>
          </p:nvPr>
        </p:nvSpPr>
        <p:spPr>
          <a:xfrm>
            <a:off x="731520" y="658368"/>
            <a:ext cx="9144000" cy="274320"/>
          </a:xfrm>
        </p:spPr>
        <p:txBody>
          <a:bodyPr wrap="square" anchor="t" anchorCtr="0"/>
          <a:lstStyle>
            <a:defPPr>
              <a:defRPr sz="1200">
                <a:solidFill>
                  <a:srgbClr val="CADCFC"/>
                </a:solidFill>
              </a:defRPr>
            </a:defPPr>
          </a:lstStyle>
          <a:p>
            <a:r>
              <a:rPr lang="ja-JP"/>
              <a:t> </a:t>
            </a:r>
          </a:p>
        </p:txBody>
      </p:sp>
      <p:sp>
        <p:nvSpPr>
          <p:cNvPr id="7" name="Value.Center"/>
          <p:cNvSpPr>
            <a:spLocks noGrp="1"/>
          </p:cNvSpPr>
          <p:nvPr>
            <p:ph type="body" idx="1"/>
          </p:nvPr>
        </p:nvSpPr>
        <p:spPr>
          <a:xfrm>
            <a:off x="3200400" y="2011680"/>
            <a:ext cx="5943600" cy="1828800"/>
          </a:xfrm>
        </p:spPr>
        <p:txBody>
          <a:bodyPr wrap="square" anchor="t" anchorCtr="0"/>
          <a:lstStyle>
            <a:defPPr algn="ctr">
              <a:defRPr sz="7200" b="1">
                <a:solidFill>
                  <a:srgbClr val="1E2761"/>
                </a:solidFill>
              </a:defRPr>
            </a:defPPr>
          </a:lstStyle>
          <a:p>
            <a:r>
              <a:rPr lang="ja-JP"/>
              <a:t> </a:t>
            </a:r>
          </a:p>
        </p:txBody>
      </p:sp>
      <p:sp>
        <p:nvSpPr>
          <p:cNvPr id="8" name="ValueLabel.Center"/>
          <p:cNvSpPr>
            <a:spLocks noGrp="1"/>
          </p:cNvSpPr>
          <p:nvPr>
            <p:ph type="body" idx="2"/>
          </p:nvPr>
        </p:nvSpPr>
        <p:spPr>
          <a:xfrm>
            <a:off x="3200400" y="3840480"/>
            <a:ext cx="5943600" cy="457200"/>
          </a:xfrm>
        </p:spPr>
        <p:txBody>
          <a:bodyPr wrap="square" anchor="t" anchorCtr="0"/>
          <a:lstStyle>
            <a:defPPr algn="ctr">
              <a:defRPr sz="1800" b="1"/>
            </a:defPPr>
          </a:lstStyle>
          <a:p>
            <a:r>
              <a:rPr lang="ja-JP"/>
              <a:t> </a:t>
            </a:r>
          </a:p>
        </p:txBody>
      </p:sp>
      <p:sp>
        <p:nvSpPr>
          <p:cNvPr id="9" name="ValueDesc.Center"/>
          <p:cNvSpPr>
            <a:spLocks noGrp="1"/>
          </p:cNvSpPr>
          <p:nvPr>
            <p:ph type="body" idx="3"/>
          </p:nvPr>
        </p:nvSpPr>
        <p:spPr>
          <a:xfrm>
            <a:off x="3200400" y="4389120"/>
            <a:ext cx="5943600" cy="914400"/>
          </a:xfrm>
        </p:spPr>
        <p:txBody>
          <a:bodyPr wrap="square" anchor="t" anchorCtr="0"/>
          <a:lstStyle>
            <a:defPPr algn="ctr">
              <a:defRPr sz="1300">
                <a:solidFill>
                  <a:srgbClr val="94A3B8"/>
                </a:solidFill>
              </a:defRPr>
            </a:defPPr>
          </a:lstStyle>
          <a:p>
            <a:r>
              <a:rPr lang="ja-JP"/>
              <a:t> </a:t>
            </a:r>
          </a:p>
        </p:txBody>
      </p:sp>
      <p:sp>
        <p:nvSpPr>
          <p:cNvPr id="10" name="SlideNum.Footer"/>
          <p:cNvSpPr>
            <a:spLocks noGrp="1"/>
          </p:cNvSpPr>
          <p:nvPr>
            <p:ph type="sldNum" idx="50"/>
          </p:nvPr>
        </p:nvSpPr>
        <p:spPr>
          <a:xfrm>
            <a:off x="10972800" y="6446520"/>
            <a:ext cx="1097280" cy="274320"/>
          </a:xfrm>
        </p:spPr>
        <p:txBody>
          <a:bodyPr wrap="square" anchor="t" anchorCtr="0"/>
          <a:lstStyle>
            <a:defPPr algn="r">
              <a:defRPr sz="1000">
                <a:solidFill>
                  <a:srgbClr val="94A3B8"/>
                </a:solidFill>
              </a:defRPr>
            </a:defPPr>
          </a:lstStyle>
          <a:p>
            <a:r>
              <a:rPr lang="ja-JP"/>
              <a:t> </a:t>
            </a:r>
          </a:p>
        </p:txBody>
      </p:sp>
    </p:spTree>
  </p:cSld>
  <p:clrMapOvr/>
</p:sldLayout>
</file>

<file path=ppt/slideLayouts/slideLayout15.xml><?xml version="1.0" encoding="utf-8"?>
<p:sldLayout xmlns:a="http://schemas.openxmlformats.org/drawingml/2006/main" xmlns:p="http://schemas.openxmlformats.org/presentationml/2006/main" xmlns:r="http://schemas.openxmlformats.org/officeDocument/2006/relationships" type="blank" preserve="1">
  <p:cSld name="KPI.2Value.Equ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Bar"/>
          <p:cNvSpPr>
            <a:spLocks xmlns:ns1="http://schemas.openxmlformats.org/drawingml/2006/main" noGrp="1" noSelect="0" noRot="1" noMove="1"/>
          </p:cNvSpPr>
          <p:nvPr/>
        </p:nvSpPr>
        <p:spPr>
          <a:xfrm xmlns:ns2="http://schemas.openxmlformats.org/drawingml/2006/main">
            <a:off x="0" y="0"/>
            <a:ext cx="12192000" cy="1051560"/>
          </a:xfrm>
          <a:prstGeom xmlns:ns3="http://schemas.openxmlformats.org/drawingml/2006/main" prst="rect"/>
          <a:solidFill xmlns:ns4="http://schemas.openxmlformats.org/drawingml/2006/main">
            <a:srgbClr val="1E2761"/>
          </a:solidFill>
          <a:ln xmlns:ns5="http://schemas.openxmlformats.org/drawingml/2006/main">
            <a:noFill/>
          </a:ln>
        </p:spPr>
      </p:sp>
      <p:sp>
        <p:nvSpPr>
          <p:cNvPr id="3" name="Card1"/>
          <p:cNvSpPr>
            <a:spLocks xmlns:ns1="http://schemas.openxmlformats.org/drawingml/2006/main" noGrp="1" noSelect="0" noRot="1" noMove="1"/>
          </p:cNvSpPr>
          <p:nvPr/>
        </p:nvSpPr>
        <p:spPr>
          <a:xfrm xmlns:ns2="http://schemas.openxmlformats.org/drawingml/2006/main">
            <a:off x="640080" y="1371600"/>
            <a:ext cx="5120640" cy="4754880"/>
          </a:xfrm>
          <a:prstGeom xmlns:ns3="http://schemas.openxmlformats.org/drawingml/2006/main" prst="roundRect">
            <a:avLst>
              <a:gd name="adj" fmla="val 10000"/>
            </a:avLst>
          </a:prstGeom>
          <a:solidFill xmlns:ns4="http://schemas.openxmlformats.org/drawingml/2006/main">
            <a:srgbClr val="EDF0F7"/>
          </a:solidFill>
          <a:ln xmlns:ns5="http://schemas.openxmlformats.org/drawingml/2006/main">
            <a:noFill/>
          </a:ln>
        </p:spPr>
      </p:sp>
      <p:sp>
        <p:nvSpPr>
          <p:cNvPr id="4" name="Card2"/>
          <p:cNvSpPr>
            <a:spLocks xmlns:ns1="http://schemas.openxmlformats.org/drawingml/2006/main" noGrp="1" noSelect="0" noRot="1" noMove="1"/>
          </p:cNvSpPr>
          <p:nvPr/>
        </p:nvSpPr>
        <p:spPr>
          <a:xfrm xmlns:ns2="http://schemas.openxmlformats.org/drawingml/2006/main">
            <a:off x="6126480" y="1371600"/>
            <a:ext cx="5303520" cy="4754880"/>
          </a:xfrm>
          <a:prstGeom xmlns:ns3="http://schemas.openxmlformats.org/drawingml/2006/main" prst="roundRect">
            <a:avLst>
              <a:gd name="adj" fmla="val 10000"/>
            </a:avLst>
          </a:prstGeom>
          <a:solidFill xmlns:ns4="http://schemas.openxmlformats.org/drawingml/2006/main">
            <a:srgbClr val="EDF0F7"/>
          </a:solidFill>
          <a:ln xmlns:ns5="http://schemas.openxmlformats.org/drawingml/2006/main">
            <a:noFill/>
          </a:ln>
        </p:spPr>
      </p:sp>
      <p:sp>
        <p:nvSpPr>
          <p:cNvPr id="5" name="Accent1"/>
          <p:cNvSpPr>
            <a:spLocks xmlns:ns1="http://schemas.openxmlformats.org/drawingml/2006/main" noGrp="1" noSelect="0" noRot="1" noMove="1"/>
          </p:cNvSpPr>
          <p:nvPr/>
        </p:nvSpPr>
        <p:spPr>
          <a:xfrm xmlns:ns2="http://schemas.openxmlformats.org/drawingml/2006/main">
            <a:off x="640080" y="1371600"/>
            <a:ext cx="5120640" cy="73152"/>
          </a:xfrm>
          <a:prstGeom xmlns:ns3="http://schemas.openxmlformats.org/drawingml/2006/main" prst="rect"/>
          <a:solidFill xmlns:ns4="http://schemas.openxmlformats.org/drawingml/2006/main">
            <a:srgbClr val="3B82F6"/>
          </a:solidFill>
          <a:ln xmlns:ns5="http://schemas.openxmlformats.org/drawingml/2006/main">
            <a:noFill/>
          </a:ln>
        </p:spPr>
      </p:sp>
      <p:sp>
        <p:nvSpPr>
          <p:cNvPr id="6" name="Accent2"/>
          <p:cNvSpPr>
            <a:spLocks xmlns:ns1="http://schemas.openxmlformats.org/drawingml/2006/main" noGrp="1" noSelect="0" noRot="1" noMove="1"/>
          </p:cNvSpPr>
          <p:nvPr/>
        </p:nvSpPr>
        <p:spPr>
          <a:xfrm xmlns:ns2="http://schemas.openxmlformats.org/drawingml/2006/main">
            <a:off x="6126480" y="1371600"/>
            <a:ext cx="5303520" cy="73152"/>
          </a:xfrm>
          <a:prstGeom xmlns:ns3="http://schemas.openxmlformats.org/drawingml/2006/main" prst="rect"/>
          <a:solidFill xmlns:ns4="http://schemas.openxmlformats.org/drawingml/2006/main">
            <a:srgbClr val="06B6D4"/>
          </a:solidFill>
          <a:ln xmlns:ns5="http://schemas.openxmlformats.org/drawingml/2006/main">
            <a:noFill/>
          </a:ln>
        </p:spPr>
      </p:sp>
      <p:sp>
        <p:nvSpPr>
          <p:cNvPr id="7" name="SlideTitle.Header"/>
          <p:cNvSpPr>
            <a:spLocks noGrp="1"/>
          </p:cNvSpPr>
          <p:nvPr>
            <p:ph type="body" idx="15"/>
          </p:nvPr>
        </p:nvSpPr>
        <p:spPr>
          <a:xfrm>
            <a:off x="731520" y="91440"/>
            <a:ext cx="9144000" cy="475488"/>
          </a:xfrm>
        </p:spPr>
        <p:txBody>
          <a:bodyPr wrap="square" anchor="t" anchorCtr="0"/>
          <a:lstStyle>
            <a:defPPr>
              <a:defRPr sz="2800" b="1">
                <a:solidFill>
                  <a:srgbClr val="FFFFFF"/>
                </a:solidFill>
              </a:defRPr>
            </a:defPPr>
          </a:lstStyle>
          <a:p>
            <a:r>
              <a:rPr lang="ja-JP"/>
              <a:t> </a:t>
            </a:r>
          </a:p>
        </p:txBody>
      </p:sp>
      <p:sp>
        <p:nvSpPr>
          <p:cNvPr id="8" name="SlideSubtitle.Header"/>
          <p:cNvSpPr>
            <a:spLocks noGrp="1"/>
          </p:cNvSpPr>
          <p:nvPr>
            <p:ph type="body" idx="16"/>
          </p:nvPr>
        </p:nvSpPr>
        <p:spPr>
          <a:xfrm>
            <a:off x="731520" y="658368"/>
            <a:ext cx="9144000" cy="274320"/>
          </a:xfrm>
        </p:spPr>
        <p:txBody>
          <a:bodyPr wrap="square" anchor="t" anchorCtr="0"/>
          <a:lstStyle>
            <a:defPPr>
              <a:defRPr sz="1200">
                <a:solidFill>
                  <a:srgbClr val="CADCFC"/>
                </a:solidFill>
              </a:defRPr>
            </a:defPPr>
          </a:lstStyle>
          <a:p>
            <a:r>
              <a:rPr lang="ja-JP"/>
              <a:t> </a:t>
            </a:r>
          </a:p>
        </p:txBody>
      </p:sp>
      <p:sp>
        <p:nvSpPr>
          <p:cNvPr id="9" name="Value1.Left"/>
          <p:cNvSpPr>
            <a:spLocks noGrp="1"/>
          </p:cNvSpPr>
          <p:nvPr>
            <p:ph type="body" idx="1"/>
          </p:nvPr>
        </p:nvSpPr>
        <p:spPr>
          <a:xfrm>
            <a:off x="1097280" y="1828800"/>
            <a:ext cx="4206240" cy="1645920"/>
          </a:xfrm>
        </p:spPr>
        <p:txBody>
          <a:bodyPr wrap="square" anchor="t" anchorCtr="0"/>
          <a:lstStyle>
            <a:defPPr algn="ctr">
              <a:defRPr sz="6000" b="1">
                <a:solidFill>
                  <a:srgbClr val="1E2761"/>
                </a:solidFill>
              </a:defRPr>
            </a:defPPr>
          </a:lstStyle>
          <a:p>
            <a:r>
              <a:rPr lang="ja-JP"/>
              <a:t> </a:t>
            </a:r>
          </a:p>
        </p:txBody>
      </p:sp>
      <p:sp>
        <p:nvSpPr>
          <p:cNvPr id="10" name="ValueLabel1.Left"/>
          <p:cNvSpPr>
            <a:spLocks noGrp="1"/>
          </p:cNvSpPr>
          <p:nvPr>
            <p:ph type="body" idx="2"/>
          </p:nvPr>
        </p:nvSpPr>
        <p:spPr>
          <a:xfrm>
            <a:off x="1097280" y="3566160"/>
            <a:ext cx="4206240" cy="2286000"/>
          </a:xfrm>
        </p:spPr>
        <p:txBody>
          <a:bodyPr wrap="square" anchor="t" anchorCtr="0"/>
          <a:lstStyle>
            <a:defPPr algn="ctr">
              <a:defRPr/>
            </a:defPPr>
          </a:lstStyle>
          <a:p>
            <a:r>
              <a:rPr lang="ja-JP"/>
              <a:t> </a:t>
            </a:r>
          </a:p>
        </p:txBody>
      </p:sp>
      <p:sp>
        <p:nvSpPr>
          <p:cNvPr id="11" name="Value2.Right"/>
          <p:cNvSpPr>
            <a:spLocks noGrp="1"/>
          </p:cNvSpPr>
          <p:nvPr>
            <p:ph type="body" idx="3"/>
          </p:nvPr>
        </p:nvSpPr>
        <p:spPr>
          <a:xfrm>
            <a:off x="6583680" y="1828800"/>
            <a:ext cx="4389120" cy="1645920"/>
          </a:xfrm>
        </p:spPr>
        <p:txBody>
          <a:bodyPr wrap="square" anchor="t" anchorCtr="0"/>
          <a:lstStyle>
            <a:defPPr algn="ctr">
              <a:defRPr sz="6000" b="1">
                <a:solidFill>
                  <a:srgbClr val="1E2761"/>
                </a:solidFill>
              </a:defRPr>
            </a:defPPr>
          </a:lstStyle>
          <a:p>
            <a:r>
              <a:rPr lang="ja-JP"/>
              <a:t> </a:t>
            </a:r>
          </a:p>
        </p:txBody>
      </p:sp>
      <p:sp>
        <p:nvSpPr>
          <p:cNvPr id="12" name="ValueLabel2.Right"/>
          <p:cNvSpPr>
            <a:spLocks noGrp="1"/>
          </p:cNvSpPr>
          <p:nvPr>
            <p:ph type="body" idx="4"/>
          </p:nvPr>
        </p:nvSpPr>
        <p:spPr>
          <a:xfrm>
            <a:off x="6583680" y="3566160"/>
            <a:ext cx="4389120" cy="2286000"/>
          </a:xfrm>
        </p:spPr>
        <p:txBody>
          <a:bodyPr wrap="square" anchor="t" anchorCtr="0"/>
          <a:lstStyle>
            <a:defPPr algn="ctr">
              <a:defRPr/>
            </a:defPPr>
          </a:lstStyle>
          <a:p>
            <a:r>
              <a:rPr lang="ja-JP"/>
              <a:t> </a:t>
            </a:r>
          </a:p>
        </p:txBody>
      </p:sp>
      <p:sp>
        <p:nvSpPr>
          <p:cNvPr id="13" name="SlideNum.Footer"/>
          <p:cNvSpPr>
            <a:spLocks noGrp="1"/>
          </p:cNvSpPr>
          <p:nvPr>
            <p:ph type="sldNum" idx="50"/>
          </p:nvPr>
        </p:nvSpPr>
        <p:spPr>
          <a:xfrm>
            <a:off x="10972800" y="6446520"/>
            <a:ext cx="1097280" cy="274320"/>
          </a:xfrm>
        </p:spPr>
        <p:txBody>
          <a:bodyPr wrap="square" anchor="t" anchorCtr="0"/>
          <a:lstStyle>
            <a:defPPr algn="r">
              <a:defRPr sz="1000">
                <a:solidFill>
                  <a:srgbClr val="94A3B8"/>
                </a:solidFill>
              </a:defRPr>
            </a:defPPr>
          </a:lstStyle>
          <a:p>
            <a:r>
              <a:rPr lang="ja-JP"/>
              <a:t> </a:t>
            </a:r>
          </a:p>
        </p:txBody>
      </p:sp>
    </p:spTree>
  </p:cSld>
  <p:clrMapOvr/>
</p:sldLayout>
</file>

<file path=ppt/slideLayouts/slideLayout16.xml><?xml version="1.0" encoding="utf-8"?>
<p:sldLayout xmlns:a="http://schemas.openxmlformats.org/drawingml/2006/main" xmlns:p="http://schemas.openxmlformats.org/presentationml/2006/main" xmlns:r="http://schemas.openxmlformats.org/officeDocument/2006/relationships" type="blank" preserve="1">
  <p:cSld name="KPI.3Value.Equ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Bar"/>
          <p:cNvSpPr>
            <a:spLocks xmlns:ns1="http://schemas.openxmlformats.org/drawingml/2006/main" noGrp="1" noSelect="0" noRot="1" noMove="1"/>
          </p:cNvSpPr>
          <p:nvPr/>
        </p:nvSpPr>
        <p:spPr>
          <a:xfrm xmlns:ns2="http://schemas.openxmlformats.org/drawingml/2006/main">
            <a:off x="0" y="0"/>
            <a:ext cx="12192000" cy="1051560"/>
          </a:xfrm>
          <a:prstGeom xmlns:ns3="http://schemas.openxmlformats.org/drawingml/2006/main" prst="rect"/>
          <a:solidFill xmlns:ns4="http://schemas.openxmlformats.org/drawingml/2006/main">
            <a:srgbClr val="1E2761"/>
          </a:solidFill>
          <a:ln xmlns:ns5="http://schemas.openxmlformats.org/drawingml/2006/main">
            <a:noFill/>
          </a:ln>
        </p:spPr>
      </p:sp>
      <p:sp>
        <p:nvSpPr>
          <p:cNvPr id="3" name="Card1"/>
          <p:cNvSpPr>
            <a:spLocks xmlns:ns1="http://schemas.openxmlformats.org/drawingml/2006/main" noGrp="1" noSelect="0" noRot="1" noMove="1"/>
          </p:cNvSpPr>
          <p:nvPr/>
        </p:nvSpPr>
        <p:spPr>
          <a:xfrm xmlns:ns2="http://schemas.openxmlformats.org/drawingml/2006/main">
            <a:off x="457200" y="1371600"/>
            <a:ext cx="3474720" cy="4754880"/>
          </a:xfrm>
          <a:prstGeom xmlns:ns3="http://schemas.openxmlformats.org/drawingml/2006/main" prst="roundRect">
            <a:avLst>
              <a:gd name="adj" fmla="val 10000"/>
            </a:avLst>
          </a:prstGeom>
          <a:solidFill xmlns:ns4="http://schemas.openxmlformats.org/drawingml/2006/main">
            <a:srgbClr val="EDF0F7"/>
          </a:solidFill>
          <a:ln xmlns:ns5="http://schemas.openxmlformats.org/drawingml/2006/main">
            <a:noFill/>
          </a:ln>
        </p:spPr>
      </p:sp>
      <p:sp>
        <p:nvSpPr>
          <p:cNvPr id="4" name="Card2"/>
          <p:cNvSpPr>
            <a:spLocks xmlns:ns1="http://schemas.openxmlformats.org/drawingml/2006/main" noGrp="1" noSelect="0" noRot="1" noMove="1"/>
          </p:cNvSpPr>
          <p:nvPr/>
        </p:nvSpPr>
        <p:spPr>
          <a:xfrm xmlns:ns2="http://schemas.openxmlformats.org/drawingml/2006/main">
            <a:off x="4206240" y="1371600"/>
            <a:ext cx="3657600" cy="4754880"/>
          </a:xfrm>
          <a:prstGeom xmlns:ns3="http://schemas.openxmlformats.org/drawingml/2006/main" prst="roundRect">
            <a:avLst>
              <a:gd name="adj" fmla="val 10000"/>
            </a:avLst>
          </a:prstGeom>
          <a:solidFill xmlns:ns4="http://schemas.openxmlformats.org/drawingml/2006/main">
            <a:srgbClr val="EDF0F7"/>
          </a:solidFill>
          <a:ln xmlns:ns5="http://schemas.openxmlformats.org/drawingml/2006/main">
            <a:noFill/>
          </a:ln>
        </p:spPr>
      </p:sp>
      <p:sp>
        <p:nvSpPr>
          <p:cNvPr id="5" name="Card3"/>
          <p:cNvSpPr>
            <a:spLocks xmlns:ns1="http://schemas.openxmlformats.org/drawingml/2006/main" noGrp="1" noSelect="0" noRot="1" noMove="1"/>
          </p:cNvSpPr>
          <p:nvPr/>
        </p:nvSpPr>
        <p:spPr>
          <a:xfrm xmlns:ns2="http://schemas.openxmlformats.org/drawingml/2006/main">
            <a:off x="8138160" y="1371600"/>
            <a:ext cx="3566160" cy="4754880"/>
          </a:xfrm>
          <a:prstGeom xmlns:ns3="http://schemas.openxmlformats.org/drawingml/2006/main" prst="roundRect">
            <a:avLst>
              <a:gd name="adj" fmla="val 10000"/>
            </a:avLst>
          </a:prstGeom>
          <a:solidFill xmlns:ns4="http://schemas.openxmlformats.org/drawingml/2006/main">
            <a:srgbClr val="EDF0F7"/>
          </a:solidFill>
          <a:ln xmlns:ns5="http://schemas.openxmlformats.org/drawingml/2006/main">
            <a:noFill/>
          </a:ln>
        </p:spPr>
      </p:sp>
      <p:sp>
        <p:nvSpPr>
          <p:cNvPr id="6" name="A1"/>
          <p:cNvSpPr>
            <a:spLocks xmlns:ns1="http://schemas.openxmlformats.org/drawingml/2006/main" noGrp="1" noSelect="0" noRot="1" noMove="1"/>
          </p:cNvSpPr>
          <p:nvPr/>
        </p:nvSpPr>
        <p:spPr>
          <a:xfrm xmlns:ns2="http://schemas.openxmlformats.org/drawingml/2006/main">
            <a:off x="457200" y="1371600"/>
            <a:ext cx="3474720" cy="54864"/>
          </a:xfrm>
          <a:prstGeom xmlns:ns3="http://schemas.openxmlformats.org/drawingml/2006/main" prst="rect"/>
          <a:solidFill xmlns:ns4="http://schemas.openxmlformats.org/drawingml/2006/main">
            <a:srgbClr val="3B82F6"/>
          </a:solidFill>
          <a:ln xmlns:ns5="http://schemas.openxmlformats.org/drawingml/2006/main">
            <a:noFill/>
          </a:ln>
        </p:spPr>
      </p:sp>
      <p:sp>
        <p:nvSpPr>
          <p:cNvPr id="7" name="A2"/>
          <p:cNvSpPr>
            <a:spLocks xmlns:ns1="http://schemas.openxmlformats.org/drawingml/2006/main" noGrp="1" noSelect="0" noRot="1" noMove="1"/>
          </p:cNvSpPr>
          <p:nvPr/>
        </p:nvSpPr>
        <p:spPr>
          <a:xfrm xmlns:ns2="http://schemas.openxmlformats.org/drawingml/2006/main">
            <a:off x="4206240" y="1371600"/>
            <a:ext cx="3657600" cy="54864"/>
          </a:xfrm>
          <a:prstGeom xmlns:ns3="http://schemas.openxmlformats.org/drawingml/2006/main" prst="rect"/>
          <a:solidFill xmlns:ns4="http://schemas.openxmlformats.org/drawingml/2006/main">
            <a:srgbClr val="06B6D4"/>
          </a:solidFill>
          <a:ln xmlns:ns5="http://schemas.openxmlformats.org/drawingml/2006/main">
            <a:noFill/>
          </a:ln>
        </p:spPr>
      </p:sp>
      <p:sp>
        <p:nvSpPr>
          <p:cNvPr id="8" name="A3"/>
          <p:cNvSpPr>
            <a:spLocks xmlns:ns1="http://schemas.openxmlformats.org/drawingml/2006/main" noGrp="1" noSelect="0" noRot="1" noMove="1"/>
          </p:cNvSpPr>
          <p:nvPr/>
        </p:nvSpPr>
        <p:spPr>
          <a:xfrm xmlns:ns2="http://schemas.openxmlformats.org/drawingml/2006/main">
            <a:off x="8138160" y="1371600"/>
            <a:ext cx="3566160" cy="54864"/>
          </a:xfrm>
          <a:prstGeom xmlns:ns3="http://schemas.openxmlformats.org/drawingml/2006/main" prst="rect"/>
          <a:solidFill xmlns:ns4="http://schemas.openxmlformats.org/drawingml/2006/main">
            <a:srgbClr val="F59E0B"/>
          </a:solidFill>
          <a:ln xmlns:ns5="http://schemas.openxmlformats.org/drawingml/2006/main">
            <a:noFill/>
          </a:ln>
        </p:spPr>
      </p:sp>
      <p:sp>
        <p:nvSpPr>
          <p:cNvPr id="9" name="SlideTitle.Header"/>
          <p:cNvSpPr>
            <a:spLocks noGrp="1"/>
          </p:cNvSpPr>
          <p:nvPr>
            <p:ph type="body" idx="15"/>
          </p:nvPr>
        </p:nvSpPr>
        <p:spPr>
          <a:xfrm>
            <a:off x="731520" y="91440"/>
            <a:ext cx="9144000" cy="475488"/>
          </a:xfrm>
        </p:spPr>
        <p:txBody>
          <a:bodyPr wrap="square" anchor="t" anchorCtr="0"/>
          <a:lstStyle>
            <a:defPPr>
              <a:defRPr sz="2800" b="1">
                <a:solidFill>
                  <a:srgbClr val="FFFFFF"/>
                </a:solidFill>
              </a:defRPr>
            </a:defPPr>
          </a:lstStyle>
          <a:p>
            <a:r>
              <a:rPr lang="ja-JP"/>
              <a:t> </a:t>
            </a:r>
          </a:p>
        </p:txBody>
      </p:sp>
      <p:sp>
        <p:nvSpPr>
          <p:cNvPr id="10" name="SlideSubtitle.Header"/>
          <p:cNvSpPr>
            <a:spLocks noGrp="1"/>
          </p:cNvSpPr>
          <p:nvPr>
            <p:ph type="body" idx="16"/>
          </p:nvPr>
        </p:nvSpPr>
        <p:spPr>
          <a:xfrm>
            <a:off x="731520" y="658368"/>
            <a:ext cx="9144000" cy="274320"/>
          </a:xfrm>
        </p:spPr>
        <p:txBody>
          <a:bodyPr wrap="square" anchor="t" anchorCtr="0"/>
          <a:lstStyle>
            <a:defPPr>
              <a:defRPr sz="1200">
                <a:solidFill>
                  <a:srgbClr val="CADCFC"/>
                </a:solidFill>
              </a:defRPr>
            </a:defPPr>
          </a:lstStyle>
          <a:p>
            <a:r>
              <a:rPr lang="ja-JP"/>
              <a:t> </a:t>
            </a:r>
          </a:p>
        </p:txBody>
      </p:sp>
      <p:sp>
        <p:nvSpPr>
          <p:cNvPr id="11" name="Value1"/>
          <p:cNvSpPr>
            <a:spLocks noGrp="1"/>
          </p:cNvSpPr>
          <p:nvPr>
            <p:ph type="body" idx="1"/>
          </p:nvPr>
        </p:nvSpPr>
        <p:spPr>
          <a:xfrm>
            <a:off x="731520" y="1828800"/>
            <a:ext cx="2926080" cy="1371600"/>
          </a:xfrm>
        </p:spPr>
        <p:txBody>
          <a:bodyPr wrap="square" anchor="t" anchorCtr="0"/>
          <a:lstStyle>
            <a:defPPr algn="ctr">
              <a:defRPr sz="5200" b="1">
                <a:solidFill>
                  <a:srgbClr val="1E2761"/>
                </a:solidFill>
              </a:defRPr>
            </a:defPPr>
          </a:lstStyle>
          <a:p>
            <a:r>
              <a:rPr lang="ja-JP"/>
              <a:t> </a:t>
            </a:r>
          </a:p>
        </p:txBody>
      </p:sp>
      <p:sp>
        <p:nvSpPr>
          <p:cNvPr id="12" name="Label1"/>
          <p:cNvSpPr>
            <a:spLocks noGrp="1"/>
          </p:cNvSpPr>
          <p:nvPr>
            <p:ph type="body" idx="2"/>
          </p:nvPr>
        </p:nvSpPr>
        <p:spPr>
          <a:xfrm>
            <a:off x="731520" y="3291840"/>
            <a:ext cx="2926080" cy="2560320"/>
          </a:xfrm>
        </p:spPr>
        <p:txBody>
          <a:bodyPr wrap="square" anchor="t" anchorCtr="0"/>
          <a:lstStyle>
            <a:defPPr algn="ctr">
              <a:defRPr sz="1300"/>
            </a:defPPr>
          </a:lstStyle>
          <a:p>
            <a:r>
              <a:rPr lang="ja-JP"/>
              <a:t> </a:t>
            </a:r>
          </a:p>
        </p:txBody>
      </p:sp>
      <p:sp>
        <p:nvSpPr>
          <p:cNvPr id="13" name="Value2"/>
          <p:cNvSpPr>
            <a:spLocks noGrp="1"/>
          </p:cNvSpPr>
          <p:nvPr>
            <p:ph type="body" idx="3"/>
          </p:nvPr>
        </p:nvSpPr>
        <p:spPr>
          <a:xfrm>
            <a:off x="4480560" y="1828800"/>
            <a:ext cx="3108960" cy="1371600"/>
          </a:xfrm>
        </p:spPr>
        <p:txBody>
          <a:bodyPr wrap="square" anchor="t" anchorCtr="0"/>
          <a:lstStyle>
            <a:defPPr algn="ctr">
              <a:defRPr sz="5200" b="1">
                <a:solidFill>
                  <a:srgbClr val="1E2761"/>
                </a:solidFill>
              </a:defRPr>
            </a:defPPr>
          </a:lstStyle>
          <a:p>
            <a:r>
              <a:rPr lang="ja-JP"/>
              <a:t> </a:t>
            </a:r>
          </a:p>
        </p:txBody>
      </p:sp>
      <p:sp>
        <p:nvSpPr>
          <p:cNvPr id="14" name="Label2"/>
          <p:cNvSpPr>
            <a:spLocks noGrp="1"/>
          </p:cNvSpPr>
          <p:nvPr>
            <p:ph type="body" idx="4"/>
          </p:nvPr>
        </p:nvSpPr>
        <p:spPr>
          <a:xfrm>
            <a:off x="4480560" y="3291840"/>
            <a:ext cx="3108960" cy="2560320"/>
          </a:xfrm>
        </p:spPr>
        <p:txBody>
          <a:bodyPr wrap="square" anchor="t" anchorCtr="0"/>
          <a:lstStyle>
            <a:defPPr algn="ctr">
              <a:defRPr sz="1300"/>
            </a:defPPr>
          </a:lstStyle>
          <a:p>
            <a:r>
              <a:rPr lang="ja-JP"/>
              <a:t> </a:t>
            </a:r>
          </a:p>
        </p:txBody>
      </p:sp>
      <p:sp>
        <p:nvSpPr>
          <p:cNvPr id="15" name="Value3"/>
          <p:cNvSpPr>
            <a:spLocks noGrp="1"/>
          </p:cNvSpPr>
          <p:nvPr>
            <p:ph type="body" idx="5"/>
          </p:nvPr>
        </p:nvSpPr>
        <p:spPr>
          <a:xfrm>
            <a:off x="8412480" y="1828800"/>
            <a:ext cx="3017520" cy="1371600"/>
          </a:xfrm>
        </p:spPr>
        <p:txBody>
          <a:bodyPr wrap="square" anchor="t" anchorCtr="0"/>
          <a:lstStyle>
            <a:defPPr algn="ctr">
              <a:defRPr sz="5200" b="1">
                <a:solidFill>
                  <a:srgbClr val="1E2761"/>
                </a:solidFill>
              </a:defRPr>
            </a:defPPr>
          </a:lstStyle>
          <a:p>
            <a:r>
              <a:rPr lang="ja-JP"/>
              <a:t> </a:t>
            </a:r>
          </a:p>
        </p:txBody>
      </p:sp>
      <p:sp>
        <p:nvSpPr>
          <p:cNvPr id="16" name="Label3"/>
          <p:cNvSpPr>
            <a:spLocks noGrp="1"/>
          </p:cNvSpPr>
          <p:nvPr>
            <p:ph type="body" idx="6"/>
          </p:nvPr>
        </p:nvSpPr>
        <p:spPr>
          <a:xfrm>
            <a:off x="8412480" y="3291840"/>
            <a:ext cx="3017520" cy="2560320"/>
          </a:xfrm>
        </p:spPr>
        <p:txBody>
          <a:bodyPr wrap="square" anchor="t" anchorCtr="0"/>
          <a:lstStyle>
            <a:defPPr algn="ctr">
              <a:defRPr sz="1300"/>
            </a:defPPr>
          </a:lstStyle>
          <a:p>
            <a:r>
              <a:rPr lang="ja-JP"/>
              <a:t> </a:t>
            </a:r>
          </a:p>
        </p:txBody>
      </p:sp>
      <p:sp>
        <p:nvSpPr>
          <p:cNvPr id="17" name="SlideNum.Footer"/>
          <p:cNvSpPr>
            <a:spLocks noGrp="1"/>
          </p:cNvSpPr>
          <p:nvPr>
            <p:ph type="sldNum" idx="50"/>
          </p:nvPr>
        </p:nvSpPr>
        <p:spPr>
          <a:xfrm>
            <a:off x="10972800" y="6446520"/>
            <a:ext cx="1097280" cy="274320"/>
          </a:xfrm>
        </p:spPr>
        <p:txBody>
          <a:bodyPr wrap="square" anchor="t" anchorCtr="0"/>
          <a:lstStyle>
            <a:defPPr algn="r">
              <a:defRPr sz="1000">
                <a:solidFill>
                  <a:srgbClr val="94A3B8"/>
                </a:solidFill>
              </a:defRPr>
            </a:defPPr>
          </a:lstStyle>
          <a:p>
            <a:r>
              <a:rPr lang="ja-JP"/>
              <a:t> </a:t>
            </a:r>
          </a:p>
        </p:txBody>
      </p:sp>
    </p:spTree>
  </p:cSld>
  <p:clrMapOvr/>
</p:sldLayout>
</file>

<file path=ppt/slideLayouts/slideLayout17.xml><?xml version="1.0" encoding="utf-8"?>
<p:sldLayout xmlns:a="http://schemas.openxmlformats.org/drawingml/2006/main" xmlns:p="http://schemas.openxmlformats.org/presentationml/2006/main" xmlns:r="http://schemas.openxmlformats.org/officeDocument/2006/relationships" type="blank" preserve="1">
  <p:cSld name="KPI.4Value.Gri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Bar"/>
          <p:cNvSpPr>
            <a:spLocks xmlns:ns1="http://schemas.openxmlformats.org/drawingml/2006/main" noGrp="1" noSelect="0" noRot="1" noMove="1"/>
          </p:cNvSpPr>
          <p:nvPr/>
        </p:nvSpPr>
        <p:spPr>
          <a:xfrm xmlns:ns2="http://schemas.openxmlformats.org/drawingml/2006/main">
            <a:off x="0" y="0"/>
            <a:ext cx="12192000" cy="1051560"/>
          </a:xfrm>
          <a:prstGeom xmlns:ns3="http://schemas.openxmlformats.org/drawingml/2006/main" prst="rect"/>
          <a:solidFill xmlns:ns4="http://schemas.openxmlformats.org/drawingml/2006/main">
            <a:srgbClr val="1E2761"/>
          </a:solidFill>
          <a:ln xmlns:ns5="http://schemas.openxmlformats.org/drawingml/2006/main">
            <a:noFill/>
          </a:ln>
        </p:spPr>
      </p:sp>
      <p:sp>
        <p:nvSpPr>
          <p:cNvPr id="3" name="TL"/>
          <p:cNvSpPr>
            <a:spLocks xmlns:ns1="http://schemas.openxmlformats.org/drawingml/2006/main" noGrp="1" noSelect="0" noRot="1" noMove="1"/>
          </p:cNvSpPr>
          <p:nvPr/>
        </p:nvSpPr>
        <p:spPr>
          <a:xfrm xmlns:ns2="http://schemas.openxmlformats.org/drawingml/2006/main">
            <a:off x="457200" y="1280160"/>
            <a:ext cx="5303520" cy="2286000"/>
          </a:xfrm>
          <a:prstGeom xmlns:ns3="http://schemas.openxmlformats.org/drawingml/2006/main" prst="roundRect">
            <a:avLst>
              <a:gd name="adj" fmla="val 8000"/>
            </a:avLst>
          </a:prstGeom>
          <a:solidFill xmlns:ns4="http://schemas.openxmlformats.org/drawingml/2006/main">
            <a:srgbClr val="EDF0F7"/>
          </a:solidFill>
          <a:ln xmlns:ns5="http://schemas.openxmlformats.org/drawingml/2006/main">
            <a:noFill/>
          </a:ln>
        </p:spPr>
      </p:sp>
      <p:sp>
        <p:nvSpPr>
          <p:cNvPr id="4" name="TR"/>
          <p:cNvSpPr>
            <a:spLocks xmlns:ns1="http://schemas.openxmlformats.org/drawingml/2006/main" noGrp="1" noSelect="0" noRot="1" noMove="1"/>
          </p:cNvSpPr>
          <p:nvPr/>
        </p:nvSpPr>
        <p:spPr>
          <a:xfrm xmlns:ns2="http://schemas.openxmlformats.org/drawingml/2006/main">
            <a:off x="6126480" y="1280160"/>
            <a:ext cx="5394960" cy="2286000"/>
          </a:xfrm>
          <a:prstGeom xmlns:ns3="http://schemas.openxmlformats.org/drawingml/2006/main" prst="roundRect">
            <a:avLst>
              <a:gd name="adj" fmla="val 8000"/>
            </a:avLst>
          </a:prstGeom>
          <a:solidFill xmlns:ns4="http://schemas.openxmlformats.org/drawingml/2006/main">
            <a:srgbClr val="EDF0F7"/>
          </a:solidFill>
          <a:ln xmlns:ns5="http://schemas.openxmlformats.org/drawingml/2006/main">
            <a:noFill/>
          </a:ln>
        </p:spPr>
      </p:sp>
      <p:sp>
        <p:nvSpPr>
          <p:cNvPr id="5" name="BL"/>
          <p:cNvSpPr>
            <a:spLocks xmlns:ns1="http://schemas.openxmlformats.org/drawingml/2006/main" noGrp="1" noSelect="0" noRot="1" noMove="1"/>
          </p:cNvSpPr>
          <p:nvPr/>
        </p:nvSpPr>
        <p:spPr>
          <a:xfrm xmlns:ns2="http://schemas.openxmlformats.org/drawingml/2006/main">
            <a:off x="457200" y="3840480"/>
            <a:ext cx="5303520" cy="2286000"/>
          </a:xfrm>
          <a:prstGeom xmlns:ns3="http://schemas.openxmlformats.org/drawingml/2006/main" prst="roundRect">
            <a:avLst>
              <a:gd name="adj" fmla="val 8000"/>
            </a:avLst>
          </a:prstGeom>
          <a:solidFill xmlns:ns4="http://schemas.openxmlformats.org/drawingml/2006/main">
            <a:srgbClr val="EDF0F7"/>
          </a:solidFill>
          <a:ln xmlns:ns5="http://schemas.openxmlformats.org/drawingml/2006/main">
            <a:noFill/>
          </a:ln>
        </p:spPr>
      </p:sp>
      <p:sp>
        <p:nvSpPr>
          <p:cNvPr id="6" name="BR"/>
          <p:cNvSpPr>
            <a:spLocks xmlns:ns1="http://schemas.openxmlformats.org/drawingml/2006/main" noGrp="1" noSelect="0" noRot="1" noMove="1"/>
          </p:cNvSpPr>
          <p:nvPr/>
        </p:nvSpPr>
        <p:spPr>
          <a:xfrm xmlns:ns2="http://schemas.openxmlformats.org/drawingml/2006/main">
            <a:off x="6126480" y="3840480"/>
            <a:ext cx="5394960" cy="2286000"/>
          </a:xfrm>
          <a:prstGeom xmlns:ns3="http://schemas.openxmlformats.org/drawingml/2006/main" prst="roundRect">
            <a:avLst>
              <a:gd name="adj" fmla="val 8000"/>
            </a:avLst>
          </a:prstGeom>
          <a:solidFill xmlns:ns4="http://schemas.openxmlformats.org/drawingml/2006/main">
            <a:srgbClr val="EDF0F7"/>
          </a:solidFill>
          <a:ln xmlns:ns5="http://schemas.openxmlformats.org/drawingml/2006/main">
            <a:noFill/>
          </a:ln>
        </p:spPr>
      </p:sp>
      <p:sp>
        <p:nvSpPr>
          <p:cNvPr id="7" name="A1"/>
          <p:cNvSpPr>
            <a:spLocks xmlns:ns1="http://schemas.openxmlformats.org/drawingml/2006/main" noGrp="1" noSelect="0" noRot="1" noMove="1"/>
          </p:cNvSpPr>
          <p:nvPr/>
        </p:nvSpPr>
        <p:spPr>
          <a:xfrm xmlns:ns2="http://schemas.openxmlformats.org/drawingml/2006/main">
            <a:off x="457200" y="1280160"/>
            <a:ext cx="54864" cy="2286000"/>
          </a:xfrm>
          <a:prstGeom xmlns:ns3="http://schemas.openxmlformats.org/drawingml/2006/main" prst="rect"/>
          <a:solidFill xmlns:ns4="http://schemas.openxmlformats.org/drawingml/2006/main">
            <a:srgbClr val="3B82F6"/>
          </a:solidFill>
          <a:ln xmlns:ns5="http://schemas.openxmlformats.org/drawingml/2006/main">
            <a:noFill/>
          </a:ln>
        </p:spPr>
      </p:sp>
      <p:sp>
        <p:nvSpPr>
          <p:cNvPr id="8" name="A2"/>
          <p:cNvSpPr>
            <a:spLocks xmlns:ns1="http://schemas.openxmlformats.org/drawingml/2006/main" noGrp="1" noSelect="0" noRot="1" noMove="1"/>
          </p:cNvSpPr>
          <p:nvPr/>
        </p:nvSpPr>
        <p:spPr>
          <a:xfrm xmlns:ns2="http://schemas.openxmlformats.org/drawingml/2006/main">
            <a:off x="6126480" y="1280160"/>
            <a:ext cx="54864" cy="2286000"/>
          </a:xfrm>
          <a:prstGeom xmlns:ns3="http://schemas.openxmlformats.org/drawingml/2006/main" prst="rect"/>
          <a:solidFill xmlns:ns4="http://schemas.openxmlformats.org/drawingml/2006/main">
            <a:srgbClr val="06B6D4"/>
          </a:solidFill>
          <a:ln xmlns:ns5="http://schemas.openxmlformats.org/drawingml/2006/main">
            <a:noFill/>
          </a:ln>
        </p:spPr>
      </p:sp>
      <p:sp>
        <p:nvSpPr>
          <p:cNvPr id="9" name="A3"/>
          <p:cNvSpPr>
            <a:spLocks xmlns:ns1="http://schemas.openxmlformats.org/drawingml/2006/main" noGrp="1" noSelect="0" noRot="1" noMove="1"/>
          </p:cNvSpPr>
          <p:nvPr/>
        </p:nvSpPr>
        <p:spPr>
          <a:xfrm xmlns:ns2="http://schemas.openxmlformats.org/drawingml/2006/main">
            <a:off x="457200" y="3840480"/>
            <a:ext cx="54864" cy="2286000"/>
          </a:xfrm>
          <a:prstGeom xmlns:ns3="http://schemas.openxmlformats.org/drawingml/2006/main" prst="rect"/>
          <a:solidFill xmlns:ns4="http://schemas.openxmlformats.org/drawingml/2006/main">
            <a:srgbClr val="F59E0B"/>
          </a:solidFill>
          <a:ln xmlns:ns5="http://schemas.openxmlformats.org/drawingml/2006/main">
            <a:noFill/>
          </a:ln>
        </p:spPr>
      </p:sp>
      <p:sp>
        <p:nvSpPr>
          <p:cNvPr id="10" name="A4"/>
          <p:cNvSpPr>
            <a:spLocks xmlns:ns1="http://schemas.openxmlformats.org/drawingml/2006/main" noGrp="1" noSelect="0" noRot="1" noMove="1"/>
          </p:cNvSpPr>
          <p:nvPr/>
        </p:nvSpPr>
        <p:spPr>
          <a:xfrm xmlns:ns2="http://schemas.openxmlformats.org/drawingml/2006/main">
            <a:off x="6126480" y="3840480"/>
            <a:ext cx="54864" cy="2286000"/>
          </a:xfrm>
          <a:prstGeom xmlns:ns3="http://schemas.openxmlformats.org/drawingml/2006/main" prst="rect"/>
          <a:solidFill xmlns:ns4="http://schemas.openxmlformats.org/drawingml/2006/main">
            <a:srgbClr val="2563EB"/>
          </a:solidFill>
          <a:ln xmlns:ns5="http://schemas.openxmlformats.org/drawingml/2006/main">
            <a:noFill/>
          </a:ln>
        </p:spPr>
      </p:sp>
      <p:sp>
        <p:nvSpPr>
          <p:cNvPr id="11" name="SlideTitle.Header"/>
          <p:cNvSpPr>
            <a:spLocks noGrp="1"/>
          </p:cNvSpPr>
          <p:nvPr>
            <p:ph type="body" idx="15"/>
          </p:nvPr>
        </p:nvSpPr>
        <p:spPr>
          <a:xfrm>
            <a:off x="731520" y="91440"/>
            <a:ext cx="9144000" cy="475488"/>
          </a:xfrm>
        </p:spPr>
        <p:txBody>
          <a:bodyPr wrap="square" anchor="t" anchorCtr="0"/>
          <a:lstStyle>
            <a:defPPr>
              <a:defRPr sz="2800" b="1">
                <a:solidFill>
                  <a:srgbClr val="FFFFFF"/>
                </a:solidFill>
              </a:defRPr>
            </a:defPPr>
          </a:lstStyle>
          <a:p>
            <a:r>
              <a:rPr lang="ja-JP"/>
              <a:t> </a:t>
            </a:r>
          </a:p>
        </p:txBody>
      </p:sp>
      <p:sp>
        <p:nvSpPr>
          <p:cNvPr id="12" name="SlideSubtitle.Header"/>
          <p:cNvSpPr>
            <a:spLocks noGrp="1"/>
          </p:cNvSpPr>
          <p:nvPr>
            <p:ph type="body" idx="16"/>
          </p:nvPr>
        </p:nvSpPr>
        <p:spPr>
          <a:xfrm>
            <a:off x="731520" y="658368"/>
            <a:ext cx="9144000" cy="274320"/>
          </a:xfrm>
        </p:spPr>
        <p:txBody>
          <a:bodyPr wrap="square" anchor="t" anchorCtr="0"/>
          <a:lstStyle>
            <a:defPPr>
              <a:defRPr sz="1200">
                <a:solidFill>
                  <a:srgbClr val="CADCFC"/>
                </a:solidFill>
              </a:defRPr>
            </a:defPPr>
          </a:lstStyle>
          <a:p>
            <a:r>
              <a:rPr lang="ja-JP"/>
              <a:t> </a:t>
            </a:r>
          </a:p>
        </p:txBody>
      </p:sp>
      <p:sp>
        <p:nvSpPr>
          <p:cNvPr id="13" name="Value1.TL"/>
          <p:cNvSpPr>
            <a:spLocks noGrp="1"/>
          </p:cNvSpPr>
          <p:nvPr>
            <p:ph type="body" idx="1"/>
          </p:nvPr>
        </p:nvSpPr>
        <p:spPr>
          <a:xfrm>
            <a:off x="914400" y="1463040"/>
            <a:ext cx="4389120" cy="1828800"/>
          </a:xfrm>
        </p:spPr>
        <p:txBody>
          <a:bodyPr wrap="square" anchor="t" anchorCtr="0"/>
          <a:lstStyle/>
          <a:p>
            <a:r>
              <a:rPr lang="ja-JP"/>
              <a:t> </a:t>
            </a:r>
          </a:p>
        </p:txBody>
      </p:sp>
      <p:sp>
        <p:nvSpPr>
          <p:cNvPr id="14" name="Value2.TR"/>
          <p:cNvSpPr>
            <a:spLocks noGrp="1"/>
          </p:cNvSpPr>
          <p:nvPr>
            <p:ph type="body" idx="2"/>
          </p:nvPr>
        </p:nvSpPr>
        <p:spPr>
          <a:xfrm>
            <a:off x="6583680" y="1463040"/>
            <a:ext cx="4572000" cy="1828800"/>
          </a:xfrm>
        </p:spPr>
        <p:txBody>
          <a:bodyPr wrap="square" anchor="t" anchorCtr="0"/>
          <a:lstStyle/>
          <a:p>
            <a:r>
              <a:rPr lang="ja-JP"/>
              <a:t> </a:t>
            </a:r>
          </a:p>
        </p:txBody>
      </p:sp>
      <p:sp>
        <p:nvSpPr>
          <p:cNvPr id="15" name="Value3.BL"/>
          <p:cNvSpPr>
            <a:spLocks noGrp="1"/>
          </p:cNvSpPr>
          <p:nvPr>
            <p:ph type="body" idx="3"/>
          </p:nvPr>
        </p:nvSpPr>
        <p:spPr>
          <a:xfrm>
            <a:off x="914400" y="4023360"/>
            <a:ext cx="4389120" cy="1828800"/>
          </a:xfrm>
        </p:spPr>
        <p:txBody>
          <a:bodyPr wrap="square" anchor="t" anchorCtr="0"/>
          <a:lstStyle/>
          <a:p>
            <a:r>
              <a:rPr lang="ja-JP"/>
              <a:t> </a:t>
            </a:r>
          </a:p>
        </p:txBody>
      </p:sp>
      <p:sp>
        <p:nvSpPr>
          <p:cNvPr id="16" name="Value4.BR"/>
          <p:cNvSpPr>
            <a:spLocks noGrp="1"/>
          </p:cNvSpPr>
          <p:nvPr>
            <p:ph type="body" idx="4"/>
          </p:nvPr>
        </p:nvSpPr>
        <p:spPr>
          <a:xfrm>
            <a:off x="6583680" y="4023360"/>
            <a:ext cx="4572000" cy="1828800"/>
          </a:xfrm>
        </p:spPr>
        <p:txBody>
          <a:bodyPr wrap="square" anchor="t" anchorCtr="0"/>
          <a:lstStyle/>
          <a:p>
            <a:r>
              <a:rPr lang="ja-JP"/>
              <a:t> </a:t>
            </a:r>
          </a:p>
        </p:txBody>
      </p:sp>
      <p:sp>
        <p:nvSpPr>
          <p:cNvPr id="17" name="SlideNum.Footer"/>
          <p:cNvSpPr>
            <a:spLocks noGrp="1"/>
          </p:cNvSpPr>
          <p:nvPr>
            <p:ph type="sldNum" idx="50"/>
          </p:nvPr>
        </p:nvSpPr>
        <p:spPr>
          <a:xfrm>
            <a:off x="10972800" y="6446520"/>
            <a:ext cx="1097280" cy="274320"/>
          </a:xfrm>
        </p:spPr>
        <p:txBody>
          <a:bodyPr wrap="square" anchor="t" anchorCtr="0"/>
          <a:lstStyle>
            <a:defPPr algn="r">
              <a:defRPr sz="1000">
                <a:solidFill>
                  <a:srgbClr val="94A3B8"/>
                </a:solidFill>
              </a:defRPr>
            </a:defPPr>
          </a:lstStyle>
          <a:p>
            <a:r>
              <a:rPr lang="ja-JP"/>
              <a:t> </a:t>
            </a:r>
          </a:p>
        </p:txBody>
      </p:sp>
    </p:spTree>
  </p:cSld>
  <p:clrMapOvr/>
</p:sldLayout>
</file>

<file path=ppt/slideLayouts/slideLayout18.xml><?xml version="1.0" encoding="utf-8"?>
<p:sldLayout xmlns:a="http://schemas.openxmlformats.org/drawingml/2006/main" xmlns:p="http://schemas.openxmlformats.org/presentationml/2006/main" xmlns:r="http://schemas.openxmlformats.org/officeDocument/2006/relationships" type="blank" preserve="1">
  <p:cSld name="Chart.1Chart.Sing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Bar"/>
          <p:cNvSpPr>
            <a:spLocks xmlns:ns1="http://schemas.openxmlformats.org/drawingml/2006/main" noGrp="1" noSelect="0" noRot="1" noMove="1"/>
          </p:cNvSpPr>
          <p:nvPr/>
        </p:nvSpPr>
        <p:spPr>
          <a:xfrm xmlns:ns2="http://schemas.openxmlformats.org/drawingml/2006/main">
            <a:off x="0" y="0"/>
            <a:ext cx="12192000" cy="1051560"/>
          </a:xfrm>
          <a:prstGeom xmlns:ns3="http://schemas.openxmlformats.org/drawingml/2006/main" prst="rect"/>
          <a:solidFill xmlns:ns4="http://schemas.openxmlformats.org/drawingml/2006/main">
            <a:srgbClr val="1E2761"/>
          </a:solidFill>
          <a:ln xmlns:ns5="http://schemas.openxmlformats.org/drawingml/2006/main">
            <a:noFill/>
          </a:ln>
        </p:spPr>
      </p:sp>
      <p:sp>
        <p:nvSpPr>
          <p:cNvPr id="3" name="ChartArea"/>
          <p:cNvSpPr>
            <a:spLocks xmlns:ns1="http://schemas.openxmlformats.org/drawingml/2006/main" noGrp="1" noSelect="0" noRot="1" noMove="1"/>
          </p:cNvSpPr>
          <p:nvPr/>
        </p:nvSpPr>
        <p:spPr>
          <a:xfrm xmlns:ns2="http://schemas.openxmlformats.org/drawingml/2006/main">
            <a:off x="457200" y="1280160"/>
            <a:ext cx="11247120" cy="4937760"/>
          </a:xfrm>
          <a:prstGeom xmlns:ns3="http://schemas.openxmlformats.org/drawingml/2006/main" prst="roundRect">
            <a:avLst>
              <a:gd name="adj" fmla="val 6000"/>
            </a:avLst>
          </a:prstGeom>
          <a:solidFill xmlns:ns4="http://schemas.openxmlformats.org/drawingml/2006/main">
            <a:srgbClr val="EDF0F7"/>
          </a:solidFill>
          <a:ln xmlns:ns5="http://schemas.openxmlformats.org/drawingml/2006/main">
            <a:noFill/>
          </a:ln>
        </p:spPr>
      </p:sp>
      <p:sp>
        <p:nvSpPr>
          <p:cNvPr id="4" name="SlideTitle.Header"/>
          <p:cNvSpPr>
            <a:spLocks noGrp="1"/>
          </p:cNvSpPr>
          <p:nvPr>
            <p:ph type="body" idx="15"/>
          </p:nvPr>
        </p:nvSpPr>
        <p:spPr>
          <a:xfrm>
            <a:off x="731520" y="91440"/>
            <a:ext cx="9144000" cy="475488"/>
          </a:xfrm>
        </p:spPr>
        <p:txBody>
          <a:bodyPr wrap="square" anchor="t" anchorCtr="0"/>
          <a:lstStyle>
            <a:defPPr>
              <a:defRPr sz="2800" b="1">
                <a:solidFill>
                  <a:srgbClr val="FFFFFF"/>
                </a:solidFill>
              </a:defRPr>
            </a:defPPr>
          </a:lstStyle>
          <a:p>
            <a:r>
              <a:rPr lang="ja-JP"/>
              <a:t> </a:t>
            </a:r>
          </a:p>
        </p:txBody>
      </p:sp>
      <p:sp>
        <p:nvSpPr>
          <p:cNvPr id="5" name="SlideSubtitle.Header"/>
          <p:cNvSpPr>
            <a:spLocks noGrp="1"/>
          </p:cNvSpPr>
          <p:nvPr>
            <p:ph type="body" idx="16"/>
          </p:nvPr>
        </p:nvSpPr>
        <p:spPr>
          <a:xfrm>
            <a:off x="731520" y="658368"/>
            <a:ext cx="9144000" cy="274320"/>
          </a:xfrm>
        </p:spPr>
        <p:txBody>
          <a:bodyPr wrap="square" anchor="t" anchorCtr="0"/>
          <a:lstStyle>
            <a:defPPr>
              <a:defRPr sz="1200">
                <a:solidFill>
                  <a:srgbClr val="CADCFC"/>
                </a:solidFill>
              </a:defRPr>
            </a:defPPr>
          </a:lstStyle>
          <a:p>
            <a:r>
              <a:rPr lang="ja-JP"/>
              <a:t> </a:t>
            </a:r>
          </a:p>
        </p:txBody>
      </p:sp>
      <p:sp>
        <p:nvSpPr>
          <p:cNvPr id="6" name="Body.Center"/>
          <p:cNvSpPr>
            <a:spLocks noGrp="1"/>
          </p:cNvSpPr>
          <p:nvPr>
            <p:ph type="body" idx="1"/>
          </p:nvPr>
        </p:nvSpPr>
        <p:spPr>
          <a:xfrm>
            <a:off x="731520" y="1463040"/>
            <a:ext cx="10698480" cy="4572000"/>
          </a:xfrm>
        </p:spPr>
        <p:txBody>
          <a:bodyPr wrap="square" anchor="t" anchorCtr="0"/>
          <a:lstStyle>
            <a:defPPr algn="ctr">
              <a:defRPr>
                <a:solidFill>
                  <a:srgbClr val="94A3B8"/>
                </a:solidFill>
              </a:defRPr>
            </a:defPPr>
          </a:lstStyle>
          <a:p>
            <a:r>
              <a:rPr lang="ja-JP"/>
              <a:t> </a:t>
            </a:r>
          </a:p>
        </p:txBody>
      </p:sp>
      <p:sp>
        <p:nvSpPr>
          <p:cNvPr id="7" name="SlideNum.Footer"/>
          <p:cNvSpPr>
            <a:spLocks noGrp="1"/>
          </p:cNvSpPr>
          <p:nvPr>
            <p:ph type="sldNum" idx="50"/>
          </p:nvPr>
        </p:nvSpPr>
        <p:spPr>
          <a:xfrm>
            <a:off x="10972800" y="6446520"/>
            <a:ext cx="1097280" cy="274320"/>
          </a:xfrm>
        </p:spPr>
        <p:txBody>
          <a:bodyPr wrap="square" anchor="t" anchorCtr="0"/>
          <a:lstStyle>
            <a:defPPr algn="r">
              <a:defRPr sz="1000">
                <a:solidFill>
                  <a:srgbClr val="94A3B8"/>
                </a:solidFill>
              </a:defRPr>
            </a:defPPr>
          </a:lstStyle>
          <a:p>
            <a:r>
              <a:rPr lang="ja-JP"/>
              <a:t> </a:t>
            </a:r>
          </a:p>
        </p:txBody>
      </p:sp>
    </p:spTree>
  </p:cSld>
  <p:clrMapOvr/>
</p:sldLayout>
</file>

<file path=ppt/slideLayouts/slideLayout19.xml><?xml version="1.0" encoding="utf-8"?>
<p:sldLayout xmlns:a="http://schemas.openxmlformats.org/drawingml/2006/main" xmlns:p="http://schemas.openxmlformats.org/presentationml/2006/main" xmlns:r="http://schemas.openxmlformats.org/officeDocument/2006/relationships" type="blank" preserve="1">
  <p:cSld name="Chart.1Chart.Single+1Analysi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Bar"/>
          <p:cNvSpPr>
            <a:spLocks xmlns:ns1="http://schemas.openxmlformats.org/drawingml/2006/main" noGrp="1" noSelect="0" noRot="1" noMove="1"/>
          </p:cNvSpPr>
          <p:nvPr/>
        </p:nvSpPr>
        <p:spPr>
          <a:xfrm xmlns:ns2="http://schemas.openxmlformats.org/drawingml/2006/main">
            <a:off x="0" y="0"/>
            <a:ext cx="12192000" cy="1051560"/>
          </a:xfrm>
          <a:prstGeom xmlns:ns3="http://schemas.openxmlformats.org/drawingml/2006/main" prst="rect"/>
          <a:solidFill xmlns:ns4="http://schemas.openxmlformats.org/drawingml/2006/main">
            <a:srgbClr val="1E2761"/>
          </a:solidFill>
          <a:ln xmlns:ns5="http://schemas.openxmlformats.org/drawingml/2006/main">
            <a:noFill/>
          </a:ln>
        </p:spPr>
      </p:sp>
      <p:sp>
        <p:nvSpPr>
          <p:cNvPr id="3" name="ChartArea"/>
          <p:cNvSpPr>
            <a:spLocks xmlns:ns1="http://schemas.openxmlformats.org/drawingml/2006/main" noGrp="1" noSelect="0" noRot="1" noMove="1"/>
          </p:cNvSpPr>
          <p:nvPr/>
        </p:nvSpPr>
        <p:spPr>
          <a:xfrm xmlns:ns2="http://schemas.openxmlformats.org/drawingml/2006/main">
            <a:off x="457200" y="1280160"/>
            <a:ext cx="6858000" cy="4937760"/>
          </a:xfrm>
          <a:prstGeom xmlns:ns3="http://schemas.openxmlformats.org/drawingml/2006/main" prst="roundRect">
            <a:avLst>
              <a:gd name="adj" fmla="val 6000"/>
            </a:avLst>
          </a:prstGeom>
          <a:solidFill xmlns:ns4="http://schemas.openxmlformats.org/drawingml/2006/main">
            <a:srgbClr val="EDF0F7"/>
          </a:solidFill>
          <a:ln xmlns:ns5="http://schemas.openxmlformats.org/drawingml/2006/main">
            <a:noFill/>
          </a:ln>
        </p:spPr>
      </p:sp>
      <p:sp>
        <p:nvSpPr>
          <p:cNvPr id="4" name="SlideTitle.Header"/>
          <p:cNvSpPr>
            <a:spLocks noGrp="1"/>
          </p:cNvSpPr>
          <p:nvPr>
            <p:ph type="body" idx="15"/>
          </p:nvPr>
        </p:nvSpPr>
        <p:spPr>
          <a:xfrm>
            <a:off x="731520" y="91440"/>
            <a:ext cx="9144000" cy="475488"/>
          </a:xfrm>
        </p:spPr>
        <p:txBody>
          <a:bodyPr wrap="square" anchor="t" anchorCtr="0"/>
          <a:lstStyle>
            <a:defPPr>
              <a:defRPr sz="2800" b="1">
                <a:solidFill>
                  <a:srgbClr val="FFFFFF"/>
                </a:solidFill>
              </a:defRPr>
            </a:defPPr>
          </a:lstStyle>
          <a:p>
            <a:r>
              <a:rPr lang="ja-JP"/>
              <a:t> </a:t>
            </a:r>
          </a:p>
        </p:txBody>
      </p:sp>
      <p:sp>
        <p:nvSpPr>
          <p:cNvPr id="5" name="SlideSubtitle.Header"/>
          <p:cNvSpPr>
            <a:spLocks noGrp="1"/>
          </p:cNvSpPr>
          <p:nvPr>
            <p:ph type="body" idx="16"/>
          </p:nvPr>
        </p:nvSpPr>
        <p:spPr>
          <a:xfrm>
            <a:off x="731520" y="658368"/>
            <a:ext cx="9144000" cy="274320"/>
          </a:xfrm>
        </p:spPr>
        <p:txBody>
          <a:bodyPr wrap="square" anchor="t" anchorCtr="0"/>
          <a:lstStyle>
            <a:defPPr>
              <a:defRPr sz="1200">
                <a:solidFill>
                  <a:srgbClr val="CADCFC"/>
                </a:solidFill>
              </a:defRPr>
            </a:defPPr>
          </a:lstStyle>
          <a:p>
            <a:r>
              <a:rPr lang="ja-JP"/>
              <a:t> </a:t>
            </a:r>
          </a:p>
        </p:txBody>
      </p:sp>
      <p:sp>
        <p:nvSpPr>
          <p:cNvPr id="6" name="Body.Left"/>
          <p:cNvSpPr>
            <a:spLocks noGrp="1"/>
          </p:cNvSpPr>
          <p:nvPr>
            <p:ph type="body" idx="1"/>
          </p:nvPr>
        </p:nvSpPr>
        <p:spPr>
          <a:xfrm>
            <a:off x="731520" y="1463040"/>
            <a:ext cx="6309360" cy="4572000"/>
          </a:xfrm>
        </p:spPr>
        <p:txBody>
          <a:bodyPr wrap="square" anchor="t" anchorCtr="0"/>
          <a:lstStyle>
            <a:defPPr algn="ctr">
              <a:defRPr>
                <a:solidFill>
                  <a:srgbClr val="94A3B8"/>
                </a:solidFill>
              </a:defRPr>
            </a:defPPr>
          </a:lstStyle>
          <a:p>
            <a:r>
              <a:rPr lang="ja-JP"/>
              <a:t> </a:t>
            </a:r>
          </a:p>
        </p:txBody>
      </p:sp>
      <p:sp>
        <p:nvSpPr>
          <p:cNvPr id="7" name="Analysis.Right"/>
          <p:cNvSpPr>
            <a:spLocks noGrp="1"/>
          </p:cNvSpPr>
          <p:nvPr>
            <p:ph type="body" idx="2"/>
          </p:nvPr>
        </p:nvSpPr>
        <p:spPr>
          <a:xfrm>
            <a:off x="7680960" y="1371600"/>
            <a:ext cx="4023360" cy="4846320"/>
          </a:xfrm>
        </p:spPr>
        <p:txBody>
          <a:bodyPr wrap="square" anchor="t" anchorCtr="0"/>
          <a:lstStyle/>
          <a:p>
            <a:r>
              <a:rPr lang="ja-JP"/>
              <a:t> </a:t>
            </a:r>
          </a:p>
        </p:txBody>
      </p:sp>
      <p:sp>
        <p:nvSpPr>
          <p:cNvPr id="8" name="SlideNum.Footer"/>
          <p:cNvSpPr>
            <a:spLocks noGrp="1"/>
          </p:cNvSpPr>
          <p:nvPr>
            <p:ph type="sldNum" idx="50"/>
          </p:nvPr>
        </p:nvSpPr>
        <p:spPr>
          <a:xfrm>
            <a:off x="10972800" y="6446520"/>
            <a:ext cx="1097280" cy="274320"/>
          </a:xfrm>
        </p:spPr>
        <p:txBody>
          <a:bodyPr wrap="square" anchor="t" anchorCtr="0"/>
          <a:lstStyle>
            <a:defPPr algn="r">
              <a:defRPr sz="1000">
                <a:solidFill>
                  <a:srgbClr val="94A3B8"/>
                </a:solidFill>
              </a:defRPr>
            </a:defPPr>
          </a:lstStyle>
          <a:p>
            <a:r>
              <a:rPr lang="ja-JP"/>
              <a:t> </a:t>
            </a:r>
          </a:p>
        </p:txBody>
      </p:sp>
    </p:spTree>
  </p:cSld>
  <p:clrMapOvr/>
</p:sldLayout>
</file>

<file path=ppt/slideLayouts/slideLayout20.xml><?xml version="1.0" encoding="utf-8"?>
<p:sldLayout xmlns:a="http://schemas.openxmlformats.org/drawingml/2006/main" xmlns:p="http://schemas.openxmlformats.org/presentationml/2006/main" xmlns:r="http://schemas.openxmlformats.org/officeDocument/2006/relationships" type="blank" preserve="1">
  <p:cSld name="Chart.2Chart.Equ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Bar"/>
          <p:cNvSpPr>
            <a:spLocks xmlns:ns1="http://schemas.openxmlformats.org/drawingml/2006/main" noGrp="1" noSelect="0" noRot="1" noMove="1"/>
          </p:cNvSpPr>
          <p:nvPr/>
        </p:nvSpPr>
        <p:spPr>
          <a:xfrm xmlns:ns2="http://schemas.openxmlformats.org/drawingml/2006/main">
            <a:off x="0" y="0"/>
            <a:ext cx="12192000" cy="1051560"/>
          </a:xfrm>
          <a:prstGeom xmlns:ns3="http://schemas.openxmlformats.org/drawingml/2006/main" prst="rect"/>
          <a:solidFill xmlns:ns4="http://schemas.openxmlformats.org/drawingml/2006/main">
            <a:srgbClr val="1E2761"/>
          </a:solidFill>
          <a:ln xmlns:ns5="http://schemas.openxmlformats.org/drawingml/2006/main">
            <a:noFill/>
          </a:ln>
        </p:spPr>
      </p:sp>
      <p:sp>
        <p:nvSpPr>
          <p:cNvPr id="3" name="ChartL"/>
          <p:cNvSpPr>
            <a:spLocks xmlns:ns1="http://schemas.openxmlformats.org/drawingml/2006/main" noGrp="1" noSelect="0" noRot="1" noMove="1"/>
          </p:cNvSpPr>
          <p:nvPr/>
        </p:nvSpPr>
        <p:spPr>
          <a:xfrm xmlns:ns2="http://schemas.openxmlformats.org/drawingml/2006/main">
            <a:off x="457200" y="1280160"/>
            <a:ext cx="5394960" cy="4937760"/>
          </a:xfrm>
          <a:prstGeom xmlns:ns3="http://schemas.openxmlformats.org/drawingml/2006/main" prst="roundRect">
            <a:avLst>
              <a:gd name="adj" fmla="val 6000"/>
            </a:avLst>
          </a:prstGeom>
          <a:solidFill xmlns:ns4="http://schemas.openxmlformats.org/drawingml/2006/main">
            <a:srgbClr val="EDF0F7"/>
          </a:solidFill>
          <a:ln xmlns:ns5="http://schemas.openxmlformats.org/drawingml/2006/main">
            <a:noFill/>
          </a:ln>
        </p:spPr>
      </p:sp>
      <p:sp>
        <p:nvSpPr>
          <p:cNvPr id="4" name="ChartR"/>
          <p:cNvSpPr>
            <a:spLocks xmlns:ns1="http://schemas.openxmlformats.org/drawingml/2006/main" noGrp="1" noSelect="0" noRot="1" noMove="1"/>
          </p:cNvSpPr>
          <p:nvPr/>
        </p:nvSpPr>
        <p:spPr>
          <a:xfrm xmlns:ns2="http://schemas.openxmlformats.org/drawingml/2006/main">
            <a:off x="6126480" y="1280160"/>
            <a:ext cx="5394960" cy="4937760"/>
          </a:xfrm>
          <a:prstGeom xmlns:ns3="http://schemas.openxmlformats.org/drawingml/2006/main" prst="roundRect">
            <a:avLst>
              <a:gd name="adj" fmla="val 6000"/>
            </a:avLst>
          </a:prstGeom>
          <a:solidFill xmlns:ns4="http://schemas.openxmlformats.org/drawingml/2006/main">
            <a:srgbClr val="EDF0F7"/>
          </a:solidFill>
          <a:ln xmlns:ns5="http://schemas.openxmlformats.org/drawingml/2006/main">
            <a:noFill/>
          </a:ln>
        </p:spPr>
      </p:sp>
      <p:sp>
        <p:nvSpPr>
          <p:cNvPr id="5" name="SlideTitle.Header"/>
          <p:cNvSpPr>
            <a:spLocks noGrp="1"/>
          </p:cNvSpPr>
          <p:nvPr>
            <p:ph type="body" idx="15"/>
          </p:nvPr>
        </p:nvSpPr>
        <p:spPr>
          <a:xfrm>
            <a:off x="731520" y="91440"/>
            <a:ext cx="9144000" cy="475488"/>
          </a:xfrm>
        </p:spPr>
        <p:txBody>
          <a:bodyPr wrap="square" anchor="t" anchorCtr="0"/>
          <a:lstStyle>
            <a:defPPr>
              <a:defRPr sz="2800" b="1">
                <a:solidFill>
                  <a:srgbClr val="FFFFFF"/>
                </a:solidFill>
              </a:defRPr>
            </a:defPPr>
          </a:lstStyle>
          <a:p>
            <a:r>
              <a:rPr lang="ja-JP"/>
              <a:t> </a:t>
            </a:r>
          </a:p>
        </p:txBody>
      </p:sp>
      <p:sp>
        <p:nvSpPr>
          <p:cNvPr id="6" name="SlideSubtitle.Header"/>
          <p:cNvSpPr>
            <a:spLocks noGrp="1"/>
          </p:cNvSpPr>
          <p:nvPr>
            <p:ph type="body" idx="16"/>
          </p:nvPr>
        </p:nvSpPr>
        <p:spPr>
          <a:xfrm>
            <a:off x="731520" y="658368"/>
            <a:ext cx="9144000" cy="274320"/>
          </a:xfrm>
        </p:spPr>
        <p:txBody>
          <a:bodyPr wrap="square" anchor="t" anchorCtr="0"/>
          <a:lstStyle>
            <a:defPPr>
              <a:defRPr sz="1200">
                <a:solidFill>
                  <a:srgbClr val="CADCFC"/>
                </a:solidFill>
              </a:defRPr>
            </a:defPPr>
          </a:lstStyle>
          <a:p>
            <a:r>
              <a:rPr lang="ja-JP"/>
              <a:t> </a:t>
            </a:r>
          </a:p>
        </p:txBody>
      </p:sp>
      <p:sp>
        <p:nvSpPr>
          <p:cNvPr id="7" name="Body1.Left"/>
          <p:cNvSpPr>
            <a:spLocks noGrp="1"/>
          </p:cNvSpPr>
          <p:nvPr>
            <p:ph type="body" idx="1"/>
          </p:nvPr>
        </p:nvSpPr>
        <p:spPr>
          <a:xfrm>
            <a:off x="731520" y="1463040"/>
            <a:ext cx="4846320" cy="4572000"/>
          </a:xfrm>
        </p:spPr>
        <p:txBody>
          <a:bodyPr wrap="square" anchor="t" anchorCtr="0"/>
          <a:lstStyle>
            <a:defPPr algn="ctr">
              <a:defRPr>
                <a:solidFill>
                  <a:srgbClr val="94A3B8"/>
                </a:solidFill>
              </a:defRPr>
            </a:defPPr>
          </a:lstStyle>
          <a:p>
            <a:r>
              <a:rPr lang="ja-JP"/>
              <a:t> </a:t>
            </a:r>
          </a:p>
        </p:txBody>
      </p:sp>
      <p:sp>
        <p:nvSpPr>
          <p:cNvPr id="8" name="Body2.Right"/>
          <p:cNvSpPr>
            <a:spLocks noGrp="1"/>
          </p:cNvSpPr>
          <p:nvPr>
            <p:ph type="body" idx="2"/>
          </p:nvPr>
        </p:nvSpPr>
        <p:spPr>
          <a:xfrm>
            <a:off x="6400800" y="1463040"/>
            <a:ext cx="4846320" cy="4572000"/>
          </a:xfrm>
        </p:spPr>
        <p:txBody>
          <a:bodyPr wrap="square" anchor="t" anchorCtr="0"/>
          <a:lstStyle>
            <a:defPPr algn="ctr">
              <a:defRPr>
                <a:solidFill>
                  <a:srgbClr val="94A3B8"/>
                </a:solidFill>
              </a:defRPr>
            </a:defPPr>
          </a:lstStyle>
          <a:p>
            <a:r>
              <a:rPr lang="ja-JP"/>
              <a:t> </a:t>
            </a:r>
          </a:p>
        </p:txBody>
      </p:sp>
      <p:sp>
        <p:nvSpPr>
          <p:cNvPr id="9" name="SlideNum.Footer"/>
          <p:cNvSpPr>
            <a:spLocks noGrp="1"/>
          </p:cNvSpPr>
          <p:nvPr>
            <p:ph type="sldNum" idx="50"/>
          </p:nvPr>
        </p:nvSpPr>
        <p:spPr>
          <a:xfrm>
            <a:off x="10972800" y="6446520"/>
            <a:ext cx="1097280" cy="274320"/>
          </a:xfrm>
        </p:spPr>
        <p:txBody>
          <a:bodyPr wrap="square" anchor="t" anchorCtr="0"/>
          <a:lstStyle>
            <a:defPPr algn="r">
              <a:defRPr sz="1000">
                <a:solidFill>
                  <a:srgbClr val="94A3B8"/>
                </a:solidFill>
              </a:defRPr>
            </a:defPPr>
          </a:lstStyle>
          <a:p>
            <a:r>
              <a:rPr lang="ja-JP"/>
              <a:t> </a:t>
            </a:r>
          </a:p>
        </p:txBody>
      </p:sp>
    </p:spTree>
  </p:cSld>
  <p:clrMapOvr/>
</p:sldLayout>
</file>

<file path=ppt/slideLayouts/slideLayout21.xml><?xml version="1.0" encoding="utf-8"?>
<p:sldLayout xmlns:a="http://schemas.openxmlformats.org/drawingml/2006/main" xmlns:p="http://schemas.openxmlformats.org/presentationml/2006/main" xmlns:r="http://schemas.openxmlformats.org/officeDocument/2006/relationships" type="blank" preserve="1">
  <p:cSld name="Table.1Table.Single+1Sourc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Bar"/>
          <p:cNvSpPr>
            <a:spLocks xmlns:ns1="http://schemas.openxmlformats.org/drawingml/2006/main" noGrp="1" noSelect="0" noRot="1" noMove="1"/>
          </p:cNvSpPr>
          <p:nvPr/>
        </p:nvSpPr>
        <p:spPr>
          <a:xfrm xmlns:ns2="http://schemas.openxmlformats.org/drawingml/2006/main">
            <a:off x="0" y="0"/>
            <a:ext cx="12192000" cy="1051560"/>
          </a:xfrm>
          <a:prstGeom xmlns:ns3="http://schemas.openxmlformats.org/drawingml/2006/main" prst="rect"/>
          <a:solidFill xmlns:ns4="http://schemas.openxmlformats.org/drawingml/2006/main">
            <a:srgbClr val="1E2761"/>
          </a:solidFill>
          <a:ln xmlns:ns5="http://schemas.openxmlformats.org/drawingml/2006/main">
            <a:noFill/>
          </a:ln>
        </p:spPr>
      </p:sp>
      <p:sp>
        <p:nvSpPr>
          <p:cNvPr id="3" name="SlideTitle.Header"/>
          <p:cNvSpPr>
            <a:spLocks noGrp="1"/>
          </p:cNvSpPr>
          <p:nvPr>
            <p:ph type="body" idx="15"/>
          </p:nvPr>
        </p:nvSpPr>
        <p:spPr>
          <a:xfrm>
            <a:off x="731520" y="91440"/>
            <a:ext cx="9144000" cy="475488"/>
          </a:xfrm>
        </p:spPr>
        <p:txBody>
          <a:bodyPr wrap="square" anchor="t" anchorCtr="0"/>
          <a:lstStyle>
            <a:defPPr>
              <a:defRPr sz="2800" b="1">
                <a:solidFill>
                  <a:srgbClr val="FFFFFF"/>
                </a:solidFill>
              </a:defRPr>
            </a:defPPr>
          </a:lstStyle>
          <a:p>
            <a:r>
              <a:rPr lang="ja-JP"/>
              <a:t> </a:t>
            </a:r>
          </a:p>
        </p:txBody>
      </p:sp>
      <p:sp>
        <p:nvSpPr>
          <p:cNvPr id="4" name="SlideSubtitle.Header"/>
          <p:cNvSpPr>
            <a:spLocks noGrp="1"/>
          </p:cNvSpPr>
          <p:nvPr>
            <p:ph type="body" idx="16"/>
          </p:nvPr>
        </p:nvSpPr>
        <p:spPr>
          <a:xfrm>
            <a:off x="731520" y="658368"/>
            <a:ext cx="9144000" cy="274320"/>
          </a:xfrm>
        </p:spPr>
        <p:txBody>
          <a:bodyPr wrap="square" anchor="t" anchorCtr="0"/>
          <a:lstStyle>
            <a:defPPr>
              <a:defRPr sz="1200">
                <a:solidFill>
                  <a:srgbClr val="CADCFC"/>
                </a:solidFill>
              </a:defRPr>
            </a:defPPr>
          </a:lstStyle>
          <a:p>
            <a:r>
              <a:rPr lang="ja-JP"/>
              <a:t> </a:t>
            </a:r>
          </a:p>
        </p:txBody>
      </p:sp>
      <p:sp>
        <p:nvSpPr>
          <p:cNvPr id="5" name="Body.Center"/>
          <p:cNvSpPr>
            <a:spLocks noGrp="1"/>
          </p:cNvSpPr>
          <p:nvPr>
            <p:ph type="body" idx="1"/>
          </p:nvPr>
        </p:nvSpPr>
        <p:spPr>
          <a:xfrm>
            <a:off x="457200" y="1325880"/>
            <a:ext cx="11247120" cy="4572000"/>
          </a:xfrm>
        </p:spPr>
        <p:txBody>
          <a:bodyPr wrap="square" anchor="t" anchorCtr="0"/>
          <a:lstStyle/>
          <a:p>
            <a:r>
              <a:rPr lang="ja-JP"/>
              <a:t> </a:t>
            </a:r>
          </a:p>
        </p:txBody>
      </p:sp>
      <p:sp>
        <p:nvSpPr>
          <p:cNvPr id="6" name="Source.Bottom"/>
          <p:cNvSpPr>
            <a:spLocks noGrp="1"/>
          </p:cNvSpPr>
          <p:nvPr>
            <p:ph type="body" idx="2"/>
          </p:nvPr>
        </p:nvSpPr>
        <p:spPr>
          <a:xfrm>
            <a:off x="731520" y="6035040"/>
            <a:ext cx="10058400" cy="365760"/>
          </a:xfrm>
        </p:spPr>
        <p:txBody>
          <a:bodyPr wrap="square" anchor="t" anchorCtr="0"/>
          <a:lstStyle>
            <a:defPPr>
              <a:defRPr sz="1000">
                <a:solidFill>
                  <a:srgbClr val="94A3B8"/>
                </a:solidFill>
              </a:defRPr>
            </a:defPPr>
          </a:lstStyle>
          <a:p>
            <a:r>
              <a:rPr lang="ja-JP"/>
              <a:t> </a:t>
            </a:r>
          </a:p>
        </p:txBody>
      </p:sp>
      <p:sp>
        <p:nvSpPr>
          <p:cNvPr id="7" name="SlideNum.Footer"/>
          <p:cNvSpPr>
            <a:spLocks noGrp="1"/>
          </p:cNvSpPr>
          <p:nvPr>
            <p:ph type="sldNum" idx="50"/>
          </p:nvPr>
        </p:nvSpPr>
        <p:spPr>
          <a:xfrm>
            <a:off x="10972800" y="6446520"/>
            <a:ext cx="1097280" cy="274320"/>
          </a:xfrm>
        </p:spPr>
        <p:txBody>
          <a:bodyPr wrap="square" anchor="t" anchorCtr="0"/>
          <a:lstStyle>
            <a:defPPr algn="r">
              <a:defRPr sz="1000">
                <a:solidFill>
                  <a:srgbClr val="94A3B8"/>
                </a:solidFill>
              </a:defRPr>
            </a:defPPr>
          </a:lstStyle>
          <a:p>
            <a:r>
              <a:rPr lang="ja-JP"/>
              <a:t> </a:t>
            </a:r>
          </a:p>
        </p:txBody>
      </p:sp>
    </p:spTree>
  </p:cSld>
  <p:clrMapOvr/>
</p:sldLayout>
</file>

<file path=ppt/slideLayouts/slideLayout22.xml><?xml version="1.0" encoding="utf-8"?>
<p:sldLayout xmlns:a="http://schemas.openxmlformats.org/drawingml/2006/main" xmlns:p="http://schemas.openxmlformats.org/presentationml/2006/main" xmlns:r="http://schemas.openxmlformats.org/officeDocument/2006/relationships" type="blank" preserve="1">
  <p:cSld name="Table.1Table.Single+1Not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Bar"/>
          <p:cNvSpPr>
            <a:spLocks xmlns:ns1="http://schemas.openxmlformats.org/drawingml/2006/main" noGrp="1" noSelect="0" noRot="1" noMove="1"/>
          </p:cNvSpPr>
          <p:nvPr/>
        </p:nvSpPr>
        <p:spPr>
          <a:xfrm xmlns:ns2="http://schemas.openxmlformats.org/drawingml/2006/main">
            <a:off x="0" y="0"/>
            <a:ext cx="12192000" cy="1051560"/>
          </a:xfrm>
          <a:prstGeom xmlns:ns3="http://schemas.openxmlformats.org/drawingml/2006/main" prst="rect"/>
          <a:solidFill xmlns:ns4="http://schemas.openxmlformats.org/drawingml/2006/main">
            <a:srgbClr val="1E2761"/>
          </a:solidFill>
          <a:ln xmlns:ns5="http://schemas.openxmlformats.org/drawingml/2006/main">
            <a:noFill/>
          </a:ln>
        </p:spPr>
      </p:sp>
      <p:sp>
        <p:nvSpPr>
          <p:cNvPr id="3" name="SlideTitle.Header"/>
          <p:cNvSpPr>
            <a:spLocks noGrp="1"/>
          </p:cNvSpPr>
          <p:nvPr>
            <p:ph type="body" idx="15"/>
          </p:nvPr>
        </p:nvSpPr>
        <p:spPr>
          <a:xfrm>
            <a:off x="731520" y="91440"/>
            <a:ext cx="9144000" cy="475488"/>
          </a:xfrm>
        </p:spPr>
        <p:txBody>
          <a:bodyPr wrap="square" anchor="t" anchorCtr="0"/>
          <a:lstStyle>
            <a:defPPr>
              <a:defRPr sz="2800" b="1">
                <a:solidFill>
                  <a:srgbClr val="FFFFFF"/>
                </a:solidFill>
              </a:defRPr>
            </a:defPPr>
          </a:lstStyle>
          <a:p>
            <a:r>
              <a:rPr lang="ja-JP"/>
              <a:t> </a:t>
            </a:r>
          </a:p>
        </p:txBody>
      </p:sp>
      <p:sp>
        <p:nvSpPr>
          <p:cNvPr id="4" name="SlideSubtitle.Header"/>
          <p:cNvSpPr>
            <a:spLocks noGrp="1"/>
          </p:cNvSpPr>
          <p:nvPr>
            <p:ph type="body" idx="16"/>
          </p:nvPr>
        </p:nvSpPr>
        <p:spPr>
          <a:xfrm>
            <a:off x="731520" y="658368"/>
            <a:ext cx="9144000" cy="274320"/>
          </a:xfrm>
        </p:spPr>
        <p:txBody>
          <a:bodyPr wrap="square" anchor="t" anchorCtr="0"/>
          <a:lstStyle>
            <a:defPPr>
              <a:defRPr sz="1200">
                <a:solidFill>
                  <a:srgbClr val="CADCFC"/>
                </a:solidFill>
              </a:defRPr>
            </a:defPPr>
          </a:lstStyle>
          <a:p>
            <a:r>
              <a:rPr lang="ja-JP"/>
              <a:t> </a:t>
            </a:r>
          </a:p>
        </p:txBody>
      </p:sp>
      <p:sp>
        <p:nvSpPr>
          <p:cNvPr id="5" name="Body.Left"/>
          <p:cNvSpPr>
            <a:spLocks noGrp="1"/>
          </p:cNvSpPr>
          <p:nvPr>
            <p:ph type="body" idx="1"/>
          </p:nvPr>
        </p:nvSpPr>
        <p:spPr>
          <a:xfrm>
            <a:off x="457200" y="1325880"/>
            <a:ext cx="7772400" cy="4937760"/>
          </a:xfrm>
        </p:spPr>
        <p:txBody>
          <a:bodyPr wrap="square" anchor="t" anchorCtr="0"/>
          <a:lstStyle/>
          <a:p>
            <a:r>
              <a:rPr lang="ja-JP"/>
              <a:t> </a:t>
            </a:r>
          </a:p>
        </p:txBody>
      </p:sp>
      <p:sp>
        <p:nvSpPr>
          <p:cNvPr id="6" name="Notes.Right"/>
          <p:cNvSpPr>
            <a:spLocks noGrp="1"/>
          </p:cNvSpPr>
          <p:nvPr>
            <p:ph type="body" idx="2"/>
          </p:nvPr>
        </p:nvSpPr>
        <p:spPr>
          <a:xfrm>
            <a:off x="8869680" y="1417320"/>
            <a:ext cx="2651760" cy="4663440"/>
          </a:xfrm>
        </p:spPr>
        <p:txBody>
          <a:bodyPr wrap="square" anchor="t" anchorCtr="0"/>
          <a:lstStyle>
            <a:defPPr>
              <a:defRPr sz="1200"/>
            </a:defPPr>
          </a:lstStyle>
          <a:p>
            <a:r>
              <a:rPr lang="ja-JP"/>
              <a:t> </a:t>
            </a:r>
          </a:p>
        </p:txBody>
      </p:sp>
      <p:sp>
        <p:nvSpPr>
          <p:cNvPr id="7" name="SlideNum.Footer"/>
          <p:cNvSpPr>
            <a:spLocks noGrp="1"/>
          </p:cNvSpPr>
          <p:nvPr>
            <p:ph type="sldNum" idx="50"/>
          </p:nvPr>
        </p:nvSpPr>
        <p:spPr>
          <a:xfrm>
            <a:off x="10972800" y="6446520"/>
            <a:ext cx="1097280" cy="274320"/>
          </a:xfrm>
        </p:spPr>
        <p:txBody>
          <a:bodyPr wrap="square" anchor="t" anchorCtr="0"/>
          <a:lstStyle>
            <a:defPPr algn="r">
              <a:defRPr sz="1000">
                <a:solidFill>
                  <a:srgbClr val="94A3B8"/>
                </a:solidFill>
              </a:defRPr>
            </a:defPPr>
          </a:lstStyle>
          <a:p>
            <a:r>
              <a:rPr lang="ja-JP"/>
              <a:t> </a:t>
            </a:r>
          </a:p>
        </p:txBody>
      </p:sp>
    </p:spTree>
  </p:cSld>
  <p:clrMapOvr/>
</p:sldLayout>
</file>

<file path=ppt/slideLayouts/slideLayout23.xml><?xml version="1.0" encoding="utf-8"?>
<p:sldLayout xmlns:a="http://schemas.openxmlformats.org/drawingml/2006/main" xmlns:p="http://schemas.openxmlformats.org/presentationml/2006/main" xmlns:r="http://schemas.openxmlformats.org/officeDocument/2006/relationships" type="blank" preserve="1">
  <p:cSld name="Compare.2Option.Versu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Bar"/>
          <p:cNvSpPr>
            <a:spLocks xmlns:ns1="http://schemas.openxmlformats.org/drawingml/2006/main" noGrp="1" noSelect="0" noRot="1" noMove="1"/>
          </p:cNvSpPr>
          <p:nvPr/>
        </p:nvSpPr>
        <p:spPr>
          <a:xfrm xmlns:ns2="http://schemas.openxmlformats.org/drawingml/2006/main">
            <a:off x="0" y="0"/>
            <a:ext cx="12192000" cy="1051560"/>
          </a:xfrm>
          <a:prstGeom xmlns:ns3="http://schemas.openxmlformats.org/drawingml/2006/main" prst="rect"/>
          <a:solidFill xmlns:ns4="http://schemas.openxmlformats.org/drawingml/2006/main">
            <a:srgbClr val="1E2761"/>
          </a:solidFill>
          <a:ln xmlns:ns5="http://schemas.openxmlformats.org/drawingml/2006/main">
            <a:noFill/>
          </a:ln>
        </p:spPr>
      </p:sp>
      <p:sp>
        <p:nvSpPr>
          <p:cNvPr id="3" name="PanelL"/>
          <p:cNvSpPr>
            <a:spLocks xmlns:ns1="http://schemas.openxmlformats.org/drawingml/2006/main" noGrp="1" noSelect="0" noRot="1" noMove="1"/>
          </p:cNvSpPr>
          <p:nvPr/>
        </p:nvSpPr>
        <p:spPr>
          <a:xfrm xmlns:ns2="http://schemas.openxmlformats.org/drawingml/2006/main">
            <a:off x="457200" y="1280160"/>
            <a:ext cx="5303520" cy="4937760"/>
          </a:xfrm>
          <a:prstGeom xmlns:ns3="http://schemas.openxmlformats.org/drawingml/2006/main" prst="roundRect">
            <a:avLst>
              <a:gd name="adj" fmla="val 8000"/>
            </a:avLst>
          </a:prstGeom>
          <a:solidFill xmlns:ns4="http://schemas.openxmlformats.org/drawingml/2006/main">
            <a:srgbClr val="EDF0F7"/>
          </a:solidFill>
          <a:ln xmlns:ns5="http://schemas.openxmlformats.org/drawingml/2006/main">
            <a:noFill/>
          </a:ln>
        </p:spPr>
      </p:sp>
      <p:sp>
        <p:nvSpPr>
          <p:cNvPr id="4" name="PanelR"/>
          <p:cNvSpPr>
            <a:spLocks xmlns:ns1="http://schemas.openxmlformats.org/drawingml/2006/main" noGrp="1" noSelect="0" noRot="1" noMove="1"/>
          </p:cNvSpPr>
          <p:nvPr/>
        </p:nvSpPr>
        <p:spPr>
          <a:xfrm xmlns:ns2="http://schemas.openxmlformats.org/drawingml/2006/main">
            <a:off x="6126480" y="1280160"/>
            <a:ext cx="5394960" cy="4937760"/>
          </a:xfrm>
          <a:prstGeom xmlns:ns3="http://schemas.openxmlformats.org/drawingml/2006/main" prst="roundRect">
            <a:avLst>
              <a:gd name="adj" fmla="val 8000"/>
            </a:avLst>
          </a:prstGeom>
          <a:solidFill xmlns:ns4="http://schemas.openxmlformats.org/drawingml/2006/main">
            <a:srgbClr val="EDF0F7"/>
          </a:solidFill>
          <a:ln xmlns:ns5="http://schemas.openxmlformats.org/drawingml/2006/main">
            <a:noFill/>
          </a:ln>
        </p:spPr>
      </p:sp>
      <p:sp>
        <p:nvSpPr>
          <p:cNvPr id="5" name="AccentL"/>
          <p:cNvSpPr>
            <a:spLocks xmlns:ns1="http://schemas.openxmlformats.org/drawingml/2006/main" noGrp="1" noSelect="0" noRot="1" noMove="1"/>
          </p:cNvSpPr>
          <p:nvPr/>
        </p:nvSpPr>
        <p:spPr>
          <a:xfrm xmlns:ns2="http://schemas.openxmlformats.org/drawingml/2006/main">
            <a:off x="457200" y="1280160"/>
            <a:ext cx="5303520" cy="54864"/>
          </a:xfrm>
          <a:prstGeom xmlns:ns3="http://schemas.openxmlformats.org/drawingml/2006/main" prst="rect"/>
          <a:solidFill xmlns:ns4="http://schemas.openxmlformats.org/drawingml/2006/main">
            <a:srgbClr val="3B82F6"/>
          </a:solidFill>
          <a:ln xmlns:ns5="http://schemas.openxmlformats.org/drawingml/2006/main">
            <a:noFill/>
          </a:ln>
        </p:spPr>
      </p:sp>
      <p:sp>
        <p:nvSpPr>
          <p:cNvPr id="6" name="AccentR"/>
          <p:cNvSpPr>
            <a:spLocks xmlns:ns1="http://schemas.openxmlformats.org/drawingml/2006/main" noGrp="1" noSelect="0" noRot="1" noMove="1"/>
          </p:cNvSpPr>
          <p:nvPr/>
        </p:nvSpPr>
        <p:spPr>
          <a:xfrm xmlns:ns2="http://schemas.openxmlformats.org/drawingml/2006/main">
            <a:off x="6126480" y="1280160"/>
            <a:ext cx="5394960" cy="54864"/>
          </a:xfrm>
          <a:prstGeom xmlns:ns3="http://schemas.openxmlformats.org/drawingml/2006/main" prst="rect"/>
          <a:solidFill xmlns:ns4="http://schemas.openxmlformats.org/drawingml/2006/main">
            <a:srgbClr val="06B6D4"/>
          </a:solidFill>
          <a:ln xmlns:ns5="http://schemas.openxmlformats.org/drawingml/2006/main">
            <a:noFill/>
          </a:ln>
        </p:spPr>
      </p:sp>
      <p:sp>
        <p:nvSpPr>
          <p:cNvPr id="7" name="VS"/>
          <p:cNvSpPr>
            <a:spLocks xmlns:ns1="http://schemas.openxmlformats.org/drawingml/2006/main" noGrp="1"/>
          </p:cNvSpPr>
          <p:nvPr/>
        </p:nvSpPr>
        <p:spPr>
          <a:xfrm xmlns:ns2="http://schemas.openxmlformats.org/drawingml/2006/main">
            <a:off x="5309408461680" y="3428121901679"/>
            <a:ext cx="548640" cy="548640"/>
          </a:xfrm>
          <a:prstGeom xmlns:ns3="http://schemas.openxmlformats.org/drawingml/2006/main" prst="ellipse"/>
          <a:solidFill xmlns:ns4="http://schemas.openxmlformats.org/drawingml/2006/main">
            <a:srgbClr val="1E2761"/>
          </a:solidFill>
          <a:ln xmlns:ns5="http://schemas.openxmlformats.org/drawingml/2006/main">
            <a:noFill/>
          </a:ln>
        </p:spPr>
      </p:sp>
      <p:sp>
        <p:nvSpPr>
          <p:cNvPr id="8" name="SlideTitle.Header"/>
          <p:cNvSpPr>
            <a:spLocks noGrp="1"/>
          </p:cNvSpPr>
          <p:nvPr>
            <p:ph type="body" idx="15"/>
          </p:nvPr>
        </p:nvSpPr>
        <p:spPr>
          <a:xfrm>
            <a:off x="731520" y="91440"/>
            <a:ext cx="9144000" cy="475488"/>
          </a:xfrm>
        </p:spPr>
        <p:txBody>
          <a:bodyPr wrap="square" anchor="t" anchorCtr="0"/>
          <a:lstStyle>
            <a:defPPr>
              <a:defRPr sz="2800" b="1">
                <a:solidFill>
                  <a:srgbClr val="FFFFFF"/>
                </a:solidFill>
              </a:defRPr>
            </a:defPPr>
          </a:lstStyle>
          <a:p>
            <a:r>
              <a:rPr lang="ja-JP"/>
              <a:t> </a:t>
            </a:r>
          </a:p>
        </p:txBody>
      </p:sp>
      <p:sp>
        <p:nvSpPr>
          <p:cNvPr id="9" name="SlideSubtitle.Header"/>
          <p:cNvSpPr>
            <a:spLocks noGrp="1"/>
          </p:cNvSpPr>
          <p:nvPr>
            <p:ph type="body" idx="16"/>
          </p:nvPr>
        </p:nvSpPr>
        <p:spPr>
          <a:xfrm>
            <a:off x="731520" y="658368"/>
            <a:ext cx="9144000" cy="274320"/>
          </a:xfrm>
        </p:spPr>
        <p:txBody>
          <a:bodyPr wrap="square" anchor="t" anchorCtr="0"/>
          <a:lstStyle>
            <a:defPPr>
              <a:defRPr sz="1200">
                <a:solidFill>
                  <a:srgbClr val="CADCFC"/>
                </a:solidFill>
              </a:defRPr>
            </a:defPPr>
          </a:lstStyle>
          <a:p>
            <a:r>
              <a:rPr lang="ja-JP"/>
              <a:t> </a:t>
            </a:r>
          </a:p>
        </p:txBody>
      </p:sp>
      <p:sp>
        <p:nvSpPr>
          <p:cNvPr id="10" name="OptionLabel1.Left"/>
          <p:cNvSpPr>
            <a:spLocks noGrp="1"/>
          </p:cNvSpPr>
          <p:nvPr>
            <p:ph type="body" idx="1"/>
          </p:nvPr>
        </p:nvSpPr>
        <p:spPr>
          <a:xfrm>
            <a:off x="731520" y="1554480"/>
            <a:ext cx="4754880" cy="457200"/>
          </a:xfrm>
        </p:spPr>
        <p:txBody>
          <a:bodyPr wrap="square" anchor="t" anchorCtr="0"/>
          <a:lstStyle>
            <a:defPPr>
              <a:defRPr sz="1600" b="1">
                <a:solidFill>
                  <a:srgbClr val="3B82F6"/>
                </a:solidFill>
              </a:defRPr>
            </a:defPPr>
          </a:lstStyle>
          <a:p>
            <a:r>
              <a:rPr lang="ja-JP"/>
              <a:t> </a:t>
            </a:r>
          </a:p>
        </p:txBody>
      </p:sp>
      <p:sp>
        <p:nvSpPr>
          <p:cNvPr id="11" name="OptionContent1.Left"/>
          <p:cNvSpPr>
            <a:spLocks noGrp="1"/>
          </p:cNvSpPr>
          <p:nvPr>
            <p:ph type="body" idx="2"/>
          </p:nvPr>
        </p:nvSpPr>
        <p:spPr>
          <a:xfrm>
            <a:off x="731520" y="2103120"/>
            <a:ext cx="4754880" cy="3840480"/>
          </a:xfrm>
        </p:spPr>
        <p:txBody>
          <a:bodyPr wrap="square" anchor="t" anchorCtr="0"/>
          <a:lstStyle/>
          <a:p>
            <a:r>
              <a:rPr lang="ja-JP"/>
              <a:t> </a:t>
            </a:r>
          </a:p>
        </p:txBody>
      </p:sp>
      <p:sp>
        <p:nvSpPr>
          <p:cNvPr id="12" name="OptionLabel2.Right"/>
          <p:cNvSpPr>
            <a:spLocks noGrp="1"/>
          </p:cNvSpPr>
          <p:nvPr>
            <p:ph type="body" idx="3"/>
          </p:nvPr>
        </p:nvSpPr>
        <p:spPr>
          <a:xfrm>
            <a:off x="6400800" y="1554480"/>
            <a:ext cx="4846320" cy="457200"/>
          </a:xfrm>
        </p:spPr>
        <p:txBody>
          <a:bodyPr wrap="square" anchor="t" anchorCtr="0"/>
          <a:lstStyle>
            <a:defPPr>
              <a:defRPr sz="1600" b="1">
                <a:solidFill>
                  <a:srgbClr val="06B6D4"/>
                </a:solidFill>
              </a:defRPr>
            </a:defPPr>
          </a:lstStyle>
          <a:p>
            <a:r>
              <a:rPr lang="ja-JP"/>
              <a:t> </a:t>
            </a:r>
          </a:p>
        </p:txBody>
      </p:sp>
      <p:sp>
        <p:nvSpPr>
          <p:cNvPr id="13" name="OptionContent2.Right"/>
          <p:cNvSpPr>
            <a:spLocks noGrp="1"/>
          </p:cNvSpPr>
          <p:nvPr>
            <p:ph type="body" idx="4"/>
          </p:nvPr>
        </p:nvSpPr>
        <p:spPr>
          <a:xfrm>
            <a:off x="6400800" y="2103120"/>
            <a:ext cx="4846320" cy="3840480"/>
          </a:xfrm>
        </p:spPr>
        <p:txBody>
          <a:bodyPr wrap="square" anchor="t" anchorCtr="0"/>
          <a:lstStyle/>
          <a:p>
            <a:r>
              <a:rPr lang="ja-JP"/>
              <a:t> </a:t>
            </a:r>
          </a:p>
        </p:txBody>
      </p:sp>
      <p:sp>
        <p:nvSpPr>
          <p:cNvPr id="14" name="SlideNum.Footer"/>
          <p:cNvSpPr>
            <a:spLocks noGrp="1"/>
          </p:cNvSpPr>
          <p:nvPr>
            <p:ph type="sldNum" idx="50"/>
          </p:nvPr>
        </p:nvSpPr>
        <p:spPr>
          <a:xfrm>
            <a:off x="10972800" y="6446520"/>
            <a:ext cx="1097280" cy="274320"/>
          </a:xfrm>
        </p:spPr>
        <p:txBody>
          <a:bodyPr wrap="square" anchor="t" anchorCtr="0"/>
          <a:lstStyle>
            <a:defPPr algn="r">
              <a:defRPr sz="1000">
                <a:solidFill>
                  <a:srgbClr val="94A3B8"/>
                </a:solidFill>
              </a:defRPr>
            </a:defPPr>
          </a:lstStyle>
          <a:p>
            <a:r>
              <a:rPr lang="ja-JP"/>
              <a:t> </a:t>
            </a:r>
          </a:p>
        </p:txBody>
      </p:sp>
    </p:spTree>
  </p:cSld>
  <p:clrMapOvr/>
</p:sldLayout>
</file>

<file path=ppt/slideLayouts/slideLayout24.xml><?xml version="1.0" encoding="utf-8"?>
<p:sldLayout xmlns:a="http://schemas.openxmlformats.org/drawingml/2006/main" xmlns:p="http://schemas.openxmlformats.org/presentationml/2006/main" xmlns:r="http://schemas.openxmlformats.org/officeDocument/2006/relationships" type="blank" preserve="1">
  <p:cSld name="Compare.1Matrix.Sing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Bar"/>
          <p:cNvSpPr>
            <a:spLocks xmlns:ns1="http://schemas.openxmlformats.org/drawingml/2006/main" noGrp="1" noSelect="0" noRot="1" noMove="1"/>
          </p:cNvSpPr>
          <p:nvPr/>
        </p:nvSpPr>
        <p:spPr>
          <a:xfrm xmlns:ns2="http://schemas.openxmlformats.org/drawingml/2006/main">
            <a:off x="0" y="0"/>
            <a:ext cx="12192000" cy="1051560"/>
          </a:xfrm>
          <a:prstGeom xmlns:ns3="http://schemas.openxmlformats.org/drawingml/2006/main" prst="rect"/>
          <a:solidFill xmlns:ns4="http://schemas.openxmlformats.org/drawingml/2006/main">
            <a:srgbClr val="1E2761"/>
          </a:solidFill>
          <a:ln xmlns:ns5="http://schemas.openxmlformats.org/drawingml/2006/main">
            <a:noFill/>
          </a:ln>
        </p:spPr>
      </p:sp>
      <p:sp>
        <p:nvSpPr>
          <p:cNvPr id="3" name="ContentBG"/>
          <p:cNvSpPr>
            <a:spLocks xmlns:ns1="http://schemas.openxmlformats.org/drawingml/2006/main" noGrp="1" noSelect="0" noRot="1" noMove="1"/>
          </p:cNvSpPr>
          <p:nvPr/>
        </p:nvSpPr>
        <p:spPr>
          <a:xfrm xmlns:ns2="http://schemas.openxmlformats.org/drawingml/2006/main">
            <a:off x="457200" y="1280160"/>
            <a:ext cx="11247120" cy="5029200"/>
          </a:xfrm>
          <a:prstGeom xmlns:ns3="http://schemas.openxmlformats.org/drawingml/2006/main" prst="rect"/>
          <a:solidFill xmlns:ns4="http://schemas.openxmlformats.org/drawingml/2006/main">
            <a:srgbClr val="FFFFFF"/>
          </a:solidFill>
          <a:ln xmlns:ns5="http://schemas.openxmlformats.org/drawingml/2006/main">
            <a:noFill/>
          </a:ln>
        </p:spPr>
      </p:sp>
      <p:sp>
        <p:nvSpPr>
          <p:cNvPr id="4" name="SlideTitle.Header"/>
          <p:cNvSpPr>
            <a:spLocks noGrp="1"/>
          </p:cNvSpPr>
          <p:nvPr>
            <p:ph type="body" idx="15"/>
          </p:nvPr>
        </p:nvSpPr>
        <p:spPr>
          <a:xfrm>
            <a:off x="731520" y="91440"/>
            <a:ext cx="9144000" cy="475488"/>
          </a:xfrm>
        </p:spPr>
        <p:txBody>
          <a:bodyPr wrap="square" anchor="t" anchorCtr="0"/>
          <a:lstStyle>
            <a:defPPr>
              <a:defRPr sz="2800" b="1">
                <a:solidFill>
                  <a:srgbClr val="FFFFFF"/>
                </a:solidFill>
              </a:defRPr>
            </a:defPPr>
          </a:lstStyle>
          <a:p>
            <a:r>
              <a:rPr lang="ja-JP"/>
              <a:t> </a:t>
            </a:r>
          </a:p>
        </p:txBody>
      </p:sp>
      <p:sp>
        <p:nvSpPr>
          <p:cNvPr id="5" name="SlideSubtitle.Header"/>
          <p:cNvSpPr>
            <a:spLocks noGrp="1"/>
          </p:cNvSpPr>
          <p:nvPr>
            <p:ph type="body" idx="16"/>
          </p:nvPr>
        </p:nvSpPr>
        <p:spPr>
          <a:xfrm>
            <a:off x="731520" y="658368"/>
            <a:ext cx="9144000" cy="274320"/>
          </a:xfrm>
        </p:spPr>
        <p:txBody>
          <a:bodyPr wrap="square" anchor="t" anchorCtr="0"/>
          <a:lstStyle>
            <a:defPPr>
              <a:defRPr sz="1200">
                <a:solidFill>
                  <a:srgbClr val="CADCFC"/>
                </a:solidFill>
              </a:defRPr>
            </a:defPPr>
          </a:lstStyle>
          <a:p>
            <a:r>
              <a:rPr lang="ja-JP"/>
              <a:t> </a:t>
            </a:r>
          </a:p>
        </p:txBody>
      </p:sp>
      <p:sp>
        <p:nvSpPr>
          <p:cNvPr id="6" name="SlideNum.Footer"/>
          <p:cNvSpPr>
            <a:spLocks noGrp="1"/>
          </p:cNvSpPr>
          <p:nvPr>
            <p:ph type="sldNum" idx="50"/>
          </p:nvPr>
        </p:nvSpPr>
        <p:spPr>
          <a:xfrm>
            <a:off x="10972800" y="6446520"/>
            <a:ext cx="1097280" cy="274320"/>
          </a:xfrm>
        </p:spPr>
        <p:txBody>
          <a:bodyPr wrap="square" anchor="t" anchorCtr="0"/>
          <a:lstStyle>
            <a:defPPr algn="r">
              <a:defRPr sz="1000">
                <a:solidFill>
                  <a:srgbClr val="94A3B8"/>
                </a:solidFill>
              </a:defRPr>
            </a:defPPr>
          </a:lstStyle>
          <a:p>
            <a:r>
              <a:rPr lang="ja-JP"/>
              <a:t> </a:t>
            </a:r>
          </a:p>
        </p:txBody>
      </p:sp>
    </p:spTree>
  </p:cSld>
  <p:clrMapOvr/>
</p:sldLayout>
</file>

<file path=ppt/slideLayouts/slideLayout25.xml><?xml version="1.0" encoding="utf-8"?>
<p:sldLayout xmlns:a="http://schemas.openxmlformats.org/drawingml/2006/main" xmlns:p="http://schemas.openxmlformats.org/presentationml/2006/main" xmlns:r="http://schemas.openxmlformats.org/officeDocument/2006/relationships" type="blank" preserve="1">
  <p:cSld name="Process.4Step.Sequenti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Bar"/>
          <p:cNvSpPr>
            <a:spLocks xmlns:ns1="http://schemas.openxmlformats.org/drawingml/2006/main" noGrp="1" noSelect="0" noRot="1" noMove="1"/>
          </p:cNvSpPr>
          <p:nvPr/>
        </p:nvSpPr>
        <p:spPr>
          <a:xfrm xmlns:ns2="http://schemas.openxmlformats.org/drawingml/2006/main">
            <a:off x="0" y="0"/>
            <a:ext cx="12192000" cy="1051560"/>
          </a:xfrm>
          <a:prstGeom xmlns:ns3="http://schemas.openxmlformats.org/drawingml/2006/main" prst="rect"/>
          <a:solidFill xmlns:ns4="http://schemas.openxmlformats.org/drawingml/2006/main">
            <a:srgbClr val="1E2761"/>
          </a:solidFill>
          <a:ln xmlns:ns5="http://schemas.openxmlformats.org/drawingml/2006/main">
            <a:noFill/>
          </a:ln>
        </p:spPr>
      </p:sp>
      <p:sp>
        <p:nvSpPr>
          <p:cNvPr id="3" name="ConnLine"/>
          <p:cNvSpPr>
            <a:spLocks xmlns:ns1="http://schemas.openxmlformats.org/drawingml/2006/main" noGrp="1" noSelect="0" noRot="1" noMove="1"/>
          </p:cNvSpPr>
          <p:nvPr/>
        </p:nvSpPr>
        <p:spPr>
          <a:xfrm xmlns:ns2="http://schemas.openxmlformats.org/drawingml/2006/main">
            <a:off x="1645920" y="2651760"/>
            <a:ext cx="8869680" cy="36576"/>
          </a:xfrm>
          <a:prstGeom xmlns:ns3="http://schemas.openxmlformats.org/drawingml/2006/main" prst="rect"/>
          <a:solidFill xmlns:ns4="http://schemas.openxmlformats.org/drawingml/2006/main">
            <a:srgbClr val="CADCFC"/>
          </a:solidFill>
          <a:ln xmlns:ns5="http://schemas.openxmlformats.org/drawingml/2006/main">
            <a:noFill/>
          </a:ln>
        </p:spPr>
      </p:sp>
      <p:sp>
        <p:nvSpPr>
          <p:cNvPr id="4" name="C1"/>
          <p:cNvSpPr>
            <a:spLocks xmlns:ns1="http://schemas.openxmlformats.org/drawingml/2006/main" noGrp="1"/>
          </p:cNvSpPr>
          <p:nvPr/>
        </p:nvSpPr>
        <p:spPr>
          <a:xfrm xmlns:ns2="http://schemas.openxmlformats.org/drawingml/2006/main">
            <a:off x="1672254463968" y="2466575455968"/>
            <a:ext cx="512064" cy="512064"/>
          </a:xfrm>
          <a:prstGeom xmlns:ns3="http://schemas.openxmlformats.org/drawingml/2006/main" prst="ellipse"/>
          <a:solidFill xmlns:ns4="http://schemas.openxmlformats.org/drawingml/2006/main">
            <a:srgbClr val="3B82F6"/>
          </a:solidFill>
          <a:ln xmlns:ns5="http://schemas.openxmlformats.org/drawingml/2006/main">
            <a:noFill/>
          </a:ln>
        </p:spPr>
      </p:sp>
      <p:sp>
        <p:nvSpPr>
          <p:cNvPr id="5" name="C2"/>
          <p:cNvSpPr>
            <a:spLocks xmlns:ns1="http://schemas.openxmlformats.org/drawingml/2006/main" noGrp="1"/>
          </p:cNvSpPr>
          <p:nvPr/>
        </p:nvSpPr>
        <p:spPr>
          <a:xfrm xmlns:ns2="http://schemas.openxmlformats.org/drawingml/2006/main">
            <a:off x="4347862015968" y="2466575455968"/>
            <a:ext cx="512064" cy="512064"/>
          </a:xfrm>
          <a:prstGeom xmlns:ns3="http://schemas.openxmlformats.org/drawingml/2006/main" prst="ellipse"/>
          <a:solidFill xmlns:ns4="http://schemas.openxmlformats.org/drawingml/2006/main">
            <a:srgbClr val="3B82F6"/>
          </a:solidFill>
          <a:ln xmlns:ns5="http://schemas.openxmlformats.org/drawingml/2006/main">
            <a:noFill/>
          </a:ln>
        </p:spPr>
      </p:sp>
      <p:sp>
        <p:nvSpPr>
          <p:cNvPr id="6" name="C3"/>
          <p:cNvSpPr>
            <a:spLocks xmlns:ns1="http://schemas.openxmlformats.org/drawingml/2006/main" noGrp="1"/>
          </p:cNvSpPr>
          <p:nvPr/>
        </p:nvSpPr>
        <p:spPr>
          <a:xfrm xmlns:ns2="http://schemas.openxmlformats.org/drawingml/2006/main">
            <a:off x="7023469567968" y="2466575455968"/>
            <a:ext cx="512064" cy="512064"/>
          </a:xfrm>
          <a:prstGeom xmlns:ns3="http://schemas.openxmlformats.org/drawingml/2006/main" prst="ellipse"/>
          <a:solidFill xmlns:ns4="http://schemas.openxmlformats.org/drawingml/2006/main">
            <a:srgbClr val="3B82F6"/>
          </a:solidFill>
          <a:ln xmlns:ns5="http://schemas.openxmlformats.org/drawingml/2006/main">
            <a:noFill/>
          </a:ln>
        </p:spPr>
      </p:sp>
      <p:sp>
        <p:nvSpPr>
          <p:cNvPr id="7" name="C4"/>
          <p:cNvSpPr>
            <a:spLocks xmlns:ns1="http://schemas.openxmlformats.org/drawingml/2006/main" noGrp="1"/>
          </p:cNvSpPr>
          <p:nvPr/>
        </p:nvSpPr>
        <p:spPr>
          <a:xfrm xmlns:ns2="http://schemas.openxmlformats.org/drawingml/2006/main">
            <a:off x="9615464383968" y="2466575455968"/>
            <a:ext cx="512064" cy="512064"/>
          </a:xfrm>
          <a:prstGeom xmlns:ns3="http://schemas.openxmlformats.org/drawingml/2006/main" prst="ellipse"/>
          <a:solidFill xmlns:ns4="http://schemas.openxmlformats.org/drawingml/2006/main">
            <a:srgbClr val="3B82F6"/>
          </a:solidFill>
          <a:ln xmlns:ns5="http://schemas.openxmlformats.org/drawingml/2006/main">
            <a:noFill/>
          </a:ln>
        </p:spPr>
      </p:sp>
      <p:sp>
        <p:nvSpPr>
          <p:cNvPr id="8" name="SlideTitle.Header"/>
          <p:cNvSpPr>
            <a:spLocks noGrp="1"/>
          </p:cNvSpPr>
          <p:nvPr>
            <p:ph type="body" idx="15"/>
          </p:nvPr>
        </p:nvSpPr>
        <p:spPr>
          <a:xfrm>
            <a:off x="731520" y="91440"/>
            <a:ext cx="9144000" cy="475488"/>
          </a:xfrm>
        </p:spPr>
        <p:txBody>
          <a:bodyPr wrap="square" anchor="t" anchorCtr="0"/>
          <a:lstStyle>
            <a:defPPr>
              <a:defRPr sz="2800" b="1">
                <a:solidFill>
                  <a:srgbClr val="FFFFFF"/>
                </a:solidFill>
              </a:defRPr>
            </a:defPPr>
          </a:lstStyle>
          <a:p>
            <a:r>
              <a:rPr lang="ja-JP"/>
              <a:t> </a:t>
            </a:r>
          </a:p>
        </p:txBody>
      </p:sp>
      <p:sp>
        <p:nvSpPr>
          <p:cNvPr id="9" name="SlideSubtitle.Header"/>
          <p:cNvSpPr>
            <a:spLocks noGrp="1"/>
          </p:cNvSpPr>
          <p:nvPr>
            <p:ph type="body" idx="16"/>
          </p:nvPr>
        </p:nvSpPr>
        <p:spPr>
          <a:xfrm>
            <a:off x="731520" y="658368"/>
            <a:ext cx="9144000" cy="274320"/>
          </a:xfrm>
        </p:spPr>
        <p:txBody>
          <a:bodyPr wrap="square" anchor="t" anchorCtr="0"/>
          <a:lstStyle>
            <a:defPPr>
              <a:defRPr sz="1200">
                <a:solidFill>
                  <a:srgbClr val="CADCFC"/>
                </a:solidFill>
              </a:defRPr>
            </a:defPPr>
          </a:lstStyle>
          <a:p>
            <a:r>
              <a:rPr lang="ja-JP"/>
              <a:t> </a:t>
            </a:r>
          </a:p>
        </p:txBody>
      </p:sp>
      <p:sp>
        <p:nvSpPr>
          <p:cNvPr id="10" name="Step1"/>
          <p:cNvSpPr>
            <a:spLocks noGrp="1"/>
          </p:cNvSpPr>
          <p:nvPr>
            <p:ph type="body" idx="1"/>
          </p:nvPr>
        </p:nvSpPr>
        <p:spPr>
          <a:xfrm>
            <a:off x="457200" y="3291840"/>
            <a:ext cx="2560320" cy="2743200"/>
          </a:xfrm>
        </p:spPr>
        <p:txBody>
          <a:bodyPr wrap="square" anchor="t" anchorCtr="0"/>
          <a:lstStyle>
            <a:defPPr algn="ctr">
              <a:defRPr sz="1300"/>
            </a:defPPr>
          </a:lstStyle>
          <a:p>
            <a:r>
              <a:rPr lang="ja-JP"/>
              <a:t> </a:t>
            </a:r>
          </a:p>
        </p:txBody>
      </p:sp>
      <p:sp>
        <p:nvSpPr>
          <p:cNvPr id="11" name="Step2"/>
          <p:cNvSpPr>
            <a:spLocks noGrp="1"/>
          </p:cNvSpPr>
          <p:nvPr>
            <p:ph type="body" idx="2"/>
          </p:nvPr>
        </p:nvSpPr>
        <p:spPr>
          <a:xfrm>
            <a:off x="3383280" y="3291840"/>
            <a:ext cx="2560320" cy="2743200"/>
          </a:xfrm>
        </p:spPr>
        <p:txBody>
          <a:bodyPr wrap="square" anchor="t" anchorCtr="0"/>
          <a:lstStyle>
            <a:defPPr algn="ctr">
              <a:defRPr sz="1300"/>
            </a:defPPr>
          </a:lstStyle>
          <a:p>
            <a:r>
              <a:rPr lang="ja-JP"/>
              <a:t> </a:t>
            </a:r>
          </a:p>
        </p:txBody>
      </p:sp>
      <p:sp>
        <p:nvSpPr>
          <p:cNvPr id="12" name="Step3"/>
          <p:cNvSpPr>
            <a:spLocks noGrp="1"/>
          </p:cNvSpPr>
          <p:nvPr>
            <p:ph type="body" idx="3"/>
          </p:nvPr>
        </p:nvSpPr>
        <p:spPr>
          <a:xfrm>
            <a:off x="6309360" y="3291840"/>
            <a:ext cx="2560320" cy="2743200"/>
          </a:xfrm>
        </p:spPr>
        <p:txBody>
          <a:bodyPr wrap="square" anchor="t" anchorCtr="0"/>
          <a:lstStyle>
            <a:defPPr algn="ctr">
              <a:defRPr sz="1300"/>
            </a:defPPr>
          </a:lstStyle>
          <a:p>
            <a:r>
              <a:rPr lang="ja-JP"/>
              <a:t> </a:t>
            </a:r>
          </a:p>
        </p:txBody>
      </p:sp>
      <p:sp>
        <p:nvSpPr>
          <p:cNvPr id="13" name="Step4"/>
          <p:cNvSpPr>
            <a:spLocks noGrp="1"/>
          </p:cNvSpPr>
          <p:nvPr>
            <p:ph type="body" idx="4"/>
          </p:nvPr>
        </p:nvSpPr>
        <p:spPr>
          <a:xfrm>
            <a:off x="9144000" y="3291840"/>
            <a:ext cx="2560320" cy="2743200"/>
          </a:xfrm>
        </p:spPr>
        <p:txBody>
          <a:bodyPr wrap="square" anchor="t" anchorCtr="0"/>
          <a:lstStyle>
            <a:defPPr algn="ctr">
              <a:defRPr sz="1300"/>
            </a:defPPr>
          </a:lstStyle>
          <a:p>
            <a:r>
              <a:rPr lang="ja-JP"/>
              <a:t> </a:t>
            </a:r>
          </a:p>
        </p:txBody>
      </p:sp>
      <p:sp>
        <p:nvSpPr>
          <p:cNvPr id="14" name="SlideNum.Footer"/>
          <p:cNvSpPr>
            <a:spLocks noGrp="1"/>
          </p:cNvSpPr>
          <p:nvPr>
            <p:ph type="sldNum" idx="50"/>
          </p:nvPr>
        </p:nvSpPr>
        <p:spPr>
          <a:xfrm>
            <a:off x="10972800" y="6446520"/>
            <a:ext cx="1097280" cy="274320"/>
          </a:xfrm>
        </p:spPr>
        <p:txBody>
          <a:bodyPr wrap="square" anchor="t" anchorCtr="0"/>
          <a:lstStyle>
            <a:defPPr algn="r">
              <a:defRPr sz="1000">
                <a:solidFill>
                  <a:srgbClr val="94A3B8"/>
                </a:solidFill>
              </a:defRPr>
            </a:defPPr>
          </a:lstStyle>
          <a:p>
            <a:r>
              <a:rPr lang="ja-JP"/>
              <a:t> </a:t>
            </a:r>
          </a:p>
        </p:txBody>
      </p:sp>
    </p:spTree>
  </p:cSld>
  <p:clrMapOvr/>
</p:sldLayout>
</file>

<file path=ppt/slideLayouts/slideLayout26.xml><?xml version="1.0" encoding="utf-8"?>
<p:sldLayout xmlns:a="http://schemas.openxmlformats.org/drawingml/2006/main" xmlns:p="http://schemas.openxmlformats.org/presentationml/2006/main" xmlns:r="http://schemas.openxmlformats.org/officeDocument/2006/relationships" type="blank" preserve="1">
  <p:cSld name="Process.3Step.Sequenti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Bar"/>
          <p:cNvSpPr>
            <a:spLocks xmlns:ns1="http://schemas.openxmlformats.org/drawingml/2006/main" noGrp="1" noSelect="0" noRot="1" noMove="1"/>
          </p:cNvSpPr>
          <p:nvPr/>
        </p:nvSpPr>
        <p:spPr>
          <a:xfrm xmlns:ns2="http://schemas.openxmlformats.org/drawingml/2006/main">
            <a:off x="0" y="0"/>
            <a:ext cx="12192000" cy="1051560"/>
          </a:xfrm>
          <a:prstGeom xmlns:ns3="http://schemas.openxmlformats.org/drawingml/2006/main" prst="rect"/>
          <a:solidFill xmlns:ns4="http://schemas.openxmlformats.org/drawingml/2006/main">
            <a:srgbClr val="1E2761"/>
          </a:solidFill>
          <a:ln xmlns:ns5="http://schemas.openxmlformats.org/drawingml/2006/main">
            <a:noFill/>
          </a:ln>
        </p:spPr>
      </p:sp>
      <p:sp>
        <p:nvSpPr>
          <p:cNvPr id="3" name="VLine"/>
          <p:cNvSpPr>
            <a:spLocks xmlns:ns1="http://schemas.openxmlformats.org/drawingml/2006/main" noGrp="1" noSelect="0" noRot="1" noMove="1"/>
          </p:cNvSpPr>
          <p:nvPr/>
        </p:nvSpPr>
        <p:spPr>
          <a:xfrm xmlns:ns2="http://schemas.openxmlformats.org/drawingml/2006/main">
            <a:off x="1828800" y="1645920"/>
            <a:ext cx="36576" cy="4389120"/>
          </a:xfrm>
          <a:prstGeom xmlns:ns3="http://schemas.openxmlformats.org/drawingml/2006/main" prst="rect"/>
          <a:solidFill xmlns:ns4="http://schemas.openxmlformats.org/drawingml/2006/main">
            <a:srgbClr val="CADCFC"/>
          </a:solidFill>
          <a:ln xmlns:ns5="http://schemas.openxmlformats.org/drawingml/2006/main">
            <a:noFill/>
          </a:ln>
        </p:spPr>
      </p:sp>
      <p:sp>
        <p:nvSpPr>
          <p:cNvPr id="4" name="S1"/>
          <p:cNvSpPr>
            <a:spLocks xmlns:ns1="http://schemas.openxmlformats.org/drawingml/2006/main" noGrp="1"/>
          </p:cNvSpPr>
          <p:nvPr/>
        </p:nvSpPr>
        <p:spPr>
          <a:xfrm xmlns:ns2="http://schemas.openxmlformats.org/drawingml/2006/main">
            <a:off x="1688977066032" y="1839479990832"/>
            <a:ext cx="402336" cy="402336"/>
          </a:xfrm>
          <a:prstGeom xmlns:ns3="http://schemas.openxmlformats.org/drawingml/2006/main" prst="ellipse"/>
          <a:solidFill xmlns:ns4="http://schemas.openxmlformats.org/drawingml/2006/main">
            <a:srgbClr val="3B82F6"/>
          </a:solidFill>
          <a:ln xmlns:ns5="http://schemas.openxmlformats.org/drawingml/2006/main">
            <a:noFill/>
          </a:ln>
        </p:spPr>
      </p:sp>
      <p:sp>
        <p:nvSpPr>
          <p:cNvPr id="5" name="S2"/>
          <p:cNvSpPr>
            <a:spLocks xmlns:ns1="http://schemas.openxmlformats.org/drawingml/2006/main" noGrp="1"/>
          </p:cNvSpPr>
          <p:nvPr/>
        </p:nvSpPr>
        <p:spPr>
          <a:xfrm xmlns:ns2="http://schemas.openxmlformats.org/drawingml/2006/main">
            <a:off x="1688977066032" y="3177283766832"/>
            <a:ext cx="402336" cy="402336"/>
          </a:xfrm>
          <a:prstGeom xmlns:ns3="http://schemas.openxmlformats.org/drawingml/2006/main" prst="ellipse"/>
          <a:solidFill xmlns:ns4="http://schemas.openxmlformats.org/drawingml/2006/main">
            <a:srgbClr val="3B82F6"/>
          </a:solidFill>
          <a:ln xmlns:ns5="http://schemas.openxmlformats.org/drawingml/2006/main">
            <a:noFill/>
          </a:ln>
        </p:spPr>
      </p:sp>
      <p:sp>
        <p:nvSpPr>
          <p:cNvPr id="6" name="S3"/>
          <p:cNvSpPr>
            <a:spLocks xmlns:ns1="http://schemas.openxmlformats.org/drawingml/2006/main" noGrp="1"/>
          </p:cNvSpPr>
          <p:nvPr/>
        </p:nvSpPr>
        <p:spPr>
          <a:xfrm xmlns:ns2="http://schemas.openxmlformats.org/drawingml/2006/main">
            <a:off x="1688977066032" y="4515087542832"/>
            <a:ext cx="402336" cy="402336"/>
          </a:xfrm>
          <a:prstGeom xmlns:ns3="http://schemas.openxmlformats.org/drawingml/2006/main" prst="ellipse"/>
          <a:solidFill xmlns:ns4="http://schemas.openxmlformats.org/drawingml/2006/main">
            <a:srgbClr val="3B82F6"/>
          </a:solidFill>
          <a:ln xmlns:ns5="http://schemas.openxmlformats.org/drawingml/2006/main">
            <a:noFill/>
          </a:ln>
        </p:spPr>
      </p:sp>
      <p:sp>
        <p:nvSpPr>
          <p:cNvPr id="7" name="SlideTitle.Header"/>
          <p:cNvSpPr>
            <a:spLocks noGrp="1"/>
          </p:cNvSpPr>
          <p:nvPr>
            <p:ph type="body" idx="15"/>
          </p:nvPr>
        </p:nvSpPr>
        <p:spPr>
          <a:xfrm>
            <a:off x="731520" y="91440"/>
            <a:ext cx="9144000" cy="475488"/>
          </a:xfrm>
        </p:spPr>
        <p:txBody>
          <a:bodyPr wrap="square" anchor="t" anchorCtr="0"/>
          <a:lstStyle>
            <a:defPPr>
              <a:defRPr sz="2800" b="1">
                <a:solidFill>
                  <a:srgbClr val="FFFFFF"/>
                </a:solidFill>
              </a:defRPr>
            </a:defPPr>
          </a:lstStyle>
          <a:p>
            <a:r>
              <a:rPr lang="ja-JP"/>
              <a:t> </a:t>
            </a:r>
          </a:p>
        </p:txBody>
      </p:sp>
      <p:sp>
        <p:nvSpPr>
          <p:cNvPr id="8" name="SlideSubtitle.Header"/>
          <p:cNvSpPr>
            <a:spLocks noGrp="1"/>
          </p:cNvSpPr>
          <p:nvPr>
            <p:ph type="body" idx="16"/>
          </p:nvPr>
        </p:nvSpPr>
        <p:spPr>
          <a:xfrm>
            <a:off x="731520" y="658368"/>
            <a:ext cx="9144000" cy="274320"/>
          </a:xfrm>
        </p:spPr>
        <p:txBody>
          <a:bodyPr wrap="square" anchor="t" anchorCtr="0"/>
          <a:lstStyle>
            <a:defPPr>
              <a:defRPr sz="1200">
                <a:solidFill>
                  <a:srgbClr val="CADCFC"/>
                </a:solidFill>
              </a:defRPr>
            </a:defPPr>
          </a:lstStyle>
          <a:p>
            <a:r>
              <a:rPr lang="ja-JP"/>
              <a:t> </a:t>
            </a:r>
          </a:p>
        </p:txBody>
      </p:sp>
      <p:sp>
        <p:nvSpPr>
          <p:cNvPr id="9" name="Step1.Top"/>
          <p:cNvSpPr>
            <a:spLocks noGrp="1"/>
          </p:cNvSpPr>
          <p:nvPr>
            <p:ph type="body" idx="1"/>
          </p:nvPr>
        </p:nvSpPr>
        <p:spPr>
          <a:xfrm>
            <a:off x="2560320" y="1554480"/>
            <a:ext cx="8686800" cy="1097280"/>
          </a:xfrm>
        </p:spPr>
        <p:txBody>
          <a:bodyPr wrap="square" anchor="t" anchorCtr="0"/>
          <a:lstStyle/>
          <a:p>
            <a:r>
              <a:rPr lang="ja-JP"/>
              <a:t> </a:t>
            </a:r>
          </a:p>
        </p:txBody>
      </p:sp>
      <p:sp>
        <p:nvSpPr>
          <p:cNvPr id="10" name="Step2.Center"/>
          <p:cNvSpPr>
            <a:spLocks noGrp="1"/>
          </p:cNvSpPr>
          <p:nvPr>
            <p:ph type="body" idx="2"/>
          </p:nvPr>
        </p:nvSpPr>
        <p:spPr>
          <a:xfrm>
            <a:off x="2560320" y="3017520"/>
            <a:ext cx="8686800" cy="1097280"/>
          </a:xfrm>
        </p:spPr>
        <p:txBody>
          <a:bodyPr wrap="square" anchor="t" anchorCtr="0"/>
          <a:lstStyle/>
          <a:p>
            <a:r>
              <a:rPr lang="ja-JP"/>
              <a:t> </a:t>
            </a:r>
          </a:p>
        </p:txBody>
      </p:sp>
      <p:sp>
        <p:nvSpPr>
          <p:cNvPr id="11" name="Step3.Bottom"/>
          <p:cNvSpPr>
            <a:spLocks noGrp="1"/>
          </p:cNvSpPr>
          <p:nvPr>
            <p:ph type="body" idx="3"/>
          </p:nvPr>
        </p:nvSpPr>
        <p:spPr>
          <a:xfrm>
            <a:off x="2560320" y="4480560"/>
            <a:ext cx="8686800" cy="1097280"/>
          </a:xfrm>
        </p:spPr>
        <p:txBody>
          <a:bodyPr wrap="square" anchor="t" anchorCtr="0"/>
          <a:lstStyle/>
          <a:p>
            <a:r>
              <a:rPr lang="ja-JP"/>
              <a:t> </a:t>
            </a:r>
          </a:p>
        </p:txBody>
      </p:sp>
      <p:sp>
        <p:nvSpPr>
          <p:cNvPr id="12" name="SlideNum.Footer"/>
          <p:cNvSpPr>
            <a:spLocks noGrp="1"/>
          </p:cNvSpPr>
          <p:nvPr>
            <p:ph type="sldNum" idx="50"/>
          </p:nvPr>
        </p:nvSpPr>
        <p:spPr>
          <a:xfrm>
            <a:off x="10972800" y="6446520"/>
            <a:ext cx="1097280" cy="274320"/>
          </a:xfrm>
        </p:spPr>
        <p:txBody>
          <a:bodyPr wrap="square" anchor="t" anchorCtr="0"/>
          <a:lstStyle>
            <a:defPPr algn="r">
              <a:defRPr sz="1000">
                <a:solidFill>
                  <a:srgbClr val="94A3B8"/>
                </a:solidFill>
              </a:defRPr>
            </a:defPPr>
          </a:lstStyle>
          <a:p>
            <a:r>
              <a:rPr lang="ja-JP"/>
              <a:t> </a:t>
            </a:r>
          </a:p>
        </p:txBody>
      </p:sp>
    </p:spTree>
  </p:cSld>
  <p:clrMapOvr/>
</p:sldLayout>
</file>

<file path=ppt/slideLayouts/slideLayout27.xml><?xml version="1.0" encoding="utf-8"?>
<p:sldLayout xmlns:a="http://schemas.openxmlformats.org/drawingml/2006/main" xmlns:p="http://schemas.openxmlformats.org/presentationml/2006/main" xmlns:r="http://schemas.openxmlformats.org/officeDocument/2006/relationships" type="blank" preserve="1">
  <p:cSld name="Summary.1Agenda.Sing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G"/>
          <p:cNvSpPr>
            <a:spLocks xmlns:ns1="http://schemas.openxmlformats.org/drawingml/2006/main" noGrp="1" noSelect="0" noRot="1" noMove="1"/>
          </p:cNvSpPr>
          <p:nvPr/>
        </p:nvSpPr>
        <p:spPr>
          <a:xfrm xmlns:ns2="http://schemas.openxmlformats.org/drawingml/2006/main">
            <a:off x="0" y="0"/>
            <a:ext cx="12192000" cy="6858000"/>
          </a:xfrm>
          <a:prstGeom xmlns:ns3="http://schemas.openxmlformats.org/drawingml/2006/main" prst="rect"/>
          <a:solidFill xmlns:ns4="http://schemas.openxmlformats.org/drawingml/2006/main">
            <a:srgbClr val="FFFFFF"/>
          </a:solidFill>
          <a:ln xmlns:ns5="http://schemas.openxmlformats.org/drawingml/2006/main">
            <a:noFill/>
          </a:ln>
        </p:spPr>
      </p:sp>
      <p:sp>
        <p:nvSpPr>
          <p:cNvPr id="3" name="LeftPanel"/>
          <p:cNvSpPr>
            <a:spLocks xmlns:ns1="http://schemas.openxmlformats.org/drawingml/2006/main" noGrp="1" noSelect="0" noRot="1" noMove="1"/>
          </p:cNvSpPr>
          <p:nvPr/>
        </p:nvSpPr>
        <p:spPr>
          <a:xfrm xmlns:ns2="http://schemas.openxmlformats.org/drawingml/2006/main">
            <a:off x="0" y="0"/>
            <a:ext cx="4114800" cy="6858000"/>
          </a:xfrm>
          <a:prstGeom xmlns:ns3="http://schemas.openxmlformats.org/drawingml/2006/main" prst="rect"/>
          <a:solidFill xmlns:ns4="http://schemas.openxmlformats.org/drawingml/2006/main">
            <a:srgbClr val="1E2761"/>
          </a:solidFill>
          <a:ln xmlns:ns5="http://schemas.openxmlformats.org/drawingml/2006/main">
            <a:noFill/>
          </a:ln>
        </p:spPr>
      </p:sp>
      <p:sp>
        <p:nvSpPr>
          <p:cNvPr id="4" name="AccentBar"/>
          <p:cNvSpPr>
            <a:spLocks xmlns:ns1="http://schemas.openxmlformats.org/drawingml/2006/main" noGrp="1" noSelect="0" noRot="1" noMove="1"/>
          </p:cNvSpPr>
          <p:nvPr/>
        </p:nvSpPr>
        <p:spPr>
          <a:xfrm xmlns:ns2="http://schemas.openxmlformats.org/drawingml/2006/main">
            <a:off x="0" y="0"/>
            <a:ext cx="164592" cy="6858000"/>
          </a:xfrm>
          <a:prstGeom xmlns:ns3="http://schemas.openxmlformats.org/drawingml/2006/main" prst="rect"/>
          <a:solidFill xmlns:ns4="http://schemas.openxmlformats.org/drawingml/2006/main">
            <a:srgbClr val="3B82F6"/>
          </a:solidFill>
          <a:ln xmlns:ns5="http://schemas.openxmlformats.org/drawingml/2006/main">
            <a:noFill/>
          </a:ln>
        </p:spPr>
      </p:sp>
      <p:sp>
        <p:nvSpPr>
          <p:cNvPr id="5" name="Title.Left"/>
          <p:cNvSpPr>
            <a:spLocks noGrp="1"/>
          </p:cNvSpPr>
          <p:nvPr>
            <p:ph type="body" idx="15"/>
          </p:nvPr>
        </p:nvSpPr>
        <p:spPr>
          <a:xfrm>
            <a:off x="548640" y="914400"/>
            <a:ext cx="3200400" cy="1371600"/>
          </a:xfrm>
        </p:spPr>
        <p:txBody>
          <a:bodyPr wrap="square" anchor="t" anchorCtr="0"/>
          <a:lstStyle>
            <a:defPPr>
              <a:defRPr sz="3600" b="1">
                <a:solidFill>
                  <a:srgbClr val="FFFFFF"/>
                </a:solidFill>
              </a:defRPr>
            </a:defPPr>
          </a:lstStyle>
          <a:p>
            <a:r>
              <a:rPr lang="ja-JP"/>
              <a:t> </a:t>
            </a:r>
          </a:p>
        </p:txBody>
      </p:sp>
      <p:sp>
        <p:nvSpPr>
          <p:cNvPr id="6" name="MeetingInfo.Left"/>
          <p:cNvSpPr>
            <a:spLocks noGrp="1"/>
          </p:cNvSpPr>
          <p:nvPr>
            <p:ph type="body" idx="16"/>
          </p:nvPr>
        </p:nvSpPr>
        <p:spPr>
          <a:xfrm>
            <a:off x="548640" y="2560320"/>
            <a:ext cx="3200400" cy="3200400"/>
          </a:xfrm>
        </p:spPr>
        <p:txBody>
          <a:bodyPr wrap="square" anchor="t" anchorCtr="0"/>
          <a:lstStyle>
            <a:defPPr>
              <a:defRPr>
                <a:solidFill>
                  <a:srgbClr val="CADCFC"/>
                </a:solidFill>
              </a:defRPr>
            </a:defPPr>
          </a:lstStyle>
          <a:p>
            <a:r>
              <a:rPr lang="ja-JP"/>
              <a:t> </a:t>
            </a:r>
          </a:p>
        </p:txBody>
      </p:sp>
      <p:sp>
        <p:nvSpPr>
          <p:cNvPr id="7" name="AgendaItems.Right"/>
          <p:cNvSpPr>
            <a:spLocks noGrp="1"/>
          </p:cNvSpPr>
          <p:nvPr>
            <p:ph type="body" idx="1"/>
          </p:nvPr>
        </p:nvSpPr>
        <p:spPr>
          <a:xfrm>
            <a:off x="4572000" y="731520"/>
            <a:ext cx="6858000" cy="5486400"/>
          </a:xfrm>
        </p:spPr>
        <p:txBody>
          <a:bodyPr wrap="square" anchor="t" anchorCtr="0"/>
          <a:lstStyle>
            <a:defPPr>
              <a:defRPr sz="1500"/>
            </a:defPPr>
          </a:lstStyle>
          <a:p>
            <a:r>
              <a:rPr lang="ja-JP"/>
              <a:t> </a:t>
            </a:r>
          </a:p>
        </p:txBody>
      </p:sp>
    </p:spTree>
  </p:cSld>
  <p:clrMapOvr/>
</p:sldLayout>
</file>

<file path=ppt/slideLayouts/slideLayout28.xml><?xml version="1.0" encoding="utf-8"?>
<p:sldLayout xmlns:a="http://schemas.openxmlformats.org/drawingml/2006/main" xmlns:p="http://schemas.openxmlformats.org/presentationml/2006/main" xmlns:r="http://schemas.openxmlformats.org/officeDocument/2006/relationships" type="blank" preserve="1">
  <p:cSld name="Summary.2Block.Equ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Bar"/>
          <p:cNvSpPr>
            <a:spLocks xmlns:ns1="http://schemas.openxmlformats.org/drawingml/2006/main" noGrp="1" noSelect="0" noRot="1" noMove="1"/>
          </p:cNvSpPr>
          <p:nvPr/>
        </p:nvSpPr>
        <p:spPr>
          <a:xfrm xmlns:ns2="http://schemas.openxmlformats.org/drawingml/2006/main">
            <a:off x="0" y="0"/>
            <a:ext cx="12192000" cy="1051560"/>
          </a:xfrm>
          <a:prstGeom xmlns:ns3="http://schemas.openxmlformats.org/drawingml/2006/main" prst="rect"/>
          <a:solidFill xmlns:ns4="http://schemas.openxmlformats.org/drawingml/2006/main">
            <a:srgbClr val="1E2761"/>
          </a:solidFill>
          <a:ln xmlns:ns5="http://schemas.openxmlformats.org/drawingml/2006/main">
            <a:noFill/>
          </a:ln>
        </p:spPr>
      </p:sp>
      <p:sp>
        <p:nvSpPr>
          <p:cNvPr id="3" name="FindingsPanel"/>
          <p:cNvSpPr>
            <a:spLocks xmlns:ns1="http://schemas.openxmlformats.org/drawingml/2006/main" noGrp="1" noSelect="0" noRot="1" noMove="1"/>
          </p:cNvSpPr>
          <p:nvPr/>
        </p:nvSpPr>
        <p:spPr>
          <a:xfrm xmlns:ns2="http://schemas.openxmlformats.org/drawingml/2006/main">
            <a:off x="457200" y="1280160"/>
            <a:ext cx="7132320" cy="5029200"/>
          </a:xfrm>
          <a:prstGeom xmlns:ns3="http://schemas.openxmlformats.org/drawingml/2006/main" prst="roundRect">
            <a:avLst>
              <a:gd name="adj" fmla="val 8000"/>
            </a:avLst>
          </a:prstGeom>
          <a:solidFill xmlns:ns4="http://schemas.openxmlformats.org/drawingml/2006/main">
            <a:srgbClr val="EDF0F7"/>
          </a:solidFill>
          <a:ln xmlns:ns5="http://schemas.openxmlformats.org/drawingml/2006/main">
            <a:noFill/>
          </a:ln>
        </p:spPr>
      </p:sp>
      <p:sp>
        <p:nvSpPr>
          <p:cNvPr id="4" name="RecPanel"/>
          <p:cNvSpPr>
            <a:spLocks xmlns:ns1="http://schemas.openxmlformats.org/drawingml/2006/main" noGrp="1" noSelect="0" noRot="1" noMove="1"/>
          </p:cNvSpPr>
          <p:nvPr/>
        </p:nvSpPr>
        <p:spPr>
          <a:xfrm xmlns:ns2="http://schemas.openxmlformats.org/drawingml/2006/main">
            <a:off x="7863840" y="1280160"/>
            <a:ext cx="3749039" cy="5029200"/>
          </a:xfrm>
          <a:prstGeom xmlns:ns3="http://schemas.openxmlformats.org/drawingml/2006/main" prst="roundRect">
            <a:avLst>
              <a:gd name="adj" fmla="val 8000"/>
            </a:avLst>
          </a:prstGeom>
          <a:solidFill xmlns:ns4="http://schemas.openxmlformats.org/drawingml/2006/main">
            <a:srgbClr val="F0F4FF"/>
          </a:solidFill>
          <a:ln xmlns:ns5="http://schemas.openxmlformats.org/drawingml/2006/main">
            <a:noFill/>
          </a:ln>
        </p:spPr>
      </p:sp>
      <p:sp>
        <p:nvSpPr>
          <p:cNvPr id="5" name="RecAccent"/>
          <p:cNvSpPr>
            <a:spLocks xmlns:ns1="http://schemas.openxmlformats.org/drawingml/2006/main" noGrp="1" noSelect="0" noRot="1" noMove="1"/>
          </p:cNvSpPr>
          <p:nvPr/>
        </p:nvSpPr>
        <p:spPr>
          <a:xfrm xmlns:ns2="http://schemas.openxmlformats.org/drawingml/2006/main">
            <a:off x="7863840" y="1280160"/>
            <a:ext cx="54864" cy="5029200"/>
          </a:xfrm>
          <a:prstGeom xmlns:ns3="http://schemas.openxmlformats.org/drawingml/2006/main" prst="rect"/>
          <a:solidFill xmlns:ns4="http://schemas.openxmlformats.org/drawingml/2006/main">
            <a:srgbClr val="3B82F6"/>
          </a:solidFill>
          <a:ln xmlns:ns5="http://schemas.openxmlformats.org/drawingml/2006/main">
            <a:noFill/>
          </a:ln>
        </p:spPr>
      </p:sp>
      <p:sp>
        <p:nvSpPr>
          <p:cNvPr id="6" name="SlideTitle.Header"/>
          <p:cNvSpPr>
            <a:spLocks noGrp="1"/>
          </p:cNvSpPr>
          <p:nvPr>
            <p:ph type="body" idx="15"/>
          </p:nvPr>
        </p:nvSpPr>
        <p:spPr>
          <a:xfrm>
            <a:off x="731520" y="91440"/>
            <a:ext cx="9144000" cy="475488"/>
          </a:xfrm>
        </p:spPr>
        <p:txBody>
          <a:bodyPr wrap="square" anchor="t" anchorCtr="0"/>
          <a:lstStyle>
            <a:defPPr>
              <a:defRPr sz="2800" b="1">
                <a:solidFill>
                  <a:srgbClr val="FFFFFF"/>
                </a:solidFill>
              </a:defRPr>
            </a:defPPr>
          </a:lstStyle>
          <a:p>
            <a:r>
              <a:rPr lang="ja-JP"/>
              <a:t> </a:t>
            </a:r>
          </a:p>
        </p:txBody>
      </p:sp>
      <p:sp>
        <p:nvSpPr>
          <p:cNvPr id="7" name="SlideSubtitle.Header"/>
          <p:cNvSpPr>
            <a:spLocks noGrp="1"/>
          </p:cNvSpPr>
          <p:nvPr>
            <p:ph type="body" idx="16"/>
          </p:nvPr>
        </p:nvSpPr>
        <p:spPr>
          <a:xfrm>
            <a:off x="731520" y="658368"/>
            <a:ext cx="9144000" cy="274320"/>
          </a:xfrm>
        </p:spPr>
        <p:txBody>
          <a:bodyPr wrap="square" anchor="t" anchorCtr="0"/>
          <a:lstStyle>
            <a:defPPr>
              <a:defRPr sz="1200">
                <a:solidFill>
                  <a:srgbClr val="CADCFC"/>
                </a:solidFill>
              </a:defRPr>
            </a:defPPr>
          </a:lstStyle>
          <a:p>
            <a:r>
              <a:rPr lang="ja-JP"/>
              <a:t> </a:t>
            </a:r>
          </a:p>
        </p:txBody>
      </p:sp>
      <p:sp>
        <p:nvSpPr>
          <p:cNvPr id="8" name="Body1.Left"/>
          <p:cNvSpPr>
            <a:spLocks noGrp="1"/>
          </p:cNvSpPr>
          <p:nvPr>
            <p:ph type="body" idx="1"/>
          </p:nvPr>
        </p:nvSpPr>
        <p:spPr>
          <a:xfrm>
            <a:off x="822960" y="1554480"/>
            <a:ext cx="6400800" cy="4572000"/>
          </a:xfrm>
        </p:spPr>
        <p:txBody>
          <a:bodyPr wrap="square" anchor="t" anchorCtr="0"/>
          <a:lstStyle/>
          <a:p>
            <a:r>
              <a:rPr lang="ja-JP"/>
              <a:t> </a:t>
            </a:r>
          </a:p>
        </p:txBody>
      </p:sp>
      <p:sp>
        <p:nvSpPr>
          <p:cNvPr id="9" name="Body2.Right"/>
          <p:cNvSpPr>
            <a:spLocks noGrp="1"/>
          </p:cNvSpPr>
          <p:nvPr>
            <p:ph type="body" idx="2"/>
          </p:nvPr>
        </p:nvSpPr>
        <p:spPr>
          <a:xfrm>
            <a:off x="8229600" y="1554480"/>
            <a:ext cx="3108960" cy="4572000"/>
          </a:xfrm>
        </p:spPr>
        <p:txBody>
          <a:bodyPr wrap="square" anchor="t" anchorCtr="0"/>
          <a:lstStyle>
            <a:defPPr>
              <a:defRPr sz="1300"/>
            </a:defPPr>
          </a:lstStyle>
          <a:p>
            <a:r>
              <a:rPr lang="ja-JP"/>
              <a:t> </a:t>
            </a:r>
          </a:p>
        </p:txBody>
      </p:sp>
      <p:sp>
        <p:nvSpPr>
          <p:cNvPr id="10" name="SlideNum.Footer"/>
          <p:cNvSpPr>
            <a:spLocks noGrp="1"/>
          </p:cNvSpPr>
          <p:nvPr>
            <p:ph type="sldNum" idx="50"/>
          </p:nvPr>
        </p:nvSpPr>
        <p:spPr>
          <a:xfrm>
            <a:off x="10972800" y="6446520"/>
            <a:ext cx="1097280" cy="274320"/>
          </a:xfrm>
        </p:spPr>
        <p:txBody>
          <a:bodyPr wrap="square" anchor="t" anchorCtr="0"/>
          <a:lstStyle>
            <a:defPPr algn="r">
              <a:defRPr sz="1000">
                <a:solidFill>
                  <a:srgbClr val="94A3B8"/>
                </a:solidFill>
              </a:defRPr>
            </a:defPPr>
          </a:lstStyle>
          <a:p>
            <a:r>
              <a:rPr lang="ja-JP"/>
              <a:t> </a:t>
            </a:r>
          </a:p>
        </p:txBody>
      </p:sp>
    </p:spTree>
  </p:cSld>
  <p:clrMapOvr/>
</p:sldLayout>
</file>

<file path=ppt/slideLayouts/slideLayout29.xml><?xml version="1.0" encoding="utf-8"?>
<p:sldLayout xmlns:a="http://schemas.openxmlformats.org/drawingml/2006/main" xmlns:p="http://schemas.openxmlformats.org/presentationml/2006/main" xmlns:r="http://schemas.openxmlformats.org/officeDocument/2006/relationships" type="blank" preserve="1">
  <p:cSld name="Closing.1Message.Sing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G"/>
          <p:cNvSpPr>
            <a:spLocks xmlns:ns1="http://schemas.openxmlformats.org/drawingml/2006/main" noGrp="1" noSelect="0" noRot="1" noMove="1"/>
          </p:cNvSpPr>
          <p:nvPr/>
        </p:nvSpPr>
        <p:spPr>
          <a:xfrm xmlns:ns2="http://schemas.openxmlformats.org/drawingml/2006/main">
            <a:off x="0" y="0"/>
            <a:ext cx="12192000" cy="6858000"/>
          </a:xfrm>
          <a:prstGeom xmlns:ns3="http://schemas.openxmlformats.org/drawingml/2006/main" prst="rect"/>
          <a:solidFill xmlns:ns4="http://schemas.openxmlformats.org/drawingml/2006/main">
            <a:srgbClr val="1E2761"/>
          </a:solidFill>
          <a:ln xmlns:ns5="http://schemas.openxmlformats.org/drawingml/2006/main">
            <a:noFill/>
          </a:ln>
        </p:spPr>
      </p:sp>
      <p:sp>
        <p:nvSpPr>
          <p:cNvPr id="3" name="AccentBar"/>
          <p:cNvSpPr>
            <a:spLocks xmlns:ns1="http://schemas.openxmlformats.org/drawingml/2006/main" noGrp="1" noSelect="0" noRot="1" noMove="1"/>
          </p:cNvSpPr>
          <p:nvPr/>
        </p:nvSpPr>
        <p:spPr>
          <a:xfrm xmlns:ns2="http://schemas.openxmlformats.org/drawingml/2006/main">
            <a:off x="0" y="0"/>
            <a:ext cx="164592" cy="6858000"/>
          </a:xfrm>
          <a:prstGeom xmlns:ns3="http://schemas.openxmlformats.org/drawingml/2006/main" prst="rect"/>
          <a:solidFill xmlns:ns4="http://schemas.openxmlformats.org/drawingml/2006/main">
            <a:srgbClr val="3B82F6"/>
          </a:solidFill>
          <a:ln xmlns:ns5="http://schemas.openxmlformats.org/drawingml/2006/main">
            <a:noFill/>
          </a:ln>
        </p:spPr>
      </p:sp>
      <p:sp>
        <p:nvSpPr>
          <p:cNvPr id="4" name="BottomPanel"/>
          <p:cNvSpPr>
            <a:spLocks xmlns:ns1="http://schemas.openxmlformats.org/drawingml/2006/main" noGrp="1" noSelect="0" noRot="1" noMove="1"/>
          </p:cNvSpPr>
          <p:nvPr/>
        </p:nvSpPr>
        <p:spPr>
          <a:xfrm xmlns:ns2="http://schemas.openxmlformats.org/drawingml/2006/main">
            <a:off x="0" y="4389120"/>
            <a:ext cx="12192000" cy="2468880"/>
          </a:xfrm>
          <a:prstGeom xmlns:ns3="http://schemas.openxmlformats.org/drawingml/2006/main" prst="rect"/>
          <a:solidFill xmlns:ns4="http://schemas.openxmlformats.org/drawingml/2006/main">
            <a:srgbClr val="141B41"/>
          </a:solidFill>
          <a:ln xmlns:ns5="http://schemas.openxmlformats.org/drawingml/2006/main">
            <a:noFill/>
          </a:ln>
        </p:spPr>
      </p:sp>
      <p:sp>
        <p:nvSpPr>
          <p:cNvPr id="5" name="CategoryLabel.Top"/>
          <p:cNvSpPr>
            <a:spLocks noGrp="1"/>
          </p:cNvSpPr>
          <p:nvPr>
            <p:ph type="body" idx="10"/>
          </p:nvPr>
        </p:nvSpPr>
        <p:spPr>
          <a:xfrm>
            <a:off x="1097280" y="1371600"/>
            <a:ext cx="9144000" cy="457200"/>
          </a:xfrm>
        </p:spPr>
        <p:txBody>
          <a:bodyPr wrap="square" anchor="t" anchorCtr="0"/>
          <a:lstStyle>
            <a:defPPr>
              <a:defRPr sz="1800" b="1">
                <a:solidFill>
                  <a:srgbClr val="3B82F6"/>
                </a:solidFill>
              </a:defRPr>
            </a:defPPr>
          </a:lstStyle>
          <a:p>
            <a:r>
              <a:rPr lang="ja-JP"/>
              <a:t> </a:t>
            </a:r>
          </a:p>
        </p:txBody>
      </p:sp>
      <p:sp>
        <p:nvSpPr>
          <p:cNvPr id="6" name="Title.Center"/>
          <p:cNvSpPr>
            <a:spLocks noGrp="1"/>
          </p:cNvSpPr>
          <p:nvPr>
            <p:ph type="ctrTitle" idx="0"/>
          </p:nvPr>
        </p:nvSpPr>
        <p:spPr>
          <a:xfrm>
            <a:off x="1097280" y="2011680"/>
            <a:ext cx="9601200" cy="1463040"/>
          </a:xfrm>
        </p:spPr>
        <p:txBody>
          <a:bodyPr wrap="square" anchor="t" anchorCtr="0"/>
          <a:lstStyle>
            <a:defPPr>
              <a:defRPr sz="4200"/>
            </a:defPPr>
          </a:lstStyle>
          <a:p>
            <a:r>
              <a:rPr lang="ja-JP"/>
              <a:t> </a:t>
            </a:r>
          </a:p>
        </p:txBody>
      </p:sp>
      <p:sp>
        <p:nvSpPr>
          <p:cNvPr id="7" name="PresenterName.Bottom"/>
          <p:cNvSpPr>
            <a:spLocks noGrp="1"/>
          </p:cNvSpPr>
          <p:nvPr>
            <p:ph type="body" idx="11"/>
          </p:nvPr>
        </p:nvSpPr>
        <p:spPr>
          <a:xfrm>
            <a:off x="1097280" y="4754880"/>
            <a:ext cx="7315200" cy="457200"/>
          </a:xfrm>
        </p:spPr>
        <p:txBody>
          <a:bodyPr wrap="square" anchor="t" anchorCtr="0"/>
          <a:lstStyle>
            <a:defPPr>
              <a:defRPr sz="1600">
                <a:solidFill>
                  <a:srgbClr val="CADCFC"/>
                </a:solidFill>
              </a:defRPr>
            </a:defPPr>
          </a:lstStyle>
          <a:p>
            <a:r>
              <a:rPr lang="ja-JP"/>
              <a:t> </a:t>
            </a:r>
          </a:p>
        </p:txBody>
      </p:sp>
      <p:sp>
        <p:nvSpPr>
          <p:cNvPr id="8" name="Contact.Bottom"/>
          <p:cNvSpPr>
            <a:spLocks noGrp="1"/>
          </p:cNvSpPr>
          <p:nvPr>
            <p:ph type="body" idx="12"/>
          </p:nvPr>
        </p:nvSpPr>
        <p:spPr>
          <a:xfrm>
            <a:off x="1097280" y="5303520"/>
            <a:ext cx="7315200" cy="731520"/>
          </a:xfrm>
        </p:spPr>
        <p:txBody>
          <a:bodyPr wrap="square" anchor="t" anchorCtr="0"/>
          <a:lstStyle>
            <a:defPPr>
              <a:defRPr sz="1300">
                <a:solidFill>
                  <a:srgbClr val="CADCFC"/>
                </a:solidFill>
              </a:defRPr>
            </a:defPPr>
          </a:lstStyle>
          <a:p>
            <a:r>
              <a:rPr lang="ja-JP"/>
              <a:t> </a:t>
            </a:r>
          </a:p>
        </p:txBody>
      </p:sp>
    </p:spTree>
  </p:cSld>
  <p:clrMapOvr/>
</p:sldLayout>
</file>

<file path=ppt/slideLayouts/slideLayout30.xml><?xml version="1.0" encoding="utf-8"?>
<p:sldLayout xmlns:a="http://schemas.openxmlformats.org/drawingml/2006/main" xmlns:p="http://schemas.openxmlformats.org/presentationml/2006/main" xmlns:r="http://schemas.openxmlformats.org/officeDocument/2006/relationships" type="blank" preserve="1">
  <p:cSld name="Closing.1Steps.Single+1Not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G"/>
          <p:cNvSpPr>
            <a:spLocks xmlns:ns1="http://schemas.openxmlformats.org/drawingml/2006/main" noGrp="1" noSelect="0" noRot="1" noMove="1"/>
          </p:cNvSpPr>
          <p:nvPr/>
        </p:nvSpPr>
        <p:spPr>
          <a:xfrm xmlns:ns2="http://schemas.openxmlformats.org/drawingml/2006/main">
            <a:off x="0" y="0"/>
            <a:ext cx="12192000" cy="6858000"/>
          </a:xfrm>
          <a:prstGeom xmlns:ns3="http://schemas.openxmlformats.org/drawingml/2006/main" prst="rect"/>
          <a:solidFill xmlns:ns4="http://schemas.openxmlformats.org/drawingml/2006/main">
            <a:srgbClr val="1E2761"/>
          </a:solidFill>
          <a:ln xmlns:ns5="http://schemas.openxmlformats.org/drawingml/2006/main">
            <a:noFill/>
          </a:ln>
        </p:spPr>
      </p:sp>
      <p:sp>
        <p:nvSpPr>
          <p:cNvPr id="3" name="AccentBar"/>
          <p:cNvSpPr>
            <a:spLocks xmlns:ns1="http://schemas.openxmlformats.org/drawingml/2006/main" noGrp="1" noSelect="0" noRot="1" noMove="1"/>
          </p:cNvSpPr>
          <p:nvPr/>
        </p:nvSpPr>
        <p:spPr>
          <a:xfrm xmlns:ns2="http://schemas.openxmlformats.org/drawingml/2006/main">
            <a:off x="0" y="0"/>
            <a:ext cx="164592" cy="6858000"/>
          </a:xfrm>
          <a:prstGeom xmlns:ns3="http://schemas.openxmlformats.org/drawingml/2006/main" prst="rect"/>
          <a:solidFill xmlns:ns4="http://schemas.openxmlformats.org/drawingml/2006/main">
            <a:srgbClr val="3B82F6"/>
          </a:solidFill>
          <a:ln xmlns:ns5="http://schemas.openxmlformats.org/drawingml/2006/main">
            <a:noFill/>
          </a:ln>
        </p:spPr>
      </p:sp>
      <p:sp>
        <p:nvSpPr>
          <p:cNvPr id="4" name="StepsPanel"/>
          <p:cNvSpPr>
            <a:spLocks xmlns:ns1="http://schemas.openxmlformats.org/drawingml/2006/main" noGrp="1" noSelect="0" noRot="1" noMove="1"/>
          </p:cNvSpPr>
          <p:nvPr/>
        </p:nvSpPr>
        <p:spPr>
          <a:xfrm xmlns:ns2="http://schemas.openxmlformats.org/drawingml/2006/main">
            <a:off x="731520" y="914400"/>
            <a:ext cx="6858000" cy="5029200"/>
          </a:xfrm>
          <a:prstGeom xmlns:ns3="http://schemas.openxmlformats.org/drawingml/2006/main" prst="roundRect">
            <a:avLst>
              <a:gd name="adj" fmla="val 10000"/>
            </a:avLst>
          </a:prstGeom>
          <a:solidFill xmlns:ns4="http://schemas.openxmlformats.org/drawingml/2006/main">
            <a:srgbClr val="141B41"/>
          </a:solidFill>
          <a:ln xmlns:ns5="http://schemas.openxmlformats.org/drawingml/2006/main">
            <a:noFill/>
          </a:ln>
        </p:spPr>
      </p:sp>
      <p:sp>
        <p:nvSpPr>
          <p:cNvPr id="5" name="CTAPanel"/>
          <p:cNvSpPr>
            <a:spLocks xmlns:ns1="http://schemas.openxmlformats.org/drawingml/2006/main" noGrp="1" noSelect="0" noRot="1" noMove="1"/>
          </p:cNvSpPr>
          <p:nvPr/>
        </p:nvSpPr>
        <p:spPr>
          <a:xfrm xmlns:ns2="http://schemas.openxmlformats.org/drawingml/2006/main">
            <a:off x="8046720" y="914400"/>
            <a:ext cx="3657600" cy="5029200"/>
          </a:xfrm>
          <a:prstGeom xmlns:ns3="http://schemas.openxmlformats.org/drawingml/2006/main" prst="roundRect">
            <a:avLst>
              <a:gd name="adj" fmla="val 10000"/>
            </a:avLst>
          </a:prstGeom>
          <a:solidFill xmlns:ns4="http://schemas.openxmlformats.org/drawingml/2006/main">
            <a:srgbClr val="2D3A6E"/>
          </a:solidFill>
          <a:ln xmlns:ns5="http://schemas.openxmlformats.org/drawingml/2006/main">
            <a:noFill/>
          </a:ln>
        </p:spPr>
      </p:sp>
      <p:sp>
        <p:nvSpPr>
          <p:cNvPr id="6" name="Title.Left"/>
          <p:cNvSpPr>
            <a:spLocks noGrp="1"/>
          </p:cNvSpPr>
          <p:nvPr>
            <p:ph type="body" idx="15"/>
          </p:nvPr>
        </p:nvSpPr>
        <p:spPr>
          <a:xfrm>
            <a:off x="1097280" y="1188720"/>
            <a:ext cx="6217920" cy="640080"/>
          </a:xfrm>
        </p:spPr>
        <p:txBody>
          <a:bodyPr wrap="square" anchor="t" anchorCtr="0"/>
          <a:lstStyle>
            <a:defPPr>
              <a:defRPr sz="2800" b="1">
                <a:solidFill>
                  <a:srgbClr val="FFFFFF"/>
                </a:solidFill>
              </a:defRPr>
            </a:defPPr>
          </a:lstStyle>
          <a:p>
            <a:r>
              <a:rPr lang="ja-JP"/>
              <a:t> </a:t>
            </a:r>
          </a:p>
        </p:txBody>
      </p:sp>
      <p:sp>
        <p:nvSpPr>
          <p:cNvPr id="7" name="ActionSteps.Left"/>
          <p:cNvSpPr>
            <a:spLocks noGrp="1"/>
          </p:cNvSpPr>
          <p:nvPr>
            <p:ph type="body" idx="1"/>
          </p:nvPr>
        </p:nvSpPr>
        <p:spPr>
          <a:xfrm>
            <a:off x="1097280" y="2011680"/>
            <a:ext cx="6217920" cy="3657600"/>
          </a:xfrm>
        </p:spPr>
        <p:txBody>
          <a:bodyPr wrap="square" anchor="t" anchorCtr="0"/>
          <a:lstStyle>
            <a:defPPr>
              <a:defRPr sz="1500">
                <a:solidFill>
                  <a:srgbClr val="CADCFC"/>
                </a:solidFill>
              </a:defRPr>
            </a:defPPr>
          </a:lstStyle>
          <a:p>
            <a:r>
              <a:rPr lang="ja-JP"/>
              <a:t> </a:t>
            </a:r>
          </a:p>
        </p:txBody>
      </p:sp>
      <p:sp>
        <p:nvSpPr>
          <p:cNvPr id="8" name="Notes.Right"/>
          <p:cNvSpPr>
            <a:spLocks noGrp="1"/>
          </p:cNvSpPr>
          <p:nvPr>
            <p:ph type="body" idx="2"/>
          </p:nvPr>
        </p:nvSpPr>
        <p:spPr>
          <a:xfrm>
            <a:off x="8321040" y="1188720"/>
            <a:ext cx="3108960" cy="4572000"/>
          </a:xfrm>
        </p:spPr>
        <p:txBody>
          <a:bodyPr wrap="square" anchor="t" anchorCtr="0"/>
          <a:lstStyle>
            <a:defPPr>
              <a:defRPr>
                <a:solidFill>
                  <a:srgbClr val="FFFFFF"/>
                </a:solidFill>
              </a:defRPr>
            </a:defPPr>
          </a:lstStyle>
          <a:p>
            <a:r>
              <a:rPr lang="ja-JP"/>
              <a:t> </a:t>
            </a:r>
          </a:p>
        </p:txBody>
      </p:sp>
    </p:spTree>
  </p:cSld>
  <p:clrMapOvr/>
</p:sldLayout>
</file>

<file path=ppt/slideLayouts/slideLayout31.xml><?xml version="1.0" encoding="utf-8"?>
<p:sldLayout xmlns:a="http://schemas.openxmlformats.org/drawingml/2006/main" xmlns:p="http://schemas.openxmlformats.org/presentationml/2006/main" xmlns:r="http://schemas.openxmlformats.org/officeDocument/2006/relationships" type="secHead" preserve="1">
  <p:cSld name="SectionNav.1TitleList.Sing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G"/>
          <p:cNvSpPr>
            <a:spLocks noGrp="1" noSelect="0" noRot="1" noMove="1"/>
          </p:cNvSpPr>
          <p:nvPr/>
        </p:nvSpPr>
        <p:spPr>
          <a:xfrm>
            <a:off x="0" y="0"/>
            <a:ext cx="12192000" cy="6858000"/>
          </a:xfrm>
          <a:prstGeom prst="rect"/>
          <a:solidFill>
            <a:srgbClr val="141B41"/>
          </a:solidFill>
          <a:ln>
            <a:noFill/>
          </a:ln>
        </p:spPr>
      </p:sp>
      <p:sp>
        <p:nvSpPr>
          <p:cNvPr id="3" name="AccentBar"/>
          <p:cNvSpPr>
            <a:spLocks noGrp="1" noSelect="0" noRot="1" noMove="1"/>
          </p:cNvSpPr>
          <p:nvPr/>
        </p:nvSpPr>
        <p:spPr>
          <a:xfrm>
            <a:off x="0" y="0"/>
            <a:ext cx="164592" cy="6858000"/>
          </a:xfrm>
          <a:prstGeom prst="rect"/>
          <a:solidFill>
            <a:srgbClr val="3B82F6"/>
          </a:solidFill>
          <a:ln>
            <a:noFill/>
          </a:ln>
        </p:spPr>
      </p:sp>
      <p:sp>
        <p:nvSpPr>
          <p:cNvPr id="4" name="Title.Top"/>
          <p:cNvSpPr>
            <a:spLocks noGrp="1"/>
          </p:cNvSpPr>
          <p:nvPr>
            <p:ph type="body" idx="15"/>
          </p:nvPr>
        </p:nvSpPr>
        <p:spPr>
          <a:xfrm>
            <a:off x="1097280" y="1188720"/>
            <a:ext cx="9601200" cy="914400"/>
          </a:xfrm>
        </p:spPr>
        <p:txBody>
          <a:bodyPr wrap="square" anchor="t" anchorCtr="0"/>
          <a:lstStyle>
            <a:defPPr>
              <a:defRPr sz="3400" b="1">
                <a:solidFill>
                  <a:srgbClr val="FFFFFF"/>
                </a:solidFill>
              </a:defRPr>
            </a:defPPr>
          </a:lstStyle>
          <a:p>
            <a:r>
              <a:rPr lang="ja-JP"/>
              <a:t> </a:t>
            </a:r>
          </a:p>
        </p:txBody>
      </p:sp>
      <p:sp>
        <p:nvSpPr>
          <p:cNvPr id="5" name="Subtitle.Top"/>
          <p:cNvSpPr>
            <a:spLocks noGrp="1"/>
          </p:cNvSpPr>
          <p:nvPr>
            <p:ph type="body" idx="16"/>
          </p:nvPr>
        </p:nvSpPr>
        <p:spPr>
          <a:xfrm>
            <a:off x="1097280" y="2148840"/>
            <a:ext cx="9601200" cy="457200"/>
          </a:xfrm>
        </p:spPr>
        <p:txBody>
          <a:bodyPr wrap="square" anchor="t" anchorCtr="0"/>
          <a:lstStyle>
            <a:defPPr>
              <a:defRPr sz="1500">
                <a:solidFill>
                  <a:srgbClr val="CADCFC"/>
                </a:solidFill>
              </a:defRPr>
            </a:defPPr>
          </a:lstStyle>
          <a:p>
            <a:r>
              <a:rPr lang="ja-JP"/>
              <a:t> </a:t>
            </a:r>
          </a:p>
        </p:txBody>
      </p:sp>
      <p:sp>
        <p:nvSpPr>
          <p:cNvPr id="6" name="ChapterList.Bottom"/>
          <p:cNvSpPr>
            <a:spLocks noGrp="1"/>
          </p:cNvSpPr>
          <p:nvPr>
            <p:ph type="body" idx="1"/>
          </p:nvPr>
        </p:nvSpPr>
        <p:spPr>
          <a:xfrm>
            <a:off x="1097280" y="2743200"/>
            <a:ext cx="9601200" cy="3657600"/>
          </a:xfrm>
        </p:spPr>
        <p:txBody>
          <a:bodyPr wrap="square" anchor="t" anchorCtr="0"/>
          <a:lstStyle>
            <a:defPPr>
              <a:defRPr sz="1700">
                <a:solidFill>
                  <a:srgbClr val="CADCFC"/>
                </a:solidFill>
              </a:defRPr>
            </a:defPPr>
          </a:lstStyle>
          <a:p>
            <a:r>
              <a:rPr lang="ja-JP"/>
              <a:t> </a:t>
            </a:r>
          </a:p>
        </p:txBody>
      </p:sp>
    </p:spTree>
  </p:cSld>
  <p:clrMapOvr/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Relationship Id="rId13" Type="http://schemas.openxmlformats.org/officeDocument/2006/relationships/slideLayout" Target="../slideLayouts/slideLayout12.xml"/><Relationship Id="rId14" Type="http://schemas.openxmlformats.org/officeDocument/2006/relationships/slideLayout" Target="../slideLayouts/slideLayout13.xml"/><Relationship Id="rId15" Type="http://schemas.openxmlformats.org/officeDocument/2006/relationships/slideLayout" Target="../slideLayouts/slideLayout14.xml"/><Relationship Id="rId16" Type="http://schemas.openxmlformats.org/officeDocument/2006/relationships/slideLayout" Target="../slideLayouts/slideLayout15.xml"/><Relationship Id="rId17" Type="http://schemas.openxmlformats.org/officeDocument/2006/relationships/slideLayout" Target="../slideLayouts/slideLayout16.xml"/><Relationship Id="rId18" Type="http://schemas.openxmlformats.org/officeDocument/2006/relationships/slideLayout" Target="../slideLayouts/slideLayout17.xml"/><Relationship Id="rId19" Type="http://schemas.openxmlformats.org/officeDocument/2006/relationships/slideLayout" Target="../slideLayouts/slideLayout18.xml"/><Relationship Id="rId20" Type="http://schemas.openxmlformats.org/officeDocument/2006/relationships/slideLayout" Target="../slideLayouts/slideLayout19.xml"/><Relationship Id="rId21" Type="http://schemas.openxmlformats.org/officeDocument/2006/relationships/slideLayout" Target="../slideLayouts/slideLayout20.xml"/><Relationship Id="rId22" Type="http://schemas.openxmlformats.org/officeDocument/2006/relationships/slideLayout" Target="../slideLayouts/slideLayout21.xml"/><Relationship Id="rId23" Type="http://schemas.openxmlformats.org/officeDocument/2006/relationships/slideLayout" Target="../slideLayouts/slideLayout22.xml"/><Relationship Id="rId24" Type="http://schemas.openxmlformats.org/officeDocument/2006/relationships/slideLayout" Target="../slideLayouts/slideLayout23.xml"/><Relationship Id="rId25" Type="http://schemas.openxmlformats.org/officeDocument/2006/relationships/slideLayout" Target="../slideLayouts/slideLayout24.xml"/><Relationship Id="rId26" Type="http://schemas.openxmlformats.org/officeDocument/2006/relationships/slideLayout" Target="../slideLayouts/slideLayout25.xml"/><Relationship Id="rId27" Type="http://schemas.openxmlformats.org/officeDocument/2006/relationships/slideLayout" Target="../slideLayouts/slideLayout26.xml"/><Relationship Id="rId28" Type="http://schemas.openxmlformats.org/officeDocument/2006/relationships/slideLayout" Target="../slideLayouts/slideLayout27.xml"/><Relationship Id="rId29" Type="http://schemas.openxmlformats.org/officeDocument/2006/relationships/slideLayout" Target="../slideLayouts/slideLayout28.xml"/><Relationship Id="rId30" Type="http://schemas.openxmlformats.org/officeDocument/2006/relationships/slideLayout" Target="../slideLayouts/slideLayout29.xml"/><Relationship Id="rId31" Type="http://schemas.openxmlformats.org/officeDocument/2006/relationships/slideLayout" Target="../slideLayouts/slideLayout30.xml"/><Relationship Id="rId32" Type="http://schemas.openxmlformats.org/officeDocument/2006/relationships/slideLayout" Target="../slideLayouts/slideLayout3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71" r:id="rId13"/>
    <p:sldLayoutId id="2147483672" r:id="rId14"/>
    <p:sldLayoutId id="2147483673" r:id="rId15"/>
    <p:sldLayoutId id="2147483674" r:id="rId16"/>
    <p:sldLayoutId id="2147483675" r:id="rId17"/>
    <p:sldLayoutId id="2147483676" r:id="rId18"/>
    <p:sldLayoutId id="2147483677" r:id="rId19"/>
    <p:sldLayoutId id="2147483678" r:id="rId20"/>
    <p:sldLayoutId id="2147483679" r:id="rId21"/>
    <p:sldLayoutId id="2147483680" r:id="rId22"/>
    <p:sldLayoutId id="2147483681" r:id="rId23"/>
    <p:sldLayoutId id="2147483682" r:id="rId24"/>
    <p:sldLayoutId id="2147483683" r:id="rId25"/>
    <p:sldLayoutId id="2147483684" r:id="rId26"/>
    <p:sldLayoutId id="2147483685" r:id="rId27"/>
    <p:sldLayoutId id="2147483686" r:id="rId28"/>
    <p:sldLayoutId id="2147483687" r:id="rId29"/>
    <p:sldLayoutId id="2147483688" r:id="rId30"/>
    <p:sldLayoutId id="2147483689" r:id="rId31"/>
    <p:sldLayoutId id="2147483690" r:id="rId32"/>
  </p:sldLayoutIdLst>
  <p:txStyles>
    <p:titleStyle>
      <a:lvl1pPr algn="l">
        <a:buNone/>
        <a:defRPr sz="4400" b="1">
          <a:solidFill>
            <a:srgbClr val="FFFFFF"/>
          </a:solidFill>
          <a:latin typeface="+mj-lt"/>
          <a:ea typeface="+mj-ea"/>
        </a:defRPr>
      </a:lvl1pPr>
    </p:titleStyle>
    <p:bodyStyle>
      <a:lvl1pPr algn="l">
        <a:buNone/>
        <a:defRPr sz="1400">
          <a:solidFill>
            <a:srgbClr val="1E293B"/>
          </a:solidFill>
          <a:latin typeface="+mn-lt"/>
          <a:ea typeface="+mn-ea"/>
        </a:defRPr>
      </a:lvl1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Georgia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