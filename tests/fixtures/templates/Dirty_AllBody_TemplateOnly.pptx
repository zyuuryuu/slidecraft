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/>
  <p:sldSz cx="12191695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EEF2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テキスト プレースホルダー 3"/>
          <p:cNvSpPr>
            <a:spLocks noGrp="1"/>
          </p:cNvSpPr>
          <p:nvPr>
            <p:ph type="body" idx="1"/>
          </p:nvPr>
        </p:nvSpPr>
        <p:spPr>
          <a:xfrm>
            <a:off x="1097280" y="1920240"/>
            <a:ext cx="9966960" cy="1097280"/>
          </a:xfrm>
        </p:spPr>
        <p:txBody>
          <a:bodyPr/>
          <a:lstStyle>
            <a:lvl1pPr algn="ctr">
              <a:defRPr sz="4000" b="1">
                <a:solidFill>
                  <a:srgbClr val="1F2430"/>
                </a:solidFill>
              </a:defRPr>
            </a:lvl1pPr>
          </a:lstStyle>
          <a:p>
            <a:r>
              <a:rPr lang="ja-JP"/>
              <a:t>提案書タイトル</a:t>
            </a:r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idx="2"/>
          </p:nvPr>
        </p:nvSpPr>
        <p:spPr>
          <a:xfrm>
            <a:off x="1097280" y="3200400"/>
            <a:ext cx="9966960" cy="548640"/>
          </a:xfrm>
        </p:spPr>
        <p:txBody>
          <a:bodyPr/>
          <a:lstStyle>
            <a:lvl1pPr algn="ctr">
              <a:defRPr sz="1800">
                <a:solidFill>
                  <a:srgbClr val="5A6472"/>
                </a:solidFill>
              </a:defRPr>
            </a:lvl1pPr>
          </a:lstStyle>
          <a:p>
            <a:r>
              <a:rPr lang="ja-JP"/>
              <a:t>サブタイトル／部署名</a:t>
            </a:r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idx="3"/>
          </p:nvPr>
        </p:nvSpPr>
        <p:spPr>
          <a:xfrm>
            <a:off x="1097280" y="5120640"/>
            <a:ext cx="9966960" cy="365760"/>
          </a:xfrm>
        </p:spPr>
        <p:txBody>
          <a:bodyPr/>
          <a:lstStyle>
            <a:lvl1pPr algn="ctr">
              <a:defRPr sz="1200">
                <a:solidFill>
                  <a:srgbClr val="5A6472"/>
                </a:solidFill>
              </a:defRPr>
            </a:lvl1pPr>
          </a:lstStyle>
          <a:p>
            <a:r>
              <a:rPr lang="ja-JP"/>
              <a:t>2026年7月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2"/>
          <p:cNvSpPr>
            <a:spLocks noGrp="1"/>
          </p:cNvSpPr>
          <p:nvPr>
            <p:ph type="body" idx="10"/>
          </p:nvPr>
        </p:nvSpPr>
        <p:spPr>
          <a:xfrm>
            <a:off x="566928" y="320040"/>
            <a:ext cx="11064240" cy="731520"/>
          </a:xfrm>
        </p:spPr>
        <p:txBody>
          <a:bodyPr/>
          <a:lstStyle>
            <a:lvl1pPr>
              <a:defRPr sz="2400" b="1">
                <a:solidFill>
                  <a:srgbClr val="1F2430"/>
                </a:solidFill>
              </a:defRPr>
            </a:lvl1pPr>
          </a:lstStyle>
          <a:p>
            <a:r>
              <a:rPr lang="ja-JP"/>
              <a:t>セクション見出し</a:t>
            </a:r>
          </a:p>
        </p:txBody>
      </p:sp>
      <p:sp>
        <p:nvSpPr>
          <p:cNvPr id="3" name="コンテンツ プレースホルダー 3"/>
          <p:cNvSpPr>
            <a:spLocks noGrp="1"/>
          </p:cNvSpPr>
          <p:nvPr>
            <p:ph type="body" idx="1"/>
          </p:nvPr>
        </p:nvSpPr>
        <p:spPr>
          <a:xfrm>
            <a:off x="566928" y="1280160"/>
            <a:ext cx="11064240" cy="5029200"/>
          </a:xfrm>
        </p:spPr>
        <p:txBody>
          <a:bodyPr/>
          <a:lstStyle>
            <a:lvl1pPr>
              <a:defRPr sz="1400">
                <a:solidFill>
                  <a:srgbClr val="1F2430"/>
                </a:solidFill>
              </a:defRPr>
            </a:lvl1pPr>
          </a:lstStyle>
          <a:p>
            <a:r>
              <a:rPr lang="ja-JP"/>
              <a:t>本文テキスト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2 つの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2"/>
          <p:cNvSpPr>
            <a:spLocks noGrp="1"/>
          </p:cNvSpPr>
          <p:nvPr>
            <p:ph type="body" idx="10"/>
          </p:nvPr>
        </p:nvSpPr>
        <p:spPr>
          <a:xfrm>
            <a:off x="566928" y="320040"/>
            <a:ext cx="11064240" cy="731520"/>
          </a:xfrm>
        </p:spPr>
        <p:txBody>
          <a:bodyPr/>
          <a:lstStyle>
            <a:lvl1pPr>
              <a:defRPr sz="2400" b="1">
                <a:solidFill>
                  <a:srgbClr val="1F2430"/>
                </a:solidFill>
              </a:defRPr>
            </a:lvl1pPr>
          </a:lstStyle>
          <a:p>
            <a:r>
              <a:rPr lang="ja-JP"/>
              <a:t>比較見出し</a:t>
            </a:r>
          </a:p>
        </p:txBody>
      </p:sp>
      <p:sp>
        <p:nvSpPr>
          <p:cNvPr id="3" name="コンテンツ プレースホルダー 3"/>
          <p:cNvSpPr>
            <a:spLocks noGrp="1"/>
          </p:cNvSpPr>
          <p:nvPr>
            <p:ph type="body" idx="1"/>
          </p:nvPr>
        </p:nvSpPr>
        <p:spPr>
          <a:xfrm>
            <a:off x="566928" y="1280160"/>
            <a:ext cx="5440680" cy="5029200"/>
          </a:xfrm>
        </p:spPr>
        <p:txBody>
          <a:bodyPr/>
          <a:lstStyle>
            <a:lvl1pPr>
              <a:defRPr sz="1400">
                <a:solidFill>
                  <a:srgbClr val="1F2430"/>
                </a:solidFill>
              </a:defRPr>
            </a:lvl1pPr>
          </a:lstStyle>
          <a:p>
            <a:r>
              <a:rPr lang="ja-JP"/>
              <a:t>左</a:t>
            </a:r>
          </a:p>
        </p:txBody>
      </p:sp>
      <p:sp>
        <p:nvSpPr>
          <p:cNvPr id="4" name="コンテンツ プレースホルダー 4"/>
          <p:cNvSpPr>
            <a:spLocks noGrp="1"/>
          </p:cNvSpPr>
          <p:nvPr>
            <p:ph type="body" idx="2"/>
          </p:nvPr>
        </p:nvSpPr>
        <p:spPr>
          <a:xfrm>
            <a:off x="6190488" y="1280160"/>
            <a:ext cx="5440680" cy="5029200"/>
          </a:xfrm>
        </p:spPr>
        <p:txBody>
          <a:bodyPr/>
          <a:lstStyle>
            <a:lvl1pPr>
              <a:defRPr sz="1400">
                <a:solidFill>
                  <a:srgbClr val="1F2430"/>
                </a:solidFill>
              </a:defRPr>
            </a:lvl1pPr>
          </a:lstStyle>
          <a:p>
            <a:r>
              <a:rPr lang="ja-JP"/>
              <a:t>右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クロージング"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97280" y="2743200"/>
            <a:ext cx="9966960" cy="1097280"/>
          </a:xfrm>
        </p:spPr>
        <p:txBody>
          <a:bodyPr/>
          <a:lstStyle>
            <a:lvl1pPr algn="ctr">
              <a:defRPr sz="3200" b="1">
                <a:solidFill>
                  <a:srgbClr val="1F2430"/>
                </a:solidFill>
              </a:defRPr>
            </a:lvl1pPr>
          </a:lstStyle>
          <a:p>
            <a:r>
              <a:rPr lang="ja-JP"/>
              <a:t>ご清聴ありがとうございました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66928" y="1280160"/>
            <a:ext cx="11064240" cy="5029200"/>
          </a:xfrm>
        </p:spPr>
        <p:txBody>
          <a:bodyPr/>
          <a:lstStyle>
            <a:lvl1pPr>
              <a:defRPr sz="1400"/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defRPr sz="2800" b="1">
          <a:solidFill>
            <a:srgbClr val="1F2430"/>
          </a:solidFill>
          <a:latin typeface="Yu Gothic"/>
          <a:ea typeface="Yu Gothic"/>
        </a:defRPr>
      </a:lvl1pPr>
    </p:titleStyle>
    <p:bodyStyle>
      <a:lvl1pPr algn="l">
        <a:defRPr sz="1400">
          <a:solidFill>
            <a:srgbClr val="1F2430"/>
          </a:solidFill>
          <a:latin typeface="Yu Gothic"/>
          <a:ea typeface="Yu Gothic"/>
        </a:defRPr>
      </a:lvl1pPr>
    </p:bodyStyle>
    <p:otherStyle/>
  </p:txStyles>
</p:sldMaster>
</file>

<file path=ppt/theme/theme1.xml><?xml version="1.0" encoding="utf-8"?>
<a:theme xmlns:a="http://schemas.openxmlformats.org/drawingml/2006/main" name="Dirty AllBody">
  <a:themeElements>
    <a:clrScheme name="Dirty AllBody">
      <a:dk1>
        <a:srgbClr val="1F2430"/>
      </a:dk1>
      <a:lt1>
        <a:srgbClr val="FFFFFF"/>
      </a:lt1>
      <a:dk2>
        <a:srgbClr val="1F2430"/>
      </a:dk2>
      <a:lt2>
        <a:srgbClr val="FFFFFF"/>
      </a:lt2>
      <a:accent1>
        <a:srgbClr val="2F6DF6"/>
      </a:accent1>
      <a:accent2>
        <a:srgbClr val="B98A2F"/>
      </a:accent2>
      <a:accent3>
        <a:srgbClr val="1B3A66"/>
      </a:accent3>
      <a:accent4>
        <a:srgbClr val="5A6472"/>
      </a:accent4>
      <a:accent5>
        <a:srgbClr val="EEF2FB"/>
      </a:accent5>
      <a:accent6>
        <a:srgbClr val="F4F1E9"/>
      </a:accent6>
      <a:hlink>
        <a:srgbClr val="2F6DF6"/>
      </a:hlink>
      <a:folHlink>
        <a:srgbClr val="5A6472"/>
      </a:folHlink>
    </a:clrScheme>
    <a:fontScheme name="Dirty AllBody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SlideCraft</Application>
</Properties>
</file>

<file path=docProps/core.xml><?xml version="1.0" encoding="utf-8"?>
<cp:coreProperties xmlns:cp="http://schemas.openxmlformats.org/package/2006/metadata/core-properties" xmlns:dc="http://purl.org/dc/elements/1.1/">
  <dc:title>Dirty AllBody</dc:title>
  <dc:creator>SlideCraft fixture</dc:creator>
</cp:coreProperties>
</file>