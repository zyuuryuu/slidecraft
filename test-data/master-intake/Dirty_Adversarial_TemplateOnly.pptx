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/>
  <p:sldSz cx="12191695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1_カスタム レイアウト"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2"/>
          <p:cNvSpPr/>
          <p:nvPr/>
        </p:nvSpPr>
        <p:spPr>
          <a:xfrm>
            <a:off x="0" y="5852160"/>
            <a:ext cx="4754880" cy="1005840"/>
          </a:xfrm>
          <a:prstGeom prst="rect">
            <a:avLst/>
          </a:prstGeom>
          <a:solidFill>
            <a:srgbClr val="FF6B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914400" y="2331720"/>
            <a:ext cx="103327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4000" b="1">
                <a:solidFill>
                  <a:srgbClr val="FFFFFF"/>
                </a:solidFill>
              </a:rPr>
              <a:t>2026 事業戦略プロジェクト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3703320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1800">
                <a:solidFill>
                  <a:srgbClr val="DCE7F0"/>
                </a:solidFill>
              </a:rPr>
              <a:t>戦略企画部 ／ 2026年度上期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Custom Layout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テキスト プレースホルダー 3"/>
          <p:cNvSpPr>
            <a:spLocks noGrp="1"/>
          </p:cNvSpPr>
          <p:nvPr>
            <p:ph type="body" idx="10"/>
          </p:nvPr>
        </p:nvSpPr>
        <p:spPr>
          <a:xfrm>
            <a:off x="566928" y="310896"/>
            <a:ext cx="11064240" cy="841248"/>
          </a:xfrm>
        </p:spPr>
        <p:txBody>
          <a:bodyPr/>
          <a:lstStyle/>
          <a:p>
            <a:r>
              <a:rPr lang="ja-JP" sz="2400" b="1">
                <a:solidFill>
                  <a:srgbClr val="1A2B33"/>
                </a:solidFill>
              </a:rPr>
              <a:t>本日お伝えする3つの論点</a:t>
            </a:r>
          </a:p>
        </p:txBody>
      </p:sp>
      <p:sp>
        <p:nvSpPr>
          <p:cNvPr id="4" name="コンテンツ 4"/>
          <p:cNvSpPr>
            <a:spLocks noGrp="1"/>
          </p:cNvSpPr>
          <p:nvPr>
            <p:ph type="body" idx="11"/>
          </p:nvPr>
        </p:nvSpPr>
        <p:spPr>
          <a:xfrm>
            <a:off x="566928" y="1481328"/>
            <a:ext cx="3566160" cy="4206240"/>
          </a:xfrm>
        </p:spPr>
        <p:txBody>
          <a:bodyPr/>
          <a:lstStyle/>
          <a:p>
            <a:r>
              <a:rPr lang="ja-JP" sz="1200"/>
              <a:t>論点A</a:t>
            </a:r>
          </a:p>
        </p:txBody>
      </p:sp>
      <p:sp>
        <p:nvSpPr>
          <p:cNvPr id="5" name="コンテンツ 5"/>
          <p:cNvSpPr>
            <a:spLocks noGrp="1"/>
          </p:cNvSpPr>
          <p:nvPr>
            <p:ph type="body" idx="12"/>
          </p:nvPr>
        </p:nvSpPr>
        <p:spPr>
          <a:xfrm>
            <a:off x="4315968" y="1481328"/>
            <a:ext cx="3566160" cy="4206240"/>
          </a:xfrm>
        </p:spPr>
        <p:txBody>
          <a:bodyPr/>
          <a:lstStyle/>
          <a:p>
            <a:r>
              <a:rPr lang="ja-JP" sz="1200"/>
              <a:t>論点B</a:t>
            </a:r>
          </a:p>
        </p:txBody>
      </p:sp>
      <p:sp>
        <p:nvSpPr>
          <p:cNvPr id="6" name="コンテンツ 6"/>
          <p:cNvSpPr>
            <a:spLocks noGrp="1"/>
          </p:cNvSpPr>
          <p:nvPr>
            <p:ph type="body" idx="13"/>
          </p:nvPr>
        </p:nvSpPr>
        <p:spPr>
          <a:xfrm>
            <a:off x="8065008" y="1481328"/>
            <a:ext cx="3566160" cy="4206240"/>
          </a:xfrm>
        </p:spPr>
        <p:txBody>
          <a:bodyPr/>
          <a:lstStyle/>
          <a:p>
            <a:r>
              <a:rPr lang="ja-JP" sz="1200"/>
              <a:t>論点C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レイアウト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2"/>
          <p:cNvSpPr/>
          <p:nvPr/>
        </p:nvSpPr>
        <p:spPr>
          <a:xfrm>
            <a:off x="457200" y="457200"/>
            <a:ext cx="502920" cy="502920"/>
          </a:xfrm>
          <a:prstGeom prst="roundRect">
            <a:avLst/>
          </a:prstGeom>
          <a:solidFill>
            <a:srgbClr val="17BEB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143000" y="365760"/>
            <a:ext cx="1042416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ja-JP" sz="2200" b="1">
                <a:solidFill>
                  <a:srgbClr val="1A2B33"/>
                </a:solidFill>
              </a:rPr>
              <a:t>図：システム全体構成</a:t>
            </a:r>
          </a:p>
        </p:txBody>
      </p:sp>
      <p:sp>
        <p:nvSpPr>
          <p:cNvPr id="4" name="図版エリア 4"/>
          <p:cNvSpPr>
            <a:spLocks noGrp="1"/>
          </p:cNvSpPr>
          <p:nvPr>
            <p:ph type="body" idx="1"/>
          </p:nvPr>
        </p:nvSpPr>
        <p:spPr>
          <a:xfrm>
            <a:off x="640080" y="1417320"/>
            <a:ext cx="7589520" cy="4480560"/>
          </a:xfrm>
        </p:spPr>
        <p:txBody>
          <a:bodyPr/>
          <a:lstStyle/>
          <a:p>
            <a:r>
              <a:rPr lang="ja-JP" sz="2800"/>
              <a:t/>
            </a:r>
          </a:p>
        </p:txBody>
      </p:sp>
      <p:sp>
        <p:nvSpPr>
          <p:cNvPr id="5" name="注記 5"/>
          <p:cNvSpPr>
            <a:spLocks noGrp="1"/>
          </p:cNvSpPr>
          <p:nvPr>
            <p:ph type="body" idx="2"/>
          </p:nvPr>
        </p:nvSpPr>
        <p:spPr>
          <a:xfrm>
            <a:off x="8503920" y="1417320"/>
            <a:ext cx="3108960" cy="4480560"/>
          </a:xfrm>
        </p:spPr>
        <p:txBody>
          <a:bodyPr/>
          <a:lstStyle/>
          <a:p>
            <a:r>
              <a:rPr lang="ja-JP" sz="1100"/>
              <a:t>各コンポーネントの役割はこちらを参照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カスタム 4">
    <p:bg>
      <p:bgPr>
        <a:solidFill>
          <a:srgbClr val="0E4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FF6B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02920" y="2148840"/>
            <a:ext cx="228600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60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" name="章タイトル 4"/>
          <p:cNvSpPr>
            <a:spLocks noGrp="1"/>
          </p:cNvSpPr>
          <p:nvPr>
            <p:ph type="body" idx="1"/>
          </p:nvPr>
        </p:nvSpPr>
        <p:spPr>
          <a:xfrm>
            <a:off x="3749040" y="2743200"/>
            <a:ext cx="7863840" cy="1097280"/>
          </a:xfrm>
        </p:spPr>
        <p:txBody>
          <a:bodyPr/>
          <a:lstStyle/>
          <a:p>
            <a:r>
              <a:rPr lang="ja-JP" sz="2800" b="1">
                <a:solidFill>
                  <a:srgbClr val="FFFFFF"/>
                </a:solidFill>
              </a:rPr>
              <a:t>第3章　導入計画とスケジュール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オブジェクト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11247120" cy="1097280"/>
          </a:xfrm>
        </p:spPr>
        <p:txBody>
          <a:bodyPr/>
          <a:lstStyle/>
          <a:p>
            <a:endParaRPr/>
          </a:p>
        </p:txBody>
      </p:sp>
      <p:sp>
        <p:nvSpPr>
          <p:cNvPr id="3" name="オブジェクト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47120" cy="4480560"/>
          </a:xfr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>
        <a:defRPr sz="4000" b="1">
          <a:solidFill>
            <a:srgbClr val="1A2B33"/>
          </a:solidFill>
          <a:latin typeface="Poppins"/>
        </a:defRPr>
      </a:lvl1pPr>
    </p:titleStyle>
    <p:bodyStyle>
      <a:lvl1pPr algn="l">
        <a:defRPr sz="1400">
          <a:solidFill>
            <a:srgbClr val="1A2B33"/>
          </a:solidFill>
          <a:latin typeface="Inter"/>
        </a:defRPr>
      </a:lvl1pPr>
    </p:bodyStyle>
    <p:otherStyle/>
  </p:txStyles>
</p:sldMaster>
</file>

<file path=ppt/theme/theme1.xml><?xml version="1.0" encoding="utf-8"?>
<a:theme xmlns:a="http://schemas.openxmlformats.org/drawingml/2006/main" name="Dirty Adversarial">
  <a:themeElements>
    <a:clrScheme name="Dirty Adversarial">
      <a:dk1>
        <a:srgbClr val="1A2B33"/>
      </a:dk1>
      <a:lt1>
        <a:srgbClr val="FFFFFF"/>
      </a:lt1>
      <a:dk2>
        <a:srgbClr val="10243A"/>
      </a:dk2>
      <a:lt2>
        <a:srgbClr val="DCE7F0"/>
      </a:lt2>
      <a:accent1>
        <a:srgbClr val="FF6B5B"/>
      </a:accent1>
      <a:accent2>
        <a:srgbClr val="17BEBB"/>
      </a:accent2>
      <a:accent3>
        <a:srgbClr val="0E4D4A"/>
      </a:accent3>
      <a:accent4>
        <a:srgbClr val="10243A"/>
      </a:accent4>
      <a:accent5>
        <a:srgbClr val="DCE7F0"/>
      </a:accent5>
      <a:accent6>
        <a:srgbClr val="FFFFFF"/>
      </a:accent6>
      <a:hlink>
        <a:srgbClr val="FF6B5B"/>
      </a:hlink>
      <a:folHlink>
        <a:srgbClr val="17BEBB"/>
      </a:folHlink>
    </a:clrScheme>
    <a:fontScheme name="Dirty Adversarial">
      <a:majorFont>
        <a:latin typeface="Poppins"/>
        <a:ea typeface="Noto Sans JP"/>
        <a:cs typeface=""/>
      </a:majorFont>
      <a:minorFont>
        <a:latin typeface="Inter"/>
        <a:ea typeface="Noto Sans JP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SlideCraft</Application>
</Properties>
</file>

<file path=docProps/core.xml><?xml version="1.0" encoding="utf-8"?>
<cp:coreProperties xmlns:cp="http://schemas.openxmlformats.org/package/2006/metadata/core-properties" xmlns:dc="http://purl.org/dc/elements/1.1/">
  <dc:title>Dirty Adversarial</dc:title>
  <dc:creator>SlideCraft fixture</dc:creator>
</cp:coreProperties>
</file>