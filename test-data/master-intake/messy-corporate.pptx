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/>
  <p:sldSz cx="12191695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表紙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2"/>
          <p:cNvSpPr/>
          <p:nvPr/>
        </p:nvSpPr>
        <p:spPr>
          <a:xfrm>
            <a:off x="0" y="5212080"/>
            <a:ext cx="4206240" cy="109728"/>
          </a:xfrm>
          <a:prstGeom prst="rect">
            <a:avLst/>
          </a:prstGeom>
          <a:solidFill>
            <a:srgbClr val="2E7DD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>
          <a:xfrm>
            <a:off x="914400" y="2377440"/>
            <a:ext cx="10332720" cy="1280160"/>
          </a:xfrm>
        </p:spPr>
        <p:txBody>
          <a:bodyPr/>
          <a:lstStyle/>
          <a:p>
            <a:r>
              <a:rPr lang="ja-JP" sz="4000" b="1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/>
          </p:nvPr>
        </p:nvSpPr>
        <p:spPr>
          <a:xfrm>
            <a:off x="914400" y="3749040"/>
            <a:ext cx="10332720" cy="640080"/>
          </a:xfrm>
        </p:spPr>
        <p:txBody>
          <a:bodyPr/>
          <a:lstStyle/>
          <a:p>
            <a:r>
              <a:rPr lang="ja-JP" sz="1800">
                <a:solidFill>
                  <a:srgbClr val="E8EEF5"/>
                </a:solidFill>
              </a:rPr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本文（ヘッダー付き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オブジェクト 3"/>
          <p:cNvSpPr>
            <a:spLocks noGrp="1"/>
          </p:cNvSpPr>
          <p:nvPr>
            <p:ph type="hdr" idx="20"/>
          </p:nvPr>
        </p:nvSpPr>
        <p:spPr>
          <a:xfrm>
            <a:off x="457200" y="109728"/>
            <a:ext cx="5486400" cy="237744"/>
          </a:xfrm>
        </p:spPr>
        <p:txBody>
          <a:bodyPr/>
          <a:lstStyle/>
          <a:p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  <p:sp>
        <p:nvSpPr>
          <p:cNvPr id="4" name="テキスト プレースホルダー"/>
          <p:cNvSpPr>
            <a:spLocks noGrp="1"/>
          </p:cNvSpPr>
          <p:nvPr>
            <p:ph type="body" idx="1"/>
          </p:nvPr>
        </p:nvSpPr>
        <p:spPr>
          <a:xfrm>
            <a:off x="548640" y="658368"/>
            <a:ext cx="11064240" cy="822960"/>
          </a:xfrm>
        </p:spPr>
        <p:txBody>
          <a:bodyPr/>
          <a:lstStyle/>
          <a:p>
            <a:r>
              <a:rPr lang="ja-JP" sz="2400" b="1">
                <a:solidFill>
                  <a:srgbClr val="1F3A5F"/>
                </a:solidFill>
              </a:rPr>
              <a:t> </a:t>
            </a:r>
          </a:p>
        </p:txBody>
      </p:sp>
      <p:sp>
        <p:nvSpPr>
          <p:cNvPr id="5" name="本文"/>
          <p:cNvSpPr>
            <a:spLocks noGrp="1"/>
          </p:cNvSpPr>
          <p:nvPr>
            <p:ph type="body" idx="2"/>
          </p:nvPr>
        </p:nvSpPr>
        <p:spPr>
          <a:xfrm>
            <a:off x="548640" y="1691640"/>
            <a:ext cx="11064240" cy="4480560"/>
          </a:xfrm>
        </p:spPr>
        <p:txBody>
          <a:bodyPr/>
          <a:lstStyle/>
          <a:p>
            <a:r>
              <a:rPr lang="ja-JP" sz="1400">
                <a:solidFill>
                  <a:srgbClr val="1A2430"/>
                </a:solidFill>
              </a:rPr>
              <a:t> </a:t>
            </a:r>
          </a:p>
        </p:txBody>
      </p:sp>
      <p:sp>
        <p:nvSpPr>
          <p:cNvPr id="10" name="日付"/>
          <p:cNvSpPr>
            <a:spLocks noGrp="1"/>
          </p:cNvSpPr>
          <p:nvPr>
            <p:ph type="dt" sz="half" idx="21"/>
          </p:nvPr>
        </p:nvSpPr>
        <p:spPr>
          <a:xfrm>
            <a:off x="457200" y="6437376"/>
            <a:ext cx="2743200" cy="310896"/>
          </a:xfrm>
        </p:spPr>
        <p:txBody>
          <a:bodyPr/>
          <a:lstStyle/>
          <a:p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  <p:sp>
        <p:nvSpPr>
          <p:cNvPr id="11" name="フッター"/>
          <p:cNvSpPr>
            <a:spLocks noGrp="1"/>
          </p:cNvSpPr>
          <p:nvPr>
            <p:ph type="ftr" sz="quarter" idx="22"/>
          </p:nvPr>
        </p:nvSpPr>
        <p:spPr>
          <a:xfrm>
            <a:off x="4206240" y="6437376"/>
            <a:ext cx="3749040" cy="310896"/>
          </a:xfrm>
        </p:spPr>
        <p:txBody>
          <a:bodyPr/>
          <a:lstStyle/>
          <a:p>
            <a:pPr algn="ctr"/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  <p:sp>
        <p:nvSpPr>
          <p:cNvPr id="12" name="スライド番号"/>
          <p:cNvSpPr>
            <a:spLocks noGrp="1"/>
          </p:cNvSpPr>
          <p:nvPr>
            <p:ph type="sldNum" sz="quarter" idx="23"/>
          </p:nvPr>
        </p:nvSpPr>
        <p:spPr>
          <a:xfrm>
            <a:off x="9418320" y="6437376"/>
            <a:ext cx="2286000" cy="310896"/>
          </a:xfrm>
        </p:spPr>
        <p:txBody>
          <a:bodyPr/>
          <a:lstStyle/>
          <a:p>
            <a:pPr algn="r"/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3カラム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"/>
          <p:cNvSpPr>
            <a:spLocks noGrp="1"/>
          </p:cNvSpPr>
          <p:nvPr>
            <p:ph type="body" idx="1"/>
          </p:nvPr>
        </p:nvSpPr>
        <p:spPr>
          <a:xfrm>
            <a:off x="548640" y="365760"/>
            <a:ext cx="11064240" cy="822960"/>
          </a:xfrm>
        </p:spPr>
        <p:txBody>
          <a:bodyPr/>
          <a:lstStyle/>
          <a:p>
            <a:r>
              <a:rPr lang="ja-JP" sz="2400" b="1">
                <a:solidFill>
                  <a:srgbClr val="1F3A5F"/>
                </a:solidFill>
              </a:rPr>
              <a:t> </a:t>
            </a:r>
          </a:p>
        </p:txBody>
      </p:sp>
      <p:sp>
        <p:nvSpPr>
          <p:cNvPr id="3" name="左"/>
          <p:cNvSpPr>
            <a:spLocks noGrp="1"/>
          </p:cNvSpPr>
          <p:nvPr>
            <p:ph type="body" idx="2"/>
          </p:nvPr>
        </p:nvSpPr>
        <p:spPr>
          <a:xfrm>
            <a:off x="548640" y="1463040"/>
            <a:ext cx="3566160" cy="4480560"/>
          </a:xfrm>
        </p:spPr>
        <p:txBody>
          <a:bodyPr/>
          <a:lstStyle/>
          <a:p>
            <a:r>
              <a:rPr lang="ja-JP" sz="1300">
                <a:solidFill>
                  <a:srgbClr val="1A2430"/>
                </a:solidFill>
              </a:rPr>
              <a:t> </a:t>
            </a:r>
          </a:p>
        </p:txBody>
      </p:sp>
      <p:sp>
        <p:nvSpPr>
          <p:cNvPr id="4" name="中"/>
          <p:cNvSpPr>
            <a:spLocks noGrp="1"/>
          </p:cNvSpPr>
          <p:nvPr>
            <p:ph type="body" idx="3"/>
          </p:nvPr>
        </p:nvSpPr>
        <p:spPr>
          <a:xfrm>
            <a:off x="4315968" y="1463040"/>
            <a:ext cx="3566160" cy="4480560"/>
          </a:xfrm>
        </p:spPr>
        <p:txBody>
          <a:bodyPr/>
          <a:lstStyle/>
          <a:p>
            <a:r>
              <a:rPr lang="ja-JP" sz="1300">
                <a:solidFill>
                  <a:srgbClr val="1A2430"/>
                </a:solidFill>
              </a:rPr>
              <a:t> </a:t>
            </a:r>
          </a:p>
        </p:txBody>
      </p:sp>
      <p:sp>
        <p:nvSpPr>
          <p:cNvPr id="5" name="右"/>
          <p:cNvSpPr>
            <a:spLocks noGrp="1"/>
          </p:cNvSpPr>
          <p:nvPr>
            <p:ph type="body" idx="4"/>
          </p:nvPr>
        </p:nvSpPr>
        <p:spPr>
          <a:xfrm>
            <a:off x="8074152" y="1463040"/>
            <a:ext cx="3566160" cy="4480560"/>
          </a:xfrm>
        </p:spPr>
        <p:txBody>
          <a:bodyPr/>
          <a:lstStyle/>
          <a:p>
            <a:r>
              <a:rPr lang="ja-JP" sz="1300">
                <a:solidFill>
                  <a:srgbClr val="1A2430"/>
                </a:solidFill>
              </a:rPr>
              <a:t> </a:t>
            </a:r>
          </a:p>
        </p:txBody>
      </p:sp>
      <p:sp>
        <p:nvSpPr>
          <p:cNvPr id="10" name="日付"/>
          <p:cNvSpPr>
            <a:spLocks noGrp="1"/>
          </p:cNvSpPr>
          <p:nvPr>
            <p:ph type="dt" sz="half" idx="21"/>
          </p:nvPr>
        </p:nvSpPr>
        <p:spPr>
          <a:xfrm>
            <a:off x="457200" y="6437376"/>
            <a:ext cx="2743200" cy="310896"/>
          </a:xfrm>
        </p:spPr>
        <p:txBody>
          <a:bodyPr/>
          <a:lstStyle/>
          <a:p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  <p:sp>
        <p:nvSpPr>
          <p:cNvPr id="11" name="フッター"/>
          <p:cNvSpPr>
            <a:spLocks noGrp="1"/>
          </p:cNvSpPr>
          <p:nvPr>
            <p:ph type="ftr" sz="quarter" idx="22"/>
          </p:nvPr>
        </p:nvSpPr>
        <p:spPr>
          <a:xfrm>
            <a:off x="4206240" y="6437376"/>
            <a:ext cx="3749040" cy="310896"/>
          </a:xfrm>
        </p:spPr>
        <p:txBody>
          <a:bodyPr/>
          <a:lstStyle/>
          <a:p>
            <a:pPr algn="ctr"/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  <p:sp>
        <p:nvSpPr>
          <p:cNvPr id="12" name="スライド番号"/>
          <p:cNvSpPr>
            <a:spLocks noGrp="1"/>
          </p:cNvSpPr>
          <p:nvPr>
            <p:ph type="sldNum" sz="quarter" idx="23"/>
          </p:nvPr>
        </p:nvSpPr>
        <p:spPr>
          <a:xfrm>
            <a:off x="9418320" y="6437376"/>
            <a:ext cx="2286000" cy="310896"/>
          </a:xfrm>
        </p:spPr>
        <p:txBody>
          <a:bodyPr/>
          <a:lstStyle/>
          <a:p>
            <a:pPr algn="r"/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"/>
          <p:cNvSpPr>
            <a:spLocks noGrp="1"/>
          </p:cNvSpPr>
          <p:nvPr>
            <p:ph type="body" idx="1"/>
          </p:nvPr>
        </p:nvSpPr>
        <p:spPr>
          <a:xfrm>
            <a:off x="548640" y="365760"/>
            <a:ext cx="11064240" cy="822960"/>
          </a:xfrm>
        </p:spPr>
        <p:txBody>
          <a:bodyPr/>
          <a:lstStyle/>
          <a:p>
            <a:r>
              <a:rPr lang="ja-JP" sz="2400" b="1">
                <a:solidFill>
                  <a:srgbClr val="1F3A5F"/>
                </a:solidFill>
              </a:rPr>
              <a:t> </a:t>
            </a:r>
          </a:p>
        </p:txBody>
      </p:sp>
      <p:sp>
        <p:nvSpPr>
          <p:cNvPr id="3" name="図版エリア"/>
          <p:cNvSpPr>
            <a:spLocks noGrp="1"/>
          </p:cNvSpPr>
          <p:nvPr>
            <p:ph type="body" idx="2"/>
          </p:nvPr>
        </p:nvSpPr>
        <p:spPr>
          <a:xfrm>
            <a:off x="548640" y="1463040"/>
            <a:ext cx="7680960" cy="4480560"/>
          </a:xfrm>
        </p:spPr>
        <p:txBody>
          <a:bodyPr/>
          <a:lstStyle/>
          <a:p>
            <a:r>
              <a:rPr lang="ja-JP" sz="2800">
                <a:solidFill>
                  <a:srgbClr val="64748B"/>
                </a:solidFill>
              </a:rPr>
              <a:t> </a:t>
            </a:r>
          </a:p>
        </p:txBody>
      </p:sp>
      <p:sp>
        <p:nvSpPr>
          <p:cNvPr id="4" name="注記"/>
          <p:cNvSpPr>
            <a:spLocks noGrp="1"/>
          </p:cNvSpPr>
          <p:nvPr>
            <p:ph type="body" idx="3"/>
          </p:nvPr>
        </p:nvSpPr>
        <p:spPr>
          <a:xfrm>
            <a:off x="8412480" y="1463040"/>
            <a:ext cx="3200400" cy="4480560"/>
          </a:xfrm>
        </p:spPr>
        <p:txBody>
          <a:bodyPr/>
          <a:lstStyle/>
          <a:p>
            <a:r>
              <a:rPr lang="ja-JP" sz="1200">
                <a:solidFill>
                  <a:srgbClr val="1A2430"/>
                </a:solidFill>
              </a:rPr>
              <a:t> </a:t>
            </a:r>
          </a:p>
        </p:txBody>
      </p:sp>
      <p:sp>
        <p:nvSpPr>
          <p:cNvPr id="10" name="日付"/>
          <p:cNvSpPr>
            <a:spLocks noGrp="1"/>
          </p:cNvSpPr>
          <p:nvPr>
            <p:ph type="dt" sz="half" idx="21"/>
          </p:nvPr>
        </p:nvSpPr>
        <p:spPr>
          <a:xfrm>
            <a:off x="457200" y="6437376"/>
            <a:ext cx="2743200" cy="310896"/>
          </a:xfrm>
        </p:spPr>
        <p:txBody>
          <a:bodyPr/>
          <a:lstStyle/>
          <a:p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  <p:sp>
        <p:nvSpPr>
          <p:cNvPr id="11" name="フッター"/>
          <p:cNvSpPr>
            <a:spLocks noGrp="1"/>
          </p:cNvSpPr>
          <p:nvPr>
            <p:ph type="ftr" sz="quarter" idx="22"/>
          </p:nvPr>
        </p:nvSpPr>
        <p:spPr>
          <a:xfrm>
            <a:off x="4206240" y="6437376"/>
            <a:ext cx="3749040" cy="310896"/>
          </a:xfrm>
        </p:spPr>
        <p:txBody>
          <a:bodyPr/>
          <a:lstStyle/>
          <a:p>
            <a:pPr algn="ctr"/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  <p:sp>
        <p:nvSpPr>
          <p:cNvPr id="12" name="スライド番号"/>
          <p:cNvSpPr>
            <a:spLocks noGrp="1"/>
          </p:cNvSpPr>
          <p:nvPr>
            <p:ph type="sldNum" sz="quarter" idx="23"/>
          </p:nvPr>
        </p:nvSpPr>
        <p:spPr>
          <a:xfrm>
            <a:off x="9418320" y="6437376"/>
            <a:ext cx="2286000" cy="310896"/>
          </a:xfrm>
        </p:spPr>
        <p:txBody>
          <a:bodyPr/>
          <a:lstStyle/>
          <a:p>
            <a:pPr algn="r"/>
            <a:r>
              <a:rPr lang="ja-JP" sz="1000">
                <a:solidFill>
                  <a:srgbClr val="64748B"/>
                </a:solidFill>
              </a:rPr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/>
          <a:lstStyle/>
          <a:p>
            <a:endParaRPr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548640" y="1463040"/>
            <a:ext cx="11064240" cy="4480560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type="dt" sz="half" idx="21"/>
          </p:nvPr>
        </p:nvSpPr>
        <p:spPr>
          <a:xfrm>
            <a:off x="457200" y="6437376"/>
            <a:ext cx="2743200" cy="310896"/>
          </a:xfrm>
        </p:spPr>
        <p:txBody>
          <a:bodyPr/>
          <a:lstStyle/>
          <a:p>
            <a:endParaRPr/>
          </a:p>
        </p:txBody>
      </p:sp>
      <p:sp>
        <p:nvSpPr>
          <p:cNvPr id="5" name="Footer"/>
          <p:cNvSpPr>
            <a:spLocks noGrp="1"/>
          </p:cNvSpPr>
          <p:nvPr>
            <p:ph type="ftr" sz="quarter" idx="22"/>
          </p:nvPr>
        </p:nvSpPr>
        <p:spPr>
          <a:xfrm>
            <a:off x="4206240" y="6437376"/>
            <a:ext cx="3749040" cy="310896"/>
          </a:xfrm>
        </p:spPr>
        <p:txBody>
          <a:bodyPr/>
          <a:lstStyle/>
          <a:p>
            <a:endParaRPr/>
          </a:p>
        </p:txBody>
      </p:sp>
      <p:sp>
        <p:nvSpPr>
          <p:cNvPr id="6" name="SlideNum"/>
          <p:cNvSpPr>
            <a:spLocks noGrp="1"/>
          </p:cNvSpPr>
          <p:nvPr>
            <p:ph type="sldNum" sz="quarter" idx="23"/>
          </p:nvPr>
        </p:nvSpPr>
        <p:spPr>
          <a:xfrm>
            <a:off x="9418320" y="6437376"/>
            <a:ext cx="2286000" cy="310896"/>
          </a:xfr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defRPr sz="2800" b="1">
          <a:solidFill>
            <a:srgbClr val="1F3A5F"/>
          </a:solidFill>
          <a:latin typeface="Yu Gothic"/>
        </a:defRPr>
      </a:lvl1pPr>
    </p:titleStyle>
    <p:bodyStyle>
      <a:lvl1pPr algn="l">
        <a:defRPr sz="1400">
          <a:solidFill>
            <a:srgbClr val="1A2430"/>
          </a:solidFill>
          <a:latin typeface="Yu Gothic"/>
        </a:defRPr>
      </a:lvl1pPr>
    </p:bodyStyle>
    <p:otherStyle/>
  </p:txStyles>
</p:sldMaster>
</file>

<file path=ppt/theme/theme1.xml><?xml version="1.0" encoding="utf-8"?>
<a:theme xmlns:a="http://schemas.openxmlformats.org/drawingml/2006/main" name="Test Corporate">
  <a:themeElements>
    <a:clrScheme name="Test Corporate">
      <a:dk1>
        <a:srgbClr val="1A2430"/>
      </a:dk1>
      <a:lt1>
        <a:srgbClr val="FFFFFF"/>
      </a:lt1>
      <a:dk2>
        <a:srgbClr val="1F3A5F"/>
      </a:dk2>
      <a:lt2>
        <a:srgbClr val="E8EEF5"/>
      </a:lt2>
      <a:accent1>
        <a:srgbClr val="2E7DD1"/>
      </a:accent1>
      <a:accent2>
        <a:srgbClr val="64748B"/>
      </a:accent2>
      <a:accent3>
        <a:srgbClr val="334155"/>
      </a:accent3>
      <a:accent4>
        <a:srgbClr val="1F3A5F"/>
      </a:accent4>
      <a:accent5>
        <a:srgbClr val="E8EEF5"/>
      </a:accent5>
      <a:accent6>
        <a:srgbClr val="FFFFFF"/>
      </a:accent6>
      <a:hlink>
        <a:srgbClr val="2E7DD1"/>
      </a:hlink>
      <a:folHlink>
        <a:srgbClr val="64748B"/>
      </a:folHlink>
    </a:clrScheme>
    <a:fontScheme name="Test Corporate">
      <a:majorFont>
        <a:latin typeface="Yu Gothic"/>
        <a:ea typeface="游ゴシック"/>
        <a:cs typeface=""/>
      </a:majorFont>
      <a:minorFont>
        <a:latin typeface="Yu Gothic"/>
        <a:ea typeface="游ゴシック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SlideCraft</Application>
</Properties>
</file>

<file path=docProps/core.xml><?xml version="1.0" encoding="utf-8"?>
<cp:coreProperties xmlns:cp="http://schemas.openxmlformats.org/package/2006/metadata/core-properties" xmlns:dc="http://purl.org/dc/elements/1.1/">
  <dc:title>テスト用 会社テンプレ（乱雑）</dc:title>
  <dc:creator>SlideCraft test-data</dc:creator>
</cp:coreProperties>
</file>