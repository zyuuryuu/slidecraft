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CATEGORY LABEL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プレゼンテーションタイトル</a:t>
            </a:r>
          </a:p>
        </p:txBody>
      </p:sp>
      <p:sp>
        <p:nvSpPr>
          <p:cNvPr id="12" name="Subtitle.Center"/>
          <p:cNvSpPr>
            <a:spLocks noGrp="1"/>
          </p:cNvSpPr>
          <p:nvPr>
            <p:ph idx="1" type="subTitle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サブタイトル・説明文</a:t>
            </a:r>
          </a:p>
        </p:txBody>
      </p:sp>
      <p:sp>
        <p:nvSpPr>
          <p:cNvPr id="13" name="Date.Bottom"/>
          <p:cNvSpPr>
            <a:spLocks noGrp="1"/>
          </p:cNvSpPr>
          <p:nvPr>
            <p:ph idx="11" type="body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日付  |  組織名  |  部門名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DATA ANALYSIS 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レポートタイトル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Meta.Right"/>
          <p:cNvSpPr>
            <a:spLocks noGrp="1"/>
          </p:cNvSpPr>
          <p:nvPr>
            <p:ph idx="11" type="body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作成日：
作成者：
バージョン：
ステータス：
配布先：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CategoryLabel.Left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Summary.Right"/>
          <p:cNvSpPr>
            <a:spLocks noGrp="1"/>
          </p:cNvSpPr>
          <p:nvPr>
            <p:ph idx="11" type="body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サマリー・概要テキスト
または画像を配置</a:t>
            </a:r>
          </a:p>
        </p:txBody>
      </p:sp>
      <p:sp>
        <p:nvSpPr>
          <p:cNvPr id="14" name="Date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日付  |  組織名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SECTION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10" name="SectionNumber.Left"/>
          <p:cNvSpPr>
            <a:spLocks noGrp="1"/>
          </p:cNvSpPr>
          <p:nvPr>
            <p:ph idx="10" type="body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>
              <a:defRPr>
                <a:solidFill>
                  <a:srgbClr val="3B82F6"/>
                </a:solidFill>
              </a:defRPr>
            </a:defPPr>
          </a:lstStyle>
          <a:p>
            <a:pPr algn="ctr">
              <a:buNone/>
            </a:pPr>
            <a:r>
              <a:rPr lang="ja-JP"/>
              <a:t>01</a:t>
            </a:r>
          </a:p>
        </p:txBody>
      </p:sp>
      <p:sp>
        <p:nvSpPr>
          <p:cNvPr id="11" name="SectionLabel.Left"/>
          <p:cNvSpPr>
            <a:spLocks noGrp="1"/>
          </p:cNvSpPr>
          <p:nvPr>
            <p:ph idx="11" type="body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ctr">
              <a:buNone/>
            </a:pPr>
            <a:r>
              <a:rPr lang="ja-JP"/>
              <a:t>SECTION</a:t>
            </a:r>
          </a:p>
        </p:txBody>
      </p:sp>
      <p:sp>
        <p:nvSpPr>
          <p:cNvPr id="12" name="Title.Right"/>
          <p:cNvSpPr>
            <a:spLocks noGrp="1"/>
          </p:cNvSpPr>
          <p:nvPr>
            <p:ph idx="15" type="body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3" name="Description.Right"/>
          <p:cNvSpPr>
            <a:spLocks noGrp="1"/>
          </p:cNvSpPr>
          <p:nvPr>
            <p:ph idx="12" type="body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SECTION 01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20" name="Body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7498079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メインコンテンツ</a:t>
            </a:r>
          </a:p>
        </p:txBody>
      </p:sp>
      <p:sp>
        <p:nvSpPr>
          <p:cNvPr id="21" name="Notes.Right"/>
          <p:cNvSpPr>
            <a:spLocks noGrp="1"/>
          </p:cNvSpPr>
          <p:nvPr>
            <p:ph idx="2" type="body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サイドバー
補足情報・メモ・
関連リンク等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21" name="Source.Bottom"/>
          <p:cNvSpPr>
            <a:spLocks noGrp="1"/>
          </p:cNvSpPr>
          <p:nvPr>
            <p:ph idx="2" type="body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出典：データソースを記載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6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20" name="Callout.Top"/>
          <p:cNvSpPr>
            <a:spLocks noGrp="1"/>
          </p:cNvSpPr>
          <p:nvPr>
            <p:ph idx="2" type="body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キーメッセージ・要約を記入</a:t>
            </a:r>
          </a:p>
        </p:txBody>
      </p:sp>
      <p:sp>
        <p:nvSpPr>
          <p:cNvPr id="21" name="Body.Center"/>
          <p:cNvSpPr>
            <a:spLocks noGrp="1"/>
          </p:cNvSpPr>
          <p:nvPr>
            <p:ph idx="1" type="body"/>
          </p:nvPr>
        </p:nvSpPr>
        <p:spPr>
          <a:xfrm>
            <a:off x="731520" y="2560320"/>
            <a:ext cx="10698480" cy="3749039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1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左カラム</a:t>
            </a:r>
          </a:p>
        </p:txBody>
      </p:sp>
      <p:sp>
        <p:nvSpPr>
          <p:cNvPr id="21" name="Body2.Right"/>
          <p:cNvSpPr>
            <a:spLocks noGrp="1"/>
          </p:cNvSpPr>
          <p:nvPr>
            <p:ph idx="2" type="body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右カラム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2.xml><?xml version='1.0' encoding='UTF-8' standalone='yes'?>
<ns0:sldLayout xmlns:ns0="http://schemas.openxmlformats.org/presentationml/2006/main" type="twoObj" preserve="1"><ns0:cSld name="Column.2Body.MainSub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676656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サブカラム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3.xml><?xml version='1.0' encoding='UTF-8' standalone='yes'?>
<ns0:sldLayout xmlns:ns0="http://schemas.openxmlformats.org/presentationml/2006/main" type="threeObj" preserve="1"><ns0:cSld name="Column.3Body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320040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カラム 2</ns5:t></ns5:r></ns5:p></ns0:txBody></ns0:sp><ns0:sp><ns0:nvSpPr><ns0:cNvPr id="22" name="Body3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7863840" y="1325880"/><ns2:ext cx="356616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4.xml><?xml version='1.0' encoding='UTF-8' standalone='yes'?>
<ns0:sldLayout xmlns:ns0="http://schemas.openxmlformats.org/presentationml/2006/main" type="blank" preserve="1"><ns0:cSld name="KPI.1Valu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Sta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2743200" y="1645920"/><ns2:ext cx="6675120" cy="41148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AccentDot"/><ns0:cNvSpPr><ns1:spLocks xmlns:ns1="http://schemas.openxmlformats.org/drawingml/2006/main" noGrp="1"/></ns0:cNvSpPr><ns0:nvPr/></ns0:nvSpPr><ns0:spPr><ns2:xfrm xmlns:ns2="http://schemas.openxmlformats.org/drawingml/2006/main"><ns2:off x="3154680" y="2057400"/><ns2:ext cx="274320" cy="274320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Value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3200400" y="2011680"/><ns2:ext cx="5943600" cy="18288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7200" dirty="0" b="1"><ns4:solidFill><ns4:srgbClr val="1E2761"/></ns4:solidFill><ns4:latin typeface="Georgia"/><ns4:ea typeface="Georgia"/></ns4:defRPr></ns4:defPPr><ns4:lvl1pPr algn="ctr"><ns4:buNone/><ns4:defRPr sz="7200" dirty="0" b="1"><ns4:solidFill><ns4:srgbClr val="1E2761"/></ns4:solidFill><ns4:latin typeface="Georgia"/><ns4:ea typeface="Georgia"/></ns4:defRPr></ns4:lvl1pPr><ns4:lvl2pPr algn="ctr"><ns4:buNone/><ns4:defRPr sz="7200" dirty="0" b="1"><ns4:solidFill><ns4:srgbClr val="1E2761"/></ns4:solidFill><ns4:latin typeface="Georgia"/><ns4:ea typeface="Georgia"/></ns4:defRPr></ns4:lvl2pPr><ns4:lvl3pPr algn="ctr"><ns4:buNone/><ns4:defRPr sz="7200" dirty="0" b="1"><ns4:solidFill><ns4:srgbClr val="1E2761"/></ns4:solidFill><ns4:latin typeface="Georgia"/><ns4:ea typeface="Georgia"/></ns4:defRPr></ns4:lvl3pPr><ns4:lvl4pPr algn="ctr"><ns4:buNone/><ns4:defRPr sz="7200" dirty="0" b="1"><ns4:solidFill><ns4:srgbClr val="1E2761"/></ns4:solidFill><ns4:latin typeface="Georgia"/><ns4:ea typeface="Georgia"/></ns4:defRPr></ns4:lvl4pPr><ns4:lvl5pPr algn="ctr"><ns4:buNone/><ns4:defRPr sz="7200" dirty="0" b="1"><ns4:solidFill><ns4:srgbClr val="1E2761"/></ns4:solidFill><ns4:latin typeface="Georgia"/><ns4:ea typeface="Georgia"/></ns4:defRPr></ns4:lvl5pPr><ns4:lvl6pPr algn="ctr"><ns4:buNone/><ns4:defRPr sz="7200" dirty="0" b="1"><ns4:solidFill><ns4:srgbClr val="1E2761"/></ns4:solidFill><ns4:latin typeface="Georgia"/><ns4:ea typeface="Georgia"/></ns4:defRPr></ns4:lvl6pPr><ns4:lvl7pPr algn="ctr"><ns4:buNone/><ns4:defRPr sz="7200" dirty="0" b="1"><ns4:solidFill><ns4:srgbClr val="1E2761"/></ns4:solidFill><ns4:latin typeface="Georgia"/><ns4:ea typeface="Georgia"/></ns4:defRPr></ns4:lvl7pPr><ns4:lvl8pPr algn="ctr"><ns4:buNone/><ns4:defRPr sz="7200" dirty="0" b="1"><ns4:solidFill><ns4:srgbClr val="1E2761"/></ns4:solidFill><ns4:latin typeface="Georgia"/><ns4:ea typeface="Georgia"/></ns4:defRPr></ns4:lvl8pPr><ns4:lvl9pPr algn="ctr"><ns4:buNone/><ns4:defRPr sz="7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</ns5:t></ns5:r></ns5:p></ns0:txBody></ns0:sp><ns0:sp><ns0:nvSpPr><ns0:cNvPr id="22" name="ValueDesc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3200400" y="4389120"/><ns2:ext cx="5943600" cy="9144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94A3B8"/></ns4:solidFill><ns4:latin typeface="Calibri"/><ns4:ea typeface="Calibri"/></ns4:defRPr></ns4:defPPr><ns4:lvl1pPr algn="ctr"><ns4:buNone/><ns4:defRPr sz="1300" dirty="0"><ns4:solidFill><ns4:srgbClr val="94A3B8"/></ns4:solidFill><ns4:latin typeface="Calibri"/><ns4:ea typeface="Calibri"/></ns4:defRPr></ns4:lvl1pPr><ns4:lvl2pPr algn="ctr"><ns4:buNone/><ns4:defRPr sz="1300" dirty="0"><ns4:solidFill><ns4:srgbClr val="94A3B8"/></ns4:solidFill><ns4:latin typeface="Calibri"/><ns4:ea typeface="Calibri"/></ns4:defRPr></ns4:lvl2pPr><ns4:lvl3pPr algn="ctr"><ns4:buNone/><ns4:defRPr sz="1300" dirty="0"><ns4:solidFill><ns4:srgbClr val="94A3B8"/></ns4:solidFill><ns4:latin typeface="Calibri"/><ns4:ea typeface="Calibri"/></ns4:defRPr></ns4:lvl3pPr><ns4:lvl4pPr algn="ctr"><ns4:buNone/><ns4:defRPr sz="1300" dirty="0"><ns4:solidFill><ns4:srgbClr val="94A3B8"/></ns4:solidFill><ns4:latin typeface="Calibri"/><ns4:ea typeface="Calibri"/></ns4:defRPr></ns4:lvl4pPr><ns4:lvl5pPr algn="ctr"><ns4:buNone/><ns4:defRPr sz="1300" dirty="0"><ns4:solidFill><ns4:srgbClr val="94A3B8"/></ns4:solidFill><ns4:latin typeface="Calibri"/><ns4:ea typeface="Calibri"/></ns4:defRPr></ns4:lvl5pPr><ns4:lvl6pPr algn="ctr"><ns4:buNone/><ns4:defRPr sz="1300" dirty="0"><ns4:solidFill><ns4:srgbClr val="94A3B8"/></ns4:solidFill><ns4:latin typeface="Calibri"/><ns4:ea typeface="Calibri"/></ns4:defRPr></ns4:lvl6pPr><ns4:lvl7pPr algn="ctr"><ns4:buNone/><ns4:defRPr sz="1300" dirty="0"><ns4:solidFill><ns4:srgbClr val="94A3B8"/></ns4:solidFill><ns4:latin typeface="Calibri"/><ns4:ea typeface="Calibri"/></ns4:defRPr></ns4:lvl7pPr><ns4:lvl8pPr algn="ctr"><ns4:buNone/><ns4:defRPr sz="1300" dirty="0"><ns4:solidFill><ns4:srgbClr val="94A3B8"/></ns4:solidFill><ns4:latin typeface="Calibri"/><ns4:ea typeface="Calibri"/></ns4:defRPr></ns4:lvl8pPr><ns4:lvl9pPr algn="ctr"><ns4:buNone/><ns4:defRPr sz="13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5.xml><?xml version='1.0' encoding='UTF-8' standalone='yes'?>
<ns0:sldLayout xmlns:ns0="http://schemas.openxmlformats.org/presentationml/2006/main" type="blank" preserve="1"><ns0:cSld name="KPI.2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73152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73152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1097280" y="1828800"/><ns2:ext cx="4206240" cy="164592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22" name="Value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583680" y="1828800"/><ns2:ext cx="4389120" cy="164592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6.xml><?xml version='1.0' encoding='UTF-8' standalone='yes'?>
<ns0:sldLayout xmlns:ns0="http://schemas.openxmlformats.org/presentationml/2006/main" type="blank" preserve="1"><ns0:cSld name="KPI.3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Card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0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54864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828800"/><ns2:ext cx="292608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2" name="Value2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4480560" y="1828800"/><ns2:ext cx="310896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4" name="Value3.Right"/><ns0:cNvSpPr><ns1:spLocks xmlns:ns1="http://schemas.openxmlformats.org/drawingml/2006/main" noGrp="1"/></ns0:cNvSpPr><ns0:nvPr><ns0:ph idx="5" type="body"/></ns0:nvPr></ns0:nvSpPr><ns0:spPr><ns2:xfrm xmlns:ns2="http://schemas.openxmlformats.org/drawingml/2006/main"><ns2:off x="8412480" y="1828800"/><ns2:ext cx="301752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7.xml><?xml version='1.0' encoding='UTF-8' standalone='yes'?>
<ns0:sldLayout xmlns:ns0="http://schemas.openxmlformats.org/presentationml/2006/main" type="blank" preserve="1"><ns0:cSld name="KPI.4Value.Grid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B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B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9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4864" cy="2286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4864" cy="2286000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1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4864" cy="2286000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12" name="A4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4864" cy="2286000"/></ns2:xfrm><ns3:prstGeom xmlns:ns3="http://schemas.openxmlformats.org/drawingml/2006/main" prst="rect"/><ns4:solidFill xmlns:ns4="http://schemas.openxmlformats.org/drawingml/2006/main"><ns4:srgbClr val="2563EB"/></ns4:solidFill><ns5:ln xmlns:ns5="http://schemas.openxmlformats.org/drawingml/2006/main"><ns5:noFill/></ns5:ln></ns0:spPr></ns0:sp><ns0:sp><ns0:nvSpPr><ns0:cNvPr id="20" name="Value1.Top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914400" y="1463040"/><ns2:ext cx="4389120" cy="18288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2
値・説明</ns5:t></ns5:r></ns5:p></ns0:txBody></ns0:sp><ns0:sp><ns0:nvSpPr><ns0:cNvPr id="22" name="Value3.BottomLef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914400" y="4023360"/><ns2:ext cx="4389120" cy="18288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4
値・説明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8.xml><?xml version='1.0' encoding='UTF-8' standalone='yes'?>
<ns0:sldLayout xmlns:ns0="http://schemas.openxmlformats.org/presentationml/2006/main" type="blank" preserve="1"><ns0:cSld name="Chart.1Chart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1069848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9.xml><?xml version='1.0' encoding='UTF-8' standalone='yes'?>
<ns0:sldLayout xmlns:ns0="http://schemas.openxmlformats.org/presentationml/2006/main" type="blank" preserve="1"><ns0:cSld name="Chart.1Chart.Single+1Analysi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685800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630936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l"><ns5:buNone/></ns5:pPr><ns5:r><ns5:rPr lang="ja-JP"/><ns5:t>分析テキスト

主要な発見事項や
考察を記入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0.xml><?xml version='1.0' encoding='UTF-8' standalone='yes'?>
<ns0:sldLayout xmlns:ns0="http://schemas.openxmlformats.org/presentationml/2006/main" type="blank" preserve="1"><ns0:cSld name="Chart.2Chart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har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484632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ctr"><ns5:buNone/></ns5:pPr><ns5:r><ns5:rPr lang="ja-JP"/><ns5:t>チャート 2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1.xml><?xml version='1.0' encoding='UTF-8' standalone='yes'?>
<ns0:sldLayout xmlns:ns0="http://schemas.openxmlformats.org/presentationml/2006/main" type="blank" preserve="1"><ns0:cSld name="Table.1Table.Single+1Sourc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1124712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出典：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2.xml><?xml version='1.0' encoding='UTF-8' standalone='yes'?>
<ns0:sldLayout xmlns:ns0="http://schemas.openxmlformats.org/presentationml/2006/main" type="blank" preserve="1"><ns0:cSld name="Table.1Table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777240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コメント・注記

テーブルの補足情報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3.xml><?xml version='1.0' encoding='UTF-8' standalone='yes'?>
<ns0:sldLayout xmlns:ns0="http://schemas.openxmlformats.org/presentationml/2006/main" type="blank" preserve="1"><ns0:cSld name="Compare.2Option.Versu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Panel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Panel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9" name="VS"/><ns0:cNvSpPr><ns1:spLocks xmlns:ns1="http://schemas.openxmlformats.org/drawingml/2006/main" noGrp="1"/></ns0:cNvSpPr><ns0:nvPr/></ns0:nvSpPr><ns0:spPr><ns2:xfrm xmlns:ns2="http://schemas.openxmlformats.org/drawingml/2006/main"><ns2:off x="5309408461680" y="3428121901679"/><ns2:ext cx="548640" cy="548640"/></ns2:xfrm><ns3:prstGeom xmlns:ns3="http://schemas.openxmlformats.org/drawingml/2006/main" prst="ellipse"/><ns4:solidFill xmlns:ns4="http://schemas.openxmlformats.org/drawingml/2006/main"><ns4:srgbClr val="1E2761"/></ns4:solidFill><ns5:ln xmlns:ns5="http://schemas.openxmlformats.org/drawingml/2006/main"><ns5:noFill/></ns5:ln></ns0:spPr></ns0:sp><ns0:sp><ns0:nvSpPr><ns0:cNvPr id="20" name="OptionLabel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554480"/><ns2:ext cx="475488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 b="1"><ns4:solidFill><ns4:srgbClr val="3B82F6"/></ns4:solidFill><ns4:latin typeface="Calibri"/><ns4:ea typeface="Calibri"/></ns4:defRPr></ns4:defPPr><ns4:lvl1pPr algn="l"><ns4:buNone/><ns4:defRPr sz="1600" dirty="0" b="1"><ns4:solidFill><ns4:srgbClr val="3B82F6"/></ns4:solidFill><ns4:latin typeface="Calibri"/><ns4:ea typeface="Calibri"/></ns4:defRPr></ns4:lvl1pPr><ns4:lvl2pPr algn="l"><ns4:buNone/><ns4:defRPr sz="1600" dirty="0" b="1"><ns4:solidFill><ns4:srgbClr val="3B82F6"/></ns4:solidFill><ns4:latin typeface="Calibri"/><ns4:ea typeface="Calibri"/></ns4:defRPr></ns4:lvl2pPr><ns4:lvl3pPr algn="l"><ns4:buNone/><ns4:defRPr sz="1600" dirty="0" b="1"><ns4:solidFill><ns4:srgbClr val="3B82F6"/></ns4:solidFill><ns4:latin typeface="Calibri"/><ns4:ea typeface="Calibri"/></ns4:defRPr></ns4:lvl3pPr><ns4:lvl4pPr algn="l"><ns4:buNone/><ns4:defRPr sz="1600" dirty="0" b="1"><ns4:solidFill><ns4:srgbClr val="3B82F6"/></ns4:solidFill><ns4:latin typeface="Calibri"/><ns4:ea typeface="Calibri"/></ns4:defRPr></ns4:lvl4pPr><ns4:lvl5pPr algn="l"><ns4:buNone/><ns4:defRPr sz="1600" dirty="0" b="1"><ns4:solidFill><ns4:srgbClr val="3B82F6"/></ns4:solidFill><ns4:latin typeface="Calibri"/><ns4:ea typeface="Calibri"/></ns4:defRPr></ns4:lvl5pPr><ns4:lvl6pPr algn="l"><ns4:buNone/><ns4:defRPr sz="1600" dirty="0" b="1"><ns4:solidFill><ns4:srgbClr val="3B82F6"/></ns4:solidFill><ns4:latin typeface="Calibri"/><ns4:ea typeface="Calibri"/></ns4:defRPr></ns4:lvl6pPr><ns4:lvl7pPr algn="l"><ns4:buNone/><ns4:defRPr sz="1600" dirty="0" b="1"><ns4:solidFill><ns4:srgbClr val="3B82F6"/></ns4:solidFill><ns4:latin typeface="Calibri"/><ns4:ea typeface="Calibri"/></ns4:defRPr></ns4:lvl7pPr><ns4:lvl8pPr algn="l"><ns4:buNone/><ns4:defRPr sz="1600" dirty="0" b="1"><ns4:solidFill><ns4:srgbClr val="3B82F6"/></ns4:solidFill><ns4:latin typeface="Calibri"/><ns4:ea typeface="Calibri"/></ns4:defRPr></ns4:lvl8pPr><ns4:lvl9pPr algn="l"><ns4:buNone/><ns4:defRPr sz="16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22" name="OptionLabel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400800" y="1554480"/><ns2:ext cx="484632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 b="1"><ns4:solidFill><ns4:srgbClr val="06B6D4"/></ns4:solidFill><ns4:latin typeface="Calibri"/><ns4:ea typeface="Calibri"/></ns4:defRPr></ns4:defPPr><ns4:lvl1pPr algn="l"><ns4:buNone/><ns4:defRPr sz="1600" dirty="0" b="1"><ns4:solidFill><ns4:srgbClr val="06B6D4"/></ns4:solidFill><ns4:latin typeface="Calibri"/><ns4:ea typeface="Calibri"/></ns4:defRPr></ns4:lvl1pPr><ns4:lvl2pPr algn="l"><ns4:buNone/><ns4:defRPr sz="1600" dirty="0" b="1"><ns4:solidFill><ns4:srgbClr val="06B6D4"/></ns4:solidFill><ns4:latin typeface="Calibri"/><ns4:ea typeface="Calibri"/></ns4:defRPr></ns4:lvl2pPr><ns4:lvl3pPr algn="l"><ns4:buNone/><ns4:defRPr sz="1600" dirty="0" b="1"><ns4:solidFill><ns4:srgbClr val="06B6D4"/></ns4:solidFill><ns4:latin typeface="Calibri"/><ns4:ea typeface="Calibri"/></ns4:defRPr></ns4:lvl3pPr><ns4:lvl4pPr algn="l"><ns4:buNone/><ns4:defRPr sz="1600" dirty="0" b="1"><ns4:solidFill><ns4:srgbClr val="06B6D4"/></ns4:solidFill><ns4:latin typeface="Calibri"/><ns4:ea typeface="Calibri"/></ns4:defRPr></ns4:lvl4pPr><ns4:lvl5pPr algn="l"><ns4:buNone/><ns4:defRPr sz="1600" dirty="0" b="1"><ns4:solidFill><ns4:srgbClr val="06B6D4"/></ns4:solidFill><ns4:latin typeface="Calibri"/><ns4:ea typeface="Calibri"/></ns4:defRPr></ns4:lvl5pPr><ns4:lvl6pPr algn="l"><ns4:buNone/><ns4:defRPr sz="1600" dirty="0" b="1"><ns4:solidFill><ns4:srgbClr val="06B6D4"/></ns4:solidFill><ns4:latin typeface="Calibri"/><ns4:ea typeface="Calibri"/></ns4:defRPr></ns4:lvl6pPr><ns4:lvl7pPr algn="l"><ns4:buNone/><ns4:defRPr sz="1600" dirty="0" b="1"><ns4:solidFill><ns4:srgbClr val="06B6D4"/></ns4:solidFill><ns4:latin typeface="Calibri"/><ns4:ea typeface="Calibri"/></ns4:defRPr></ns4:lvl7pPr><ns4:lvl8pPr algn="l"><ns4:buNone/><ns4:defRPr sz="1600" dirty="0" b="1"><ns4:solidFill><ns4:srgbClr val="06B6D4"/></ns4:solidFill><ns4:latin typeface="Calibri"/><ns4:ea typeface="Calibri"/></ns4:defRPr></ns4:lvl8pPr><ns4:lvl9pPr algn="l"><ns4:buNone/><ns4:defRPr sz="1600" dirty="0" b="1"><ns4:solidFill><ns4:srgbClr val="06B6D4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4.xml><?xml version='1.0' encoding='UTF-8' standalone='yes'?>
<ns0:sldLayout xmlns:ns0="http://schemas.openxmlformats.org/presentationml/2006/main" type="blank" preserve="1"><ns0:cSld name="Compare.1Matrix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tentBG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50292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5.xml><?xml version='1.0' encoding='UTF-8' standalone='yes'?>
<ns0:sldLayout xmlns:ns0="http://schemas.openxmlformats.org/presentationml/2006/main" type="blank" preserve="1"><ns0:cSld name="Process.4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n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645920" y="2651760"/><ns2:ext cx="8869680" cy="36576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C1"/><ns0:cNvSpPr><ns1:spLocks xmlns:ns1="http://schemas.openxmlformats.org/drawingml/2006/main" noGrp="1"/></ns0:cNvSpPr><ns0:nvPr/></ns0:nvSpPr><ns0:spPr><ns2:xfrm xmlns:ns2="http://schemas.openxmlformats.org/drawingml/2006/main"><ns2:off x="167225446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C2"/><ns0:cNvSpPr><ns1:spLocks xmlns:ns1="http://schemas.openxmlformats.org/drawingml/2006/main" noGrp="1"/></ns0:cNvSpPr><ns0:nvPr/></ns0:nvSpPr><ns0:spPr><ns2:xfrm xmlns:ns2="http://schemas.openxmlformats.org/drawingml/2006/main"><ns2:off x="4347862015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C3"/><ns0:cNvSpPr><ns1:spLocks xmlns:ns1="http://schemas.openxmlformats.org/drawingml/2006/main" noGrp="1"/></ns0:cNvSpPr><ns0:nvPr/></ns0:nvSpPr><ns0:spPr><ns2:xfrm xmlns:ns2="http://schemas.openxmlformats.org/drawingml/2006/main"><ns2:off x="7023469567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C4"/><ns0:cNvSpPr><ns1:spLocks xmlns:ns1="http://schemas.openxmlformats.org/drawingml/2006/main" noGrp="1"/></ns0:cNvSpPr><ns0:nvPr/></ns0:nvSpPr><ns0:spPr><ns2:xfrm xmlns:ns2="http://schemas.openxmlformats.org/drawingml/2006/main"><ns2:off x="961546438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3291840"/><ns2:ext cx="2560320" cy="27432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2
タイトル
説明テキスト</ns5:t></ns5:r></ns5:p></ns0:txBody></ns0:sp><ns0:sp><ns0:nvSpPr><ns0:cNvPr id="22" name="Step3.Center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309360" y="3291840"/><ns2:ext cx="2560320" cy="27432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4
タイトル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6.xml><?xml version='1.0' encoding='UTF-8' standalone='yes'?>
<ns0:sldLayout xmlns:ns0="http://schemas.openxmlformats.org/presentationml/2006/main" type="blank" preserve="1"><ns0:cSld name="Process.3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V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828800" y="1645920"/><ns2:ext cx="36576" cy="4389120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S1"/><ns0:cNvSpPr><ns1:spLocks xmlns:ns1="http://schemas.openxmlformats.org/drawingml/2006/main" noGrp="1"/></ns0:cNvSpPr><ns0:nvPr/></ns0:nvSpPr><ns0:spPr><ns2:xfrm xmlns:ns2="http://schemas.openxmlformats.org/drawingml/2006/main"><ns2:off x="1688977066032" y="1839479990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S2"/><ns0:cNvSpPr><ns1:spLocks xmlns:ns1="http://schemas.openxmlformats.org/drawingml/2006/main" noGrp="1"/></ns0:cNvSpPr><ns0:nvPr/></ns0:nvSpPr><ns0:spPr><ns2:xfrm xmlns:ns2="http://schemas.openxmlformats.org/drawingml/2006/main"><ns2:off x="1688977066032" y="3177283766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S3"/><ns0:cNvSpPr><ns1:spLocks xmlns:ns1="http://schemas.openxmlformats.org/drawingml/2006/main" noGrp="1"/></ns0:cNvSpPr><ns0:nvPr/></ns0:nvSpPr><ns0:spPr><ns2:xfrm xmlns:ns2="http://schemas.openxmlformats.org/drawingml/2006/main"><ns2:off x="1688977066032" y="4515087542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Top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2560320" y="1554480"/><ns2:ext cx="8686800" cy="10972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ステップ 2：タイトル
説明テキスト</ns5:t></ns5:r></ns5:p></ns0:txBody></ns0:sp><ns0:sp><ns0:nvSpPr><ns0:cNvPr id="22" name="Step3.Bottom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2560320" y="4480560"/><ns2:ext cx="8686800" cy="10972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7.xml><?xml version='1.0' encoding='UTF-8' standalone='yes'?>
<ns0:sldLayout xmlns:ns0="http://schemas.openxmlformats.org/presentationml/2006/main" type="blank" preserve="1"><ns0:cSld name="Summary.1Agenda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" name="Lef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41148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4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548640" y="914400"/><ns2:ext cx="3200400" cy="13716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3600" dirty="0" b="1"><ns4:solidFill><ns4:srgbClr val="FFFFFF"/></ns4:solidFill><ns4:latin typeface="Georgia"/><ns4:ea typeface="Georgia"/></ns4:defRPr></ns4:defPPr><ns4:lvl1pPr algn="l"><ns4:buNone/><ns4:defRPr sz="3600" dirty="0" b="1"><ns4:solidFill><ns4:srgbClr val="FFFFFF"/></ns4:solidFill><ns4:latin typeface="Georgia"/><ns4:ea typeface="Georgia"/></ns4:defRPr></ns4:lvl1pPr><ns4:lvl2pPr algn="l"><ns4:buNone/><ns4:defRPr sz="3600" dirty="0" b="1"><ns4:solidFill><ns4:srgbClr val="FFFFFF"/></ns4:solidFill><ns4:latin typeface="Georgia"/><ns4:ea typeface="Georgia"/></ns4:defRPr></ns4:lvl2pPr><ns4:lvl3pPr algn="l"><ns4:buNone/><ns4:defRPr sz="3600" dirty="0" b="1"><ns4:solidFill><ns4:srgbClr val="FFFFFF"/></ns4:solidFill><ns4:latin typeface="Georgia"/><ns4:ea typeface="Georgia"/></ns4:defRPr></ns4:lvl3pPr><ns4:lvl4pPr algn="l"><ns4:buNone/><ns4:defRPr sz="3600" dirty="0" b="1"><ns4:solidFill><ns4:srgbClr val="FFFFFF"/></ns4:solidFill><ns4:latin typeface="Georgia"/><ns4:ea typeface="Georgia"/></ns4:defRPr></ns4:lvl4pPr><ns4:lvl5pPr algn="l"><ns4:buNone/><ns4:defRPr sz="3600" dirty="0" b="1"><ns4:solidFill><ns4:srgbClr val="FFFFFF"/></ns4:solidFill><ns4:latin typeface="Georgia"/><ns4:ea typeface="Georgia"/></ns4:defRPr></ns4:lvl5pPr><ns4:lvl6pPr algn="l"><ns4:buNone/><ns4:defRPr sz="3600" dirty="0" b="1"><ns4:solidFill><ns4:srgbClr val="FFFFFF"/></ns4:solidFill><ns4:latin typeface="Georgia"/><ns4:ea typeface="Georgia"/></ns4:defRPr></ns4:lvl6pPr><ns4:lvl7pPr algn="l"><ns4:buNone/><ns4:defRPr sz="3600" dirty="0" b="1"><ns4:solidFill><ns4:srgbClr val="FFFFFF"/></ns4:solidFill><ns4:latin typeface="Georgia"/><ns4:ea typeface="Georgia"/></ns4:defRPr></ns4:lvl7pPr><ns4:lvl8pPr algn="l"><ns4:buNone/><ns4:defRPr sz="3600" dirty="0" b="1"><ns4:solidFill><ns4:srgbClr val="FFFFFF"/></ns4:solidFill><ns4:latin typeface="Georgia"/><ns4:ea typeface="Georgia"/></ns4:defRPr></ns4:lvl8pPr><ns4:lvl9pPr algn="l"><ns4:buNone/><ns4:defRPr sz="36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日時：
場所：
所要時間：</ns5:t></ns5:r></ns5:p></ns0:txBody></ns0:sp><ns0:sp><ns0:nvSpPr><ns0:cNvPr id="20" name="AgendaItems.Righ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0" y="731520"/><ns2:ext cx="6858000" cy="54864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500" dirty="0"><ns4:solidFill><ns4:srgbClr val="1E293B"/></ns4:solidFill><ns4:latin typeface="Calibri"/><ns4:ea typeface="Calibri"/></ns4:defRPr></ns4:defPPr><ns4:lvl1pPr algn="l"><ns4:buNone/><ns4:defRPr sz="1500" dirty="0"><ns4:solidFill><ns4:srgbClr val="1E293B"/></ns4:solidFill><ns4:latin typeface="Calibri"/><ns4:ea typeface="Calibri"/></ns4:defRPr></ns4:lvl1pPr><ns4:lvl2pPr algn="l"><ns4:buNone/><ns4:defRPr sz="1500" dirty="0"><ns4:solidFill><ns4:srgbClr val="1E293B"/></ns4:solidFill><ns4:latin typeface="Calibri"/><ns4:ea typeface="Calibri"/></ns4:defRPr></ns4:lvl2pPr><ns4:lvl3pPr algn="l"><ns4:buNone/><ns4:defRPr sz="1500" dirty="0"><ns4:solidFill><ns4:srgbClr val="1E293B"/></ns4:solidFill><ns4:latin typeface="Calibri"/><ns4:ea typeface="Calibri"/></ns4:defRPr></ns4:lvl3pPr><ns4:lvl4pPr algn="l"><ns4:buNone/><ns4:defRPr sz="1500" dirty="0"><ns4:solidFill><ns4:srgbClr val="1E293B"/></ns4:solidFill><ns4:latin typeface="Calibri"/><ns4:ea typeface="Calibri"/></ns4:defRPr></ns4:lvl4pPr><ns4:lvl5pPr algn="l"><ns4:buNone/><ns4:defRPr sz="1500" dirty="0"><ns4:solidFill><ns4:srgbClr val="1E293B"/></ns4:solidFill><ns4:latin typeface="Calibri"/><ns4:ea typeface="Calibri"/></ns4:defRPr></ns4:lvl5pPr><ns4:lvl6pPr algn="l"><ns4:buNone/><ns4:defRPr sz="1500" dirty="0"><ns4:solidFill><ns4:srgbClr val="1E293B"/></ns4:solidFill><ns4:latin typeface="Calibri"/><ns4:ea typeface="Calibri"/></ns4:defRPr></ns4:lvl6pPr><ns4:lvl7pPr algn="l"><ns4:buNone/><ns4:defRPr sz="1500" dirty="0"><ns4:solidFill><ns4:srgbClr val="1E293B"/></ns4:solidFill><ns4:latin typeface="Calibri"/><ns4:ea typeface="Calibri"/></ns4:defRPr></ns4:lvl7pPr><ns4:lvl8pPr algn="l"><ns4:buNone/><ns4:defRPr sz="1500" dirty="0"><ns4:solidFill><ns4:srgbClr val="1E293B"/></ns4:solidFill><ns4:latin typeface="Calibri"/><ns4:ea typeface="Calibri"/></ns4:defRPr></ns4:lvl8pPr><ns4:lvl9pPr algn="l"><ns4:buNone/><ns4:defRPr sz="1500" dirty="0"><ns4:solidFill><ns4:srgbClr val="1E293B"/></ns4:solidFill><ns4:latin typeface="Calibri"/><ns4:ea typeface="Calibri"/></ns4:defRPr></ns4:lvl9pPr></ns4:lstStyle><ns5:p xmlns:ns5="http://schemas.openxmlformats.org/drawingml/2006/main"><ns5:pPr algn="l"><ns5:buNone/></ns5:pPr><ns5:r><ns5:rPr lang="ja-JP"/><ns5:t>01  議題タイトル

02  議題タイトル

03  議題タイトル

04  議題タイトル

05  議題タイトル</ns5:t></ns5:r></ns5:p></ns0:txBody></ns0:sp></ns0:spTree></ns0:cSld><ns0:clrMapOvr/></ns0:sldLayout>
</file>

<file path=ppt/slideLayouts/slideLayout28.xml><?xml version='1.0' encoding='UTF-8' standalone='yes'?>
<ns0:sldLayout xmlns:ns0="http://schemas.openxmlformats.org/presentationml/2006/main" type="blank" preserve="1"><ns0:cSld name="Summary.2Block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Finding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7132320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Rec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3749039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F0F4FF"/></ns4:solidFill><ns5:ln xmlns:ns5="http://schemas.openxmlformats.org/drawingml/2006/main"><ns5:noFill/></ns5:ln></ns0:spPr></ns0:sp><ns0:sp><ns0:nvSpPr><ns0:cNvPr id="7" name="RecAccent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54864" cy="50292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822960" y="1554480"/><ns2:ext cx="640080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推奨アクション

優先度：高

対応策を記入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9.xml><?xml version='1.0' encoding='UTF-8' standalone='yes'?>
<ns0:sldLayout xmlns:ns0="http://schemas.openxmlformats.org/presentationml/2006/main" type="blank" preserve="1"><ns0:cSld name="Closing.1Messag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Bottom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4389120"/><ns2:ext cx="12192000" cy="2468880"/></ns2:xfrm><ns3:prstGeom xmlns:ns3="http://schemas.openxmlformats.org/drawingml/2006/main" prst="rect"/><ns4:solidFill xmlns:ns4="http://schemas.openxmlformats.org/drawingml/2006/main"><ns4:srgbClr val="141B41"/></ns4:solidFill><ns5:ln xmlns:ns5="http://schemas.openxmlformats.org/drawingml/2006/main"><ns5:noFill/></ns5:ln></ns0:spPr></ns0:sp><ns0:sp><ns0:nvSpPr><ns0:cNvPr id="10" name="CategoryLabel.Top"/><ns0:cNvSpPr><ns1:spLocks xmlns:ns1="http://schemas.openxmlformats.org/drawingml/2006/main" noGrp="1"/></ns0:cNvSpPr><ns0:nvPr><ns0:ph idx="10" type="body"/></ns0:nvPr></ns0:nvSpPr><ns0:spPr><ns2:xfrm xmlns:ns2="http://schemas.openxmlformats.org/drawingml/2006/main"><ns2:off x="1097280" y="1371600"/><ns2:ext cx="914400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800" dirty="0" b="1"><ns4:solidFill><ns4:srgbClr val="3B82F6"/></ns4:solidFill><ns4:latin typeface="Calibri"/><ns4:ea typeface="Calibri"/></ns4:defRPr></ns4:defPPr><ns4:lvl1pPr algn="l"><ns4:buNone/><ns4:defRPr sz="1800" dirty="0" b="1"><ns4:solidFill><ns4:srgbClr val="3B82F6"/></ns4:solidFill><ns4:latin typeface="Calibri"/><ns4:ea typeface="Calibri"/></ns4:defRPr></ns4:lvl1pPr><ns4:lvl2pPr algn="l"><ns4:buNone/><ns4:defRPr sz="1800" dirty="0" b="1"><ns4:solidFill><ns4:srgbClr val="3B82F6"/></ns4:solidFill><ns4:latin typeface="Calibri"/><ns4:ea typeface="Calibri"/></ns4:defRPr></ns4:lvl2pPr><ns4:lvl3pPr algn="l"><ns4:buNone/><ns4:defRPr sz="1800" dirty="0" b="1"><ns4:solidFill><ns4:srgbClr val="3B82F6"/></ns4:solidFill><ns4:latin typeface="Calibri"/><ns4:ea typeface="Calibri"/></ns4:defRPr></ns4:lvl3pPr><ns4:lvl4pPr algn="l"><ns4:buNone/><ns4:defRPr sz="1800" dirty="0" b="1"><ns4:solidFill><ns4:srgbClr val="3B82F6"/></ns4:solidFill><ns4:latin typeface="Calibri"/><ns4:ea typeface="Calibri"/></ns4:defRPr></ns4:lvl4pPr><ns4:lvl5pPr algn="l"><ns4:buNone/><ns4:defRPr sz="1800" dirty="0" b="1"><ns4:solidFill><ns4:srgbClr val="3B82F6"/></ns4:solidFill><ns4:latin typeface="Calibri"/><ns4:ea typeface="Calibri"/></ns4:defRPr></ns4:lvl5pPr><ns4:lvl6pPr algn="l"><ns4:buNone/><ns4:defRPr sz="1800" dirty="0" b="1"><ns4:solidFill><ns4:srgbClr val="3B82F6"/></ns4:solidFill><ns4:latin typeface="Calibri"/><ns4:ea typeface="Calibri"/></ns4:defRPr></ns4:lvl6pPr><ns4:lvl7pPr algn="l"><ns4:buNone/><ns4:defRPr sz="1800" dirty="0" b="1"><ns4:solidFill><ns4:srgbClr val="3B82F6"/></ns4:solidFill><ns4:latin typeface="Calibri"/><ns4:ea typeface="Calibri"/></ns4:defRPr></ns4:lvl7pPr><ns4:lvl8pPr algn="l"><ns4:buNone/><ns4:defRPr sz="1800" dirty="0" b="1"><ns4:solidFill><ns4:srgbClr val="3B82F6"/></ns4:solidFill><ns4:latin typeface="Calibri"/><ns4:ea typeface="Calibri"/></ns4:defRPr></ns4:lvl8pPr><ns4:lvl9pPr algn="l"><ns4:buNone/><ns4:defRPr sz="18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ご質問をお待ちしています</ns5:t></ns5:r></ns5:p></ns0:txBody></ns0:sp><ns0:sp><ns0:nvSpPr><ns0:cNvPr id="12" name="PresenterName.Bottom"/><ns0:cNvSpPr><ns1:spLocks xmlns:ns1="http://schemas.openxmlformats.org/drawingml/2006/main" noGrp="1"/></ns0:cNvSpPr><ns0:nvPr><ns0:ph idx="11" type="body"/></ns0:nvPr></ns0:nvSpPr><ns0:spPr><ns2:xfrm xmlns:ns2="http://schemas.openxmlformats.org/drawingml/2006/main"><ns2:off x="1097280" y="4754880"/><ns2:ext cx="731520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><ns4:solidFill><ns4:srgbClr val="CADCFC"/></ns4:solidFill><ns4:latin typeface="Calibri"/><ns4:ea typeface="Calibri"/></ns4:defRPr></ns4:defPPr><ns4:lvl1pPr algn="l"><ns4:buNone/><ns4:defRPr sz="1600" dirty="0"><ns4:solidFill><ns4:srgbClr val="CADCFC"/></ns4:solidFill><ns4:latin typeface="Calibri"/><ns4:ea typeface="Calibri"/></ns4:defRPr></ns4:lvl1pPr><ns4:lvl2pPr algn="l"><ns4:buNone/><ns4:defRPr sz="1600" dirty="0"><ns4:solidFill><ns4:srgbClr val="CADCFC"/></ns4:solidFill><ns4:latin typeface="Calibri"/><ns4:ea typeface="Calibri"/></ns4:defRPr></ns4:lvl2pPr><ns4:lvl3pPr algn="l"><ns4:buNone/><ns4:defRPr sz="1600" dirty="0"><ns4:solidFill><ns4:srgbClr val="CADCFC"/></ns4:solidFill><ns4:latin typeface="Calibri"/><ns4:ea typeface="Calibri"/></ns4:defRPr></ns4:lvl3pPr><ns4:lvl4pPr algn="l"><ns4:buNone/><ns4:defRPr sz="1600" dirty="0"><ns4:solidFill><ns4:srgbClr val="CADCFC"/></ns4:solidFill><ns4:latin typeface="Calibri"/><ns4:ea typeface="Calibri"/></ns4:defRPr></ns4:lvl4pPr><ns4:lvl5pPr algn="l"><ns4:buNone/><ns4:defRPr sz="1600" dirty="0"><ns4:solidFill><ns4:srgbClr val="CADCFC"/></ns4:solidFill><ns4:latin typeface="Calibri"/><ns4:ea typeface="Calibri"/></ns4:defRPr></ns4:lvl5pPr><ns4:lvl6pPr algn="l"><ns4:buNone/><ns4:defRPr sz="1600" dirty="0"><ns4:solidFill><ns4:srgbClr val="CADCFC"/></ns4:solidFill><ns4:latin typeface="Calibri"/><ns4:ea typeface="Calibri"/></ns4:defRPr></ns4:lvl6pPr><ns4:lvl7pPr algn="l"><ns4:buNone/><ns4:defRPr sz="1600" dirty="0"><ns4:solidFill><ns4:srgbClr val="CADCFC"/></ns4:solidFill><ns4:latin typeface="Calibri"/><ns4:ea typeface="Calibri"/></ns4:defRPr></ns4:lvl7pPr><ns4:lvl8pPr algn="l"><ns4:buNone/><ns4:defRPr sz="1600" dirty="0"><ns4:solidFill><ns4:srgbClr val="CADCFC"/></ns4:solidFill><ns4:latin typeface="Calibri"/><ns4:ea typeface="Calibri"/></ns4:defRPr></ns4:lvl8pPr><ns4:lvl9pPr algn="l"><ns4:buNone/><ns4:defRPr sz="1600" dirty="0"><ns4:solidFill><ns4:srgbClr val="CADCFC"/></ns4:solidFill><ns4:latin typeface="Calibri"/><ns4:ea typeface="Calibri"/></ns4:defRPr></ns4:lvl9pPr></ns4:lstStyle/><ns5:p xmlns:ns5="http://schemas.openxmlformats.org/drawingml/2006/main"><ns5:pPr algn="l"><ns5:buNone/></ns5:pPr><ns5:r><ns5:rPr lang="ja-JP"/><ns5:t>email@example.com  |  内線: 0000
Slack: #channel</ns5:t></ns5:r></ns5:p></ns0:txBody></ns0:sp></ns0:spTree></ns0:cSld><ns0:clrMapOvr/></ns0:sldLayout>
</file>

<file path=ppt/slideLayouts/slideLayout30.xml><?xml version='1.0' encoding='UTF-8' standalone='yes'?>
<ns0:sldLayout xmlns:ns0="http://schemas.openxmlformats.org/presentationml/2006/main" type="blank" preserve="1"><ns0:cSld name="Closing.1Steps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Step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31520" y="914400"/><ns2:ext cx="68580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141B41"/></ns4:solidFill><ns5:ln xmlns:ns5="http://schemas.openxmlformats.org/drawingml/2006/main"><ns5:noFill/></ns5:ln></ns0:spPr></ns0:sp><ns0:sp><ns0:nvSpPr><ns0:cNvPr id="5" name="CTA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8046720" y="914400"/><ns2:ext cx="36576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2D3A6E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1097280" y="1188720"/><ns2:ext cx="6217920" cy="6400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1. アクション項目

2. アクション項目

3. アクション項目</ns5:t></ns5:r></ns5:p></ns0:txBody></ns0:sp><ns0:sp><ns0:nvSpPr><ns0:cNvPr id="21" name="Notes.Right"/><ns0:cNvSpPr><ns1:spLocks xmlns:ns1="http://schemas.openxmlformats.org/drawingml/2006/main" noGrp="1"/></ns0:cNvSpPr><ns0:nvPr><ns0:ph idx="2" type="body"/></ns0:nvPr></ns0:nvSpPr><ns0:spPr><ns2:xfrm xmlns:ns2="http://schemas.openxmlformats.org/drawingml/2006/main"><ns2:off x="8321040" y="1188720"/><ns2:ext cx="310896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FFFFFF"/></ns4:solidFill><ns4:latin typeface="Calibri"/><ns4:ea typeface="Calibri"/></ns4:defRPr></ns4:defPPr><ns4:lvl1pPr algn="l"><ns4:buNone/><ns4:defRPr sz="1400" dirty="0"><ns4:solidFill><ns4:srgbClr val="FFFFFF"/></ns4:solidFill><ns4:latin typeface="Calibri"/><ns4:ea typeface="Calibri"/></ns4:defRPr></ns4:lvl1pPr><ns4:lvl2pPr algn="l"><ns4:buNone/><ns4:defRPr sz="1400" dirty="0"><ns4:solidFill><ns4:srgbClr val="FFFFFF"/></ns4:solidFill><ns4:latin typeface="Calibri"/><ns4:ea typeface="Calibri"/></ns4:defRPr></ns4:lvl2pPr><ns4:lvl3pPr algn="l"><ns4:buNone/><ns4:defRPr sz="1400" dirty="0"><ns4:solidFill><ns4:srgbClr val="FFFFFF"/></ns4:solidFill><ns4:latin typeface="Calibri"/><ns4:ea typeface="Calibri"/></ns4:defRPr></ns4:lvl3pPr><ns4:lvl4pPr algn="l"><ns4:buNone/><ns4:defRPr sz="1400" dirty="0"><ns4:solidFill><ns4:srgbClr val="FFFFFF"/></ns4:solidFill><ns4:latin typeface="Calibri"/><ns4:ea typeface="Calibri"/></ns4:defRPr></ns4:lvl4pPr><ns4:lvl5pPr algn="l"><ns4:buNone/><ns4:defRPr sz="1400" dirty="0"><ns4:solidFill><ns4:srgbClr val="FFFFFF"/></ns4:solidFill><ns4:latin typeface="Calibri"/><ns4:ea typeface="Calibri"/></ns4:defRPr></ns4:lvl5pPr><ns4:lvl6pPr algn="l"><ns4:buNone/><ns4:defRPr sz="1400" dirty="0"><ns4:solidFill><ns4:srgbClr val="FFFFFF"/></ns4:solidFill><ns4:latin typeface="Calibri"/><ns4:ea typeface="Calibri"/></ns4:defRPr></ns4:lvl6pPr><ns4:lvl7pPr algn="l"><ns4:buNone/><ns4:defRPr sz="1400" dirty="0"><ns4:solidFill><ns4:srgbClr val="FFFFFF"/></ns4:solidFill><ns4:latin typeface="Calibri"/><ns4:ea typeface="Calibri"/></ns4:defRPr></ns4:lvl7pPr><ns4:lvl8pPr algn="l"><ns4:buNone/><ns4:defRPr sz="1400" dirty="0"><ns4:solidFill><ns4:srgbClr val="FFFFFF"/></ns4:solidFill><ns4:latin typeface="Calibri"/><ns4:ea typeface="Calibri"/></ns4:defRPr></ns4:lvl8pPr><ns4:lvl9pPr algn="l"><ns4:buNone/><ns4:defRPr sz="1400" dirty="0"><ns4:solidFill><ns4:srgbClr val="FFFFFF"/></ns4:solidFill><ns4:latin typeface="Calibri"/><ns4:ea typeface="Calibri"/></ns4:defRPr></ns4:lvl9pPr></ns4:lstStyle><ns5:p xmlns:ns5="http://schemas.openxmlformats.org/drawingml/2006/main"><ns5:pPr algn="l"><ns5:buNone/></ns5:pPr><ns5:r><ns5:rPr lang="ja-JP"/><ns5:t>期限

担当者

連絡先

次回MTG日程</ns5:t></ns5:r></ns5:p></ns0:txBody></ns0:sp></ns0:spTree></ns0:cSld><ns0:clrMapOvr/>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 b="1">
          <a:solidFill>
            <a:srgbClr val="FFFFFF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None/>
        <a:defRPr sz="1400" kern="1200">
          <a:solidFill>
            <a:srgbClr val="1E293B"/>
          </a:solidFill>
          <a:latin typeface="Calibri"/>
          <a:ea typeface="Calibri"/>
          <a:cs typeface="Calibri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