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/>
  <p:sldSz cx="12192000" cy="6858000" type="custom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.1Title.Sing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>
            <a:spLocks noGrp="1" noSelect="0" noRot="1" noMove="1"/>
          </p:cNvSpPr>
          <p:nvPr/>
        </p:nvSpPr>
        <p:spPr>
          <a:xfrm>
            <a:off x="0" y="0"/>
            <a:ext cx="12192000" cy="6858000"/>
          </a:xfrm>
          <a:prstGeom prst="rect"/>
          <a:solidFill>
            <a:srgbClr val="1E2761"/>
          </a:solidFill>
          <a:ln>
            <a:noFill/>
          </a:ln>
        </p:spPr>
      </p:sp>
      <p:sp>
        <p:nvSpPr>
          <p:cNvPr id="3" name="AccentBar"/>
          <p:cNvSpPr>
            <a:spLocks noGrp="1" noSelect="0" noRot="1" noMove="1"/>
          </p:cNvSpPr>
          <p:nvPr/>
        </p:nvSpPr>
        <p:spPr>
          <a:xfrm>
            <a:off x="0" y="0"/>
            <a:ext cx="164592" cy="6858000"/>
          </a:xfrm>
          <a:prstGeom prst="rect"/>
          <a:solidFill>
            <a:srgbClr val="3B82F6"/>
          </a:solidFill>
          <a:ln>
            <a:noFill/>
          </a:ln>
        </p:spPr>
      </p:sp>
      <p:sp>
        <p:nvSpPr>
          <p:cNvPr id="4" name="BottomPanel"/>
          <p:cNvSpPr>
            <a:spLocks noGrp="1" noSelect="0" noRot="1" noMove="1"/>
          </p:cNvSpPr>
          <p:nvPr/>
        </p:nvSpPr>
        <p:spPr>
          <a:xfrm>
            <a:off x="0" y="4754880"/>
            <a:ext cx="12192000" cy="2103120"/>
          </a:xfrm>
          <a:prstGeom prst="rect"/>
          <a:solidFill>
            <a:srgbClr val="141B41"/>
          </a:solidFill>
          <a:ln>
            <a:noFill/>
          </a:ln>
        </p:spPr>
      </p:sp>
      <p:sp>
        <p:nvSpPr>
          <p:cNvPr id="10" name="CategoryLabel.Top"/>
          <p:cNvSpPr>
            <a:spLocks noGrp="1"/>
          </p:cNvSpPr>
          <p:nvPr>
            <p:ph idx="10" type="body"/>
          </p:nvPr>
        </p:nvSpPr>
        <p:spPr>
          <a:xfrm>
            <a:off x="1097280" y="1371600"/>
            <a:ext cx="8229600" cy="411480"/>
          </a:xfrm>
        </p:spPr>
        <p:txBody>
          <a:bodyPr wrap="square" anchor="t" anchorCtr="0"/>
          <a:lstStyle>
            <a:defPPr>
              <a:defRPr sz="1500" b="1">
                <a:solidFill>
                  <a:srgbClr val="3B82F6"/>
                </a:solidFill>
              </a:defRPr>
            </a:defPPr>
          </a:lstStyle>
          <a:p>
            <a:pPr algn="l">
              <a:buNone/>
            </a:pPr>
            <a:r>
              <a:rPr lang="ja-JP"/>
              <a:t>CATEGORY LABEL</a:t>
            </a:r>
          </a:p>
        </p:txBody>
      </p:sp>
      <p:sp>
        <p:nvSpPr>
          <p:cNvPr id="11" name="Title.Center"/>
          <p:cNvSpPr>
            <a:spLocks noGrp="1"/>
          </p:cNvSpPr>
          <p:nvPr>
            <p:ph idx="0" type="ctrTitle"/>
          </p:nvPr>
        </p:nvSpPr>
        <p:spPr>
          <a:xfrm>
            <a:off x="1097280" y="1920240"/>
            <a:ext cx="9601200" cy="1371600"/>
          </a:xfrm>
        </p:spPr>
        <p:txBody>
          <a:bodyPr wrap="square" anchor="t" anchorCtr="0"/>
          <a:lstStyle>
            <a:defPPr>
              <a:defRPr sz="4800"/>
            </a:defPPr>
          </a:lstStyle>
          <a:p>
            <a:pPr algn="l">
              <a:buNone/>
            </a:pPr>
            <a:r>
              <a:rPr lang="ja-JP"/>
              <a:t>プレゼンテーションタイトル</a:t>
            </a:r>
          </a:p>
        </p:txBody>
      </p:sp>
      <p:sp>
        <p:nvSpPr>
          <p:cNvPr id="12" name="Subtitle.Center"/>
          <p:cNvSpPr>
            <a:spLocks noGrp="1"/>
          </p:cNvSpPr>
          <p:nvPr>
            <p:ph idx="1" type="subTitle"/>
          </p:nvPr>
        </p:nvSpPr>
        <p:spPr>
          <a:xfrm>
            <a:off x="1097280" y="3383280"/>
            <a:ext cx="8229600" cy="640080"/>
          </a:xfrm>
        </p:spPr>
        <p:txBody>
          <a:bodyPr wrap="square" anchor="t" anchorCtr="0"/>
          <a:lstStyle>
            <a:defPPr>
              <a:defRPr sz="2000">
                <a:solidFill>
                  <a:srgbClr val="CADCFC"/>
                </a:solidFill>
              </a:defRPr>
            </a:defPPr>
          </a:lstStyle>
          <a:p>
            <a:pPr algn="l">
              <a:buNone/>
            </a:pPr>
            <a:r>
              <a:rPr lang="ja-JP"/>
              <a:t>サブタイトル・説明文</a:t>
            </a:r>
          </a:p>
        </p:txBody>
      </p:sp>
      <p:sp>
        <p:nvSpPr>
          <p:cNvPr id="13" name="Date.Bottom"/>
          <p:cNvSpPr>
            <a:spLocks noGrp="1"/>
          </p:cNvSpPr>
          <p:nvPr>
            <p:ph idx="11" type="body"/>
          </p:nvPr>
        </p:nvSpPr>
        <p:spPr>
          <a:xfrm>
            <a:off x="1097280" y="5120640"/>
            <a:ext cx="7315200" cy="365760"/>
          </a:xfrm>
        </p:spPr>
        <p:txBody>
          <a:bodyPr wrap="square" anchor="t" anchorCtr="0"/>
          <a:lstStyle>
            <a:defPPr>
              <a:defRPr>
                <a:solidFill>
                  <a:srgbClr val="CADCFC"/>
                </a:solidFill>
              </a:defRPr>
            </a:defPPr>
          </a:lstStyle>
          <a:p>
            <a:pPr algn="l">
              <a:buNone/>
            </a:pPr>
            <a:r>
              <a:rPr lang="ja-JP"/>
              <a:t>日付  |  組織名  |  部門名</a:t>
            </a:r>
          </a:p>
        </p:txBody>
      </p:sp>
      <p:sp>
        <p:nvSpPr>
          <p:cNvPr id="14" name="Footer.Bottom"/>
          <p:cNvSpPr>
            <a:spLocks noGrp="1"/>
          </p:cNvSpPr>
          <p:nvPr>
            <p:ph idx="12" type="body"/>
          </p:nvPr>
        </p:nvSpPr>
        <p:spPr>
          <a:xfrm>
            <a:off x="1097280" y="5577840"/>
            <a:ext cx="3657600" cy="274320"/>
          </a:xfrm>
        </p:spPr>
        <p:txBody>
          <a:bodyPr wrap="square" anchor="t" anchorCtr="0"/>
          <a:lstStyle>
            <a:defPPr>
              <a:defRPr sz="1100">
                <a:solidFill>
                  <a:srgbClr val="CADCFC"/>
                </a:solidFill>
              </a:defRPr>
            </a:defPPr>
          </a:lstStyle>
          <a:p>
            <a:pPr algn="l">
              <a:buNone/>
            </a:pPr>
            <a:r>
              <a:rPr lang="ja-JP"/>
              <a:t>Confidential</a:t>
            </a:r>
          </a:p>
        </p:txBody>
      </p:sp>
    </p:spTree>
  </p:cSld>
  <p:clrMapOvr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.1Title.Single+1Me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>
            <a:spLocks noGrp="1" noSelect="0" noRot="1" noMove="1"/>
          </p:cNvSpPr>
          <p:nvPr/>
        </p:nvSpPr>
        <p:spPr>
          <a:xfrm>
            <a:off x="0" y="0"/>
            <a:ext cx="12192000" cy="6858000"/>
          </a:xfrm>
          <a:prstGeom prst="rect"/>
          <a:solidFill>
            <a:srgbClr val="1E2761"/>
          </a:solidFill>
          <a:ln>
            <a:noFill/>
          </a:ln>
        </p:spPr>
      </p:sp>
      <p:sp>
        <p:nvSpPr>
          <p:cNvPr id="3" name="AccentBar"/>
          <p:cNvSpPr>
            <a:spLocks noGrp="1" noSelect="0" noRot="1" noMove="1"/>
          </p:cNvSpPr>
          <p:nvPr/>
        </p:nvSpPr>
        <p:spPr>
          <a:xfrm>
            <a:off x="0" y="0"/>
            <a:ext cx="164592" cy="6858000"/>
          </a:xfrm>
          <a:prstGeom prst="rect"/>
          <a:solidFill>
            <a:srgbClr val="3B82F6"/>
          </a:solidFill>
          <a:ln>
            <a:noFill/>
          </a:ln>
        </p:spPr>
      </p:sp>
      <p:sp>
        <p:nvSpPr>
          <p:cNvPr id="4" name="MetaPanel"/>
          <p:cNvSpPr>
            <a:spLocks noGrp="1" noSelect="0" noRot="1" noMove="1"/>
          </p:cNvSpPr>
          <p:nvPr/>
        </p:nvSpPr>
        <p:spPr>
          <a:xfrm>
            <a:off x="8046720" y="1097280"/>
            <a:ext cx="3474720" cy="4114800"/>
          </a:xfrm>
          <a:prstGeom prst="roundRect">
            <a:avLst>
              <a:gd name="adj" fmla="val 8000"/>
            </a:avLst>
          </a:prstGeom>
          <a:solidFill>
            <a:srgbClr val="141B41"/>
          </a:solidFill>
          <a:ln>
            <a:noFill/>
          </a:ln>
        </p:spPr>
      </p:sp>
      <p:sp>
        <p:nvSpPr>
          <p:cNvPr id="10" name="CategoryLabel.Top"/>
          <p:cNvSpPr>
            <a:spLocks noGrp="1"/>
          </p:cNvSpPr>
          <p:nvPr>
            <p:ph idx="10" type="body"/>
          </p:nvPr>
        </p:nvSpPr>
        <p:spPr>
          <a:xfrm>
            <a:off x="1097280" y="1097280"/>
            <a:ext cx="5943600" cy="365760"/>
          </a:xfrm>
        </p:spPr>
        <p:txBody>
          <a:bodyPr wrap="square" anchor="t" anchorCtr="0"/>
          <a:lstStyle>
            <a:defPPr>
              <a:defRPr sz="1400" b="1">
                <a:solidFill>
                  <a:srgbClr val="3B82F6"/>
                </a:solidFill>
              </a:defRPr>
            </a:defPPr>
          </a:lstStyle>
          <a:p>
            <a:pPr algn="l">
              <a:buNone/>
            </a:pPr>
            <a:r>
              <a:rPr lang="ja-JP"/>
              <a:t>DATA ANALYSIS REPORT</a:t>
            </a:r>
          </a:p>
        </p:txBody>
      </p:sp>
      <p:sp>
        <p:nvSpPr>
          <p:cNvPr id="11" name="Title.Left"/>
          <p:cNvSpPr>
            <a:spLocks noGrp="1"/>
          </p:cNvSpPr>
          <p:nvPr>
            <p:ph idx="0" type="ctrTitle"/>
          </p:nvPr>
        </p:nvSpPr>
        <p:spPr>
          <a:xfrm>
            <a:off x="1097280" y="1645920"/>
            <a:ext cx="6400800" cy="1645920"/>
          </a:xfrm>
        </p:spPr>
        <p:txBody>
          <a:bodyPr wrap="square" anchor="t" anchorCtr="0"/>
          <a:lstStyle>
            <a:defPPr>
              <a:defRPr sz="4400"/>
            </a:defPPr>
          </a:lstStyle>
          <a:p>
            <a:pPr algn="l">
              <a:buNone/>
            </a:pPr>
            <a:r>
              <a:rPr lang="ja-JP"/>
              <a:t>レポートタイトル</a:t>
            </a:r>
          </a:p>
        </p:txBody>
      </p:sp>
      <p:sp>
        <p:nvSpPr>
          <p:cNvPr id="12" name="Subtitle.Left"/>
          <p:cNvSpPr>
            <a:spLocks noGrp="1"/>
          </p:cNvSpPr>
          <p:nvPr>
            <p:ph idx="1" type="subTitle"/>
          </p:nvPr>
        </p:nvSpPr>
        <p:spPr>
          <a:xfrm>
            <a:off x="1097280" y="3474720"/>
            <a:ext cx="6400800" cy="548640"/>
          </a:xfrm>
        </p:spPr>
        <p:txBody>
          <a:bodyPr wrap="square" anchor="t" anchorCtr="0"/>
          <a:lstStyle>
            <a:defPPr>
              <a:defRPr sz="1800">
                <a:solidFill>
                  <a:srgbClr val="CADCFC"/>
                </a:solidFill>
              </a:defRPr>
            </a:defPPr>
          </a:lstStyle>
          <a:p>
            <a:pPr algn="l">
              <a:buNone/>
            </a:pPr>
            <a:r>
              <a:rPr lang="ja-JP"/>
              <a:t>サブタイトル</a:t>
            </a:r>
          </a:p>
        </p:txBody>
      </p:sp>
      <p:sp>
        <p:nvSpPr>
          <p:cNvPr id="13" name="Meta.Right"/>
          <p:cNvSpPr>
            <a:spLocks noGrp="1"/>
          </p:cNvSpPr>
          <p:nvPr>
            <p:ph idx="11" type="body"/>
          </p:nvPr>
        </p:nvSpPr>
        <p:spPr>
          <a:xfrm>
            <a:off x="8321040" y="1463040"/>
            <a:ext cx="2926080" cy="3474720"/>
          </a:xfrm>
        </p:spPr>
        <p:txBody>
          <a:bodyPr wrap="square" anchor="t" anchorCtr="0"/>
          <a:lstStyle>
            <a:defPPr>
              <a:defRPr sz="1300">
                <a:solidFill>
                  <a:srgbClr val="CADCFC"/>
                </a:solidFill>
              </a:defRPr>
            </a:defPPr>
          </a:lstStyle>
          <a:p>
            <a:pPr algn="l">
              <a:buNone/>
            </a:pPr>
            <a:r>
              <a:rPr lang="ja-JP"/>
              <a:t>作成日：
作成者：
バージョン：
ステータス：
配布先：</a:t>
            </a:r>
          </a:p>
        </p:txBody>
      </p:sp>
      <p:sp>
        <p:nvSpPr>
          <p:cNvPr id="14" name="Footer.Bottom"/>
          <p:cNvSpPr>
            <a:spLocks noGrp="1"/>
          </p:cNvSpPr>
          <p:nvPr>
            <p:ph idx="12" type="body"/>
          </p:nvPr>
        </p:nvSpPr>
        <p:spPr>
          <a:xfrm>
            <a:off x="1097280" y="5669280"/>
            <a:ext cx="5486400" cy="274320"/>
          </a:xfrm>
        </p:spPr>
        <p:txBody>
          <a:bodyPr wrap="square" anchor="t" anchorCtr="0"/>
          <a:lstStyle>
            <a:defPPr>
              <a:defRPr sz="1100">
                <a:solidFill>
                  <a:srgbClr val="CADCFC"/>
                </a:solidFill>
              </a:defRPr>
            </a:defPPr>
          </a:lstStyle>
          <a:p>
            <a:pPr algn="l">
              <a:buNone/>
            </a:pPr>
            <a:r>
              <a:rPr lang="ja-JP"/>
              <a:t>Confidential</a:t>
            </a:r>
          </a:p>
        </p:txBody>
      </p:sp>
    </p:spTree>
  </p:cSld>
  <p:clrMapOvr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.1Title.Single+1Summar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eftPanel"/>
          <p:cNvSpPr>
            <a:spLocks noGrp="1" noSelect="0" noRot="1" noMove="1"/>
          </p:cNvSpPr>
          <p:nvPr/>
        </p:nvSpPr>
        <p:spPr>
          <a:xfrm>
            <a:off x="0" y="0"/>
            <a:ext cx="6858000" cy="6858000"/>
          </a:xfrm>
          <a:prstGeom prst="rect"/>
          <a:solidFill>
            <a:srgbClr val="1E2761"/>
          </a:solidFill>
          <a:ln>
            <a:noFill/>
          </a:ln>
        </p:spPr>
      </p:sp>
      <p:sp>
        <p:nvSpPr>
          <p:cNvPr id="3" name="RightPanel"/>
          <p:cNvSpPr>
            <a:spLocks noGrp="1" noSelect="0" noRot="1" noMove="1"/>
          </p:cNvSpPr>
          <p:nvPr/>
        </p:nvSpPr>
        <p:spPr>
          <a:xfrm>
            <a:off x="6858000" y="0"/>
            <a:ext cx="5333695" cy="6858000"/>
          </a:xfrm>
          <a:prstGeom prst="rect"/>
          <a:solidFill>
            <a:srgbClr val="F5F7FA"/>
          </a:solidFill>
          <a:ln>
            <a:noFill/>
          </a:ln>
        </p:spPr>
      </p:sp>
      <p:sp>
        <p:nvSpPr>
          <p:cNvPr id="4" name="AccentBar"/>
          <p:cNvSpPr>
            <a:spLocks noGrp="1" noSelect="0" noRot="1" noMove="1"/>
          </p:cNvSpPr>
          <p:nvPr/>
        </p:nvSpPr>
        <p:spPr>
          <a:xfrm>
            <a:off x="0" y="0"/>
            <a:ext cx="164592" cy="6858000"/>
          </a:xfrm>
          <a:prstGeom prst="rect"/>
          <a:solidFill>
            <a:srgbClr val="3B82F6"/>
          </a:solidFill>
          <a:ln>
            <a:noFill/>
          </a:ln>
        </p:spPr>
      </p:sp>
      <p:sp>
        <p:nvSpPr>
          <p:cNvPr id="5" name="CornerBlock"/>
          <p:cNvSpPr>
            <a:spLocks noGrp="1" noSelect="0" noRot="1" noMove="1"/>
          </p:cNvSpPr>
          <p:nvPr/>
        </p:nvSpPr>
        <p:spPr>
          <a:xfrm>
            <a:off x="6858000" y="0"/>
            <a:ext cx="365760" cy="365760"/>
          </a:xfrm>
          <a:prstGeom prst="rect"/>
          <a:solidFill>
            <a:srgbClr val="3B82F6"/>
          </a:solidFill>
          <a:ln>
            <a:noFill/>
          </a:ln>
        </p:spPr>
      </p:sp>
      <p:sp>
        <p:nvSpPr>
          <p:cNvPr id="10" name="CategoryLabel.Left"/>
          <p:cNvSpPr>
            <a:spLocks noGrp="1"/>
          </p:cNvSpPr>
          <p:nvPr>
            <p:ph idx="10" type="body"/>
          </p:nvPr>
        </p:nvSpPr>
        <p:spPr>
          <a:xfrm>
            <a:off x="1097280" y="1371600"/>
            <a:ext cx="5029200" cy="365760"/>
          </a:xfrm>
        </p:spPr>
        <p:txBody>
          <a:bodyPr wrap="square" anchor="t" anchorCtr="0"/>
          <a:lstStyle>
            <a:defPPr>
              <a:defRPr sz="1400" b="1">
                <a:solidFill>
                  <a:srgbClr val="3B82F6"/>
                </a:solidFill>
              </a:defRPr>
            </a:defPPr>
          </a:lstStyle>
          <a:p>
            <a:pPr algn="l">
              <a:buNone/>
            </a:pPr>
            <a:r>
              <a:rPr lang="ja-JP"/>
              <a:t>REPORT</a:t>
            </a:r>
          </a:p>
        </p:txBody>
      </p:sp>
      <p:sp>
        <p:nvSpPr>
          <p:cNvPr id="11" name="Title.Left"/>
          <p:cNvSpPr>
            <a:spLocks noGrp="1"/>
          </p:cNvSpPr>
          <p:nvPr>
            <p:ph idx="0" type="ctrTitle"/>
          </p:nvPr>
        </p:nvSpPr>
        <p:spPr>
          <a:xfrm>
            <a:off x="1097280" y="1920240"/>
            <a:ext cx="5303520" cy="1828800"/>
          </a:xfrm>
        </p:spPr>
        <p:txBody>
          <a:bodyPr wrap="square" anchor="t" anchorCtr="0"/>
          <a:lstStyle>
            <a:defPPr>
              <a:defRPr sz="4200"/>
            </a:defPPr>
          </a:lstStyle>
          <a:p>
            <a:pPr algn="l">
              <a:buNone/>
            </a:pPr>
            <a:r>
              <a:rPr lang="ja-JP"/>
              <a:t>タイトル</a:t>
            </a:r>
          </a:p>
        </p:txBody>
      </p:sp>
      <p:sp>
        <p:nvSpPr>
          <p:cNvPr id="12" name="Subtitle.Left"/>
          <p:cNvSpPr>
            <a:spLocks noGrp="1"/>
          </p:cNvSpPr>
          <p:nvPr>
            <p:ph idx="1" type="subTitle"/>
          </p:nvPr>
        </p:nvSpPr>
        <p:spPr>
          <a:xfrm>
            <a:off x="1097280" y="3931920"/>
            <a:ext cx="5029200" cy="548640"/>
          </a:xfrm>
        </p:spPr>
        <p:txBody>
          <a:bodyPr wrap="square" anchor="t" anchorCtr="0"/>
          <a:lstStyle>
            <a:defPPr>
              <a:defRPr sz="1600">
                <a:solidFill>
                  <a:srgbClr val="CADCFC"/>
                </a:solidFill>
              </a:defRPr>
            </a:defPPr>
          </a:lstStyle>
          <a:p>
            <a:pPr algn="l">
              <a:buNone/>
            </a:pPr>
            <a:r>
              <a:rPr lang="ja-JP"/>
              <a:t>サブタイトル</a:t>
            </a:r>
          </a:p>
        </p:txBody>
      </p:sp>
      <p:sp>
        <p:nvSpPr>
          <p:cNvPr id="13" name="Summary.Right"/>
          <p:cNvSpPr>
            <a:spLocks noGrp="1"/>
          </p:cNvSpPr>
          <p:nvPr>
            <p:ph idx="11" type="body"/>
          </p:nvPr>
        </p:nvSpPr>
        <p:spPr>
          <a:xfrm>
            <a:off x="7315200" y="1097280"/>
            <a:ext cx="4389120" cy="5029200"/>
          </a:xfrm>
        </p:spPr>
        <p:txBody>
          <a:bodyPr wrap="square" anchor="t" anchorCtr="0"/>
          <a:lstStyle>
            <a:defPPr>
              <a:defRPr>
                <a:solidFill>
                  <a:srgbClr val="1E293B"/>
                </a:solidFill>
              </a:defRPr>
            </a:defPPr>
          </a:lstStyle>
          <a:p>
            <a:pPr algn="l">
              <a:buNone/>
            </a:pPr>
            <a:r>
              <a:rPr lang="ja-JP"/>
              <a:t>サマリー・概要テキスト
または画像を配置</a:t>
            </a:r>
          </a:p>
        </p:txBody>
      </p:sp>
      <p:sp>
        <p:nvSpPr>
          <p:cNvPr id="14" name="Date.Bottom"/>
          <p:cNvSpPr>
            <a:spLocks noGrp="1"/>
          </p:cNvSpPr>
          <p:nvPr>
            <p:ph idx="12" type="body"/>
          </p:nvPr>
        </p:nvSpPr>
        <p:spPr>
          <a:xfrm>
            <a:off x="1097280" y="5669280"/>
            <a:ext cx="4572000" cy="274320"/>
          </a:xfrm>
        </p:spPr>
        <p:txBody>
          <a:bodyPr wrap="square" anchor="t" anchorCtr="0"/>
          <a:lstStyle>
            <a:defPPr>
              <a:defRPr sz="1100">
                <a:solidFill>
                  <a:srgbClr val="CADCFC"/>
                </a:solidFill>
              </a:defRPr>
            </a:defPPr>
          </a:lstStyle>
          <a:p>
            <a:pPr algn="l">
              <a:buNone/>
            </a:pPr>
            <a:r>
              <a:rPr lang="ja-JP"/>
              <a:t>日付  |  組織名</a:t>
            </a:r>
          </a:p>
        </p:txBody>
      </p:sp>
    </p:spTree>
  </p:cSld>
  <p:clrMapOvr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.1Title.Sing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>
            <a:spLocks noGrp="1" noSelect="0" noRot="1" noMove="1"/>
          </p:cNvSpPr>
          <p:nvPr/>
        </p:nvSpPr>
        <p:spPr>
          <a:xfrm>
            <a:off x="0" y="0"/>
            <a:ext cx="12192000" cy="6858000"/>
          </a:xfrm>
          <a:prstGeom prst="rect"/>
          <a:solidFill>
            <a:srgbClr val="141B41"/>
          </a:solidFill>
          <a:ln>
            <a:noFill/>
          </a:ln>
        </p:spPr>
      </p:sp>
      <p:sp>
        <p:nvSpPr>
          <p:cNvPr id="3" name="AccentBar"/>
          <p:cNvSpPr>
            <a:spLocks noGrp="1" noSelect="0" noRot="1" noMove="1"/>
          </p:cNvSpPr>
          <p:nvPr/>
        </p:nvSpPr>
        <p:spPr>
          <a:xfrm>
            <a:off x="0" y="0"/>
            <a:ext cx="164592" cy="6858000"/>
          </a:xfrm>
          <a:prstGeom prst="rect"/>
          <a:solidFill>
            <a:srgbClr val="3B82F6"/>
          </a:solidFill>
          <a:ln>
            <a:noFill/>
          </a:ln>
        </p:spPr>
      </p:sp>
      <p:sp>
        <p:nvSpPr>
          <p:cNvPr id="4" name="TopBlock"/>
          <p:cNvSpPr>
            <a:spLocks noGrp="1" noSelect="0" noRot="1" noMove="1"/>
          </p:cNvSpPr>
          <p:nvPr/>
        </p:nvSpPr>
        <p:spPr>
          <a:xfrm>
            <a:off x="1097280" y="731520"/>
            <a:ext cx="548640" cy="73152"/>
          </a:xfrm>
          <a:prstGeom prst="rect"/>
          <a:solidFill>
            <a:srgbClr val="3B82F6"/>
          </a:solidFill>
          <a:ln>
            <a:noFill/>
          </a:ln>
        </p:spPr>
      </p:sp>
      <p:sp>
        <p:nvSpPr>
          <p:cNvPr id="10" name="SectionLabel.Top"/>
          <p:cNvSpPr>
            <a:spLocks noGrp="1"/>
          </p:cNvSpPr>
          <p:nvPr>
            <p:ph idx="10" type="body"/>
          </p:nvPr>
        </p:nvSpPr>
        <p:spPr>
          <a:xfrm>
            <a:off x="1097280" y="1005840"/>
            <a:ext cx="4572000" cy="365760"/>
          </a:xfrm>
        </p:spPr>
        <p:txBody>
          <a:bodyPr wrap="square" anchor="t" anchorCtr="0"/>
          <a:lstStyle>
            <a:defPPr>
              <a:defRPr sz="1300" b="1">
                <a:solidFill>
                  <a:srgbClr val="3B82F6"/>
                </a:solidFill>
              </a:defRPr>
            </a:defPPr>
          </a:lstStyle>
          <a:p>
            <a:pPr algn="l">
              <a:buNone/>
            </a:pPr>
            <a:r>
              <a:rPr lang="ja-JP"/>
              <a:t>SECTION</a:t>
            </a:r>
          </a:p>
        </p:txBody>
      </p:sp>
      <p:sp>
        <p:nvSpPr>
          <p:cNvPr id="11" name="Title.Center"/>
          <p:cNvSpPr>
            <a:spLocks noGrp="1"/>
          </p:cNvSpPr>
          <p:nvPr>
            <p:ph idx="15" type="body"/>
          </p:nvPr>
        </p:nvSpPr>
        <p:spPr>
          <a:xfrm>
            <a:off x="1097280" y="1645920"/>
            <a:ext cx="9601200" cy="2011680"/>
          </a:xfrm>
        </p:spPr>
        <p:txBody>
          <a:bodyPr wrap="square" anchor="t" anchorCtr="0"/>
          <a:lstStyle>
            <a:defPPr>
              <a:defRPr sz="4000" b="1">
                <a:solidFill>
                  <a:srgbClr val="FFFFFF"/>
                </a:solidFill>
              </a:defRPr>
            </a:defPPr>
          </a:lstStyle>
          <a:p>
            <a:pPr algn="l">
              <a:buNone/>
            </a:pPr>
            <a:r>
              <a:rPr lang="ja-JP"/>
              <a:t>セクションタイトル</a:t>
            </a:r>
          </a:p>
        </p:txBody>
      </p:sp>
      <p:sp>
        <p:nvSpPr>
          <p:cNvPr id="12" name="Description.Bottom"/>
          <p:cNvSpPr>
            <a:spLocks noGrp="1"/>
          </p:cNvSpPr>
          <p:nvPr>
            <p:ph idx="11" type="body"/>
          </p:nvPr>
        </p:nvSpPr>
        <p:spPr>
          <a:xfrm>
            <a:off x="1097280" y="4114800"/>
            <a:ext cx="9144000" cy="1371600"/>
          </a:xfrm>
        </p:spPr>
        <p:txBody>
          <a:bodyPr wrap="square" anchor="t" anchorCtr="0"/>
          <a:lstStyle>
            <a:defPPr>
              <a:defRPr sz="1600">
                <a:solidFill>
                  <a:srgbClr val="CADCFC"/>
                </a:solidFill>
              </a:defRPr>
            </a:defPPr>
          </a:lstStyle>
          <a:p>
            <a:pPr algn="l">
              <a:buNone/>
            </a:pPr>
            <a:r>
              <a:rPr lang="ja-JP"/>
              <a:t>説明テキストを入力</a:t>
            </a:r>
          </a:p>
        </p:txBody>
      </p:sp>
    </p:spTree>
  </p:cSld>
  <p:clrMapOvr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Nav.1Title.Sing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>
            <a:spLocks noGrp="1" noSelect="0" noRot="1" noMove="1"/>
          </p:cNvSpPr>
          <p:nvPr/>
        </p:nvSpPr>
        <p:spPr>
          <a:xfrm>
            <a:off x="0" y="0"/>
            <a:ext cx="12192000" cy="6858000"/>
          </a:xfrm>
          <a:prstGeom prst="rect"/>
          <a:solidFill>
            <a:srgbClr val="141B41"/>
          </a:solidFill>
          <a:ln>
            <a:noFill/>
          </a:ln>
        </p:spPr>
      </p:sp>
      <p:sp>
        <p:nvSpPr>
          <p:cNvPr id="3" name="NumPanel"/>
          <p:cNvSpPr>
            <a:spLocks noGrp="1" noSelect="0" noRot="1" noMove="1"/>
          </p:cNvSpPr>
          <p:nvPr/>
        </p:nvSpPr>
        <p:spPr>
          <a:xfrm>
            <a:off x="731520" y="914400"/>
            <a:ext cx="2560320" cy="4572000"/>
          </a:xfrm>
          <a:prstGeom prst="roundRect">
            <a:avLst>
              <a:gd name="adj" fmla="val 10000"/>
            </a:avLst>
          </a:prstGeom>
          <a:solidFill>
            <a:srgbClr val="2D3A6E"/>
          </a:solidFill>
          <a:ln>
            <a:noFill/>
          </a:ln>
        </p:spPr>
      </p:sp>
      <p:sp>
        <p:nvSpPr>
          <p:cNvPr id="10" name="SectionNumber.Left"/>
          <p:cNvSpPr>
            <a:spLocks noGrp="1"/>
          </p:cNvSpPr>
          <p:nvPr>
            <p:ph idx="10" type="body"/>
          </p:nvPr>
        </p:nvSpPr>
        <p:spPr>
          <a:xfrm>
            <a:off x="914400" y="1371600"/>
            <a:ext cx="2194560" cy="2286000"/>
          </a:xfrm>
        </p:spPr>
        <p:txBody>
          <a:bodyPr wrap="square" anchor="t" anchorCtr="0"/>
          <a:lstStyle>
            <a:defPPr algn="ctr">
              <a:defRPr sz="8000" b="1">
                <a:solidFill>
                  <a:srgbClr val="3B82F6"/>
                </a:solidFill>
              </a:defRPr>
            </a:defPPr>
          </a:lstStyle>
          <a:p>
            <a:pPr algn="ctr">
              <a:buNone/>
            </a:pPr>
            <a:r>
              <a:rPr lang="ja-JP"/>
              <a:t>01</a:t>
            </a:r>
          </a:p>
        </p:txBody>
      </p:sp>
      <p:sp>
        <p:nvSpPr>
          <p:cNvPr id="11" name="SectionLabel.Left"/>
          <p:cNvSpPr>
            <a:spLocks noGrp="1"/>
          </p:cNvSpPr>
          <p:nvPr>
            <p:ph idx="11" type="body"/>
          </p:nvPr>
        </p:nvSpPr>
        <p:spPr>
          <a:xfrm>
            <a:off x="914400" y="3657600"/>
            <a:ext cx="2194560" cy="365760"/>
          </a:xfrm>
        </p:spPr>
        <p:txBody>
          <a:bodyPr wrap="square" anchor="t" anchorCtr="0"/>
          <a:lstStyle>
            <a:defPPr algn="ctr">
              <a:defRPr sz="1200">
                <a:solidFill>
                  <a:srgbClr val="CADCFC"/>
                </a:solidFill>
              </a:defRPr>
            </a:defPPr>
          </a:lstStyle>
          <a:p>
            <a:pPr algn="ctr">
              <a:buNone/>
            </a:pPr>
            <a:r>
              <a:rPr lang="ja-JP"/>
              <a:t>SECTION</a:t>
            </a:r>
          </a:p>
        </p:txBody>
      </p:sp>
      <p:sp>
        <p:nvSpPr>
          <p:cNvPr id="12" name="Title.Right"/>
          <p:cNvSpPr>
            <a:spLocks noGrp="1"/>
          </p:cNvSpPr>
          <p:nvPr>
            <p:ph idx="15" type="body"/>
          </p:nvPr>
        </p:nvSpPr>
        <p:spPr>
          <a:xfrm>
            <a:off x="3840480" y="1371600"/>
            <a:ext cx="7772400" cy="1828800"/>
          </a:xfrm>
        </p:spPr>
        <p:txBody>
          <a:bodyPr wrap="square" anchor="t" anchorCtr="0"/>
          <a:lstStyle>
            <a:defPPr>
              <a:defRPr sz="3800" b="1">
                <a:solidFill>
                  <a:srgbClr val="FFFFFF"/>
                </a:solidFill>
              </a:defRPr>
            </a:defPPr>
          </a:lstStyle>
          <a:p>
            <a:pPr algn="l">
              <a:buNone/>
            </a:pPr>
            <a:r>
              <a:rPr lang="ja-JP"/>
              <a:t>セクションタイトル</a:t>
            </a:r>
          </a:p>
        </p:txBody>
      </p:sp>
      <p:sp>
        <p:nvSpPr>
          <p:cNvPr id="13" name="Description.Right"/>
          <p:cNvSpPr>
            <a:spLocks noGrp="1"/>
          </p:cNvSpPr>
          <p:nvPr>
            <p:ph idx="12" type="body"/>
          </p:nvPr>
        </p:nvSpPr>
        <p:spPr>
          <a:xfrm>
            <a:off x="3840480" y="3657600"/>
            <a:ext cx="7772400" cy="1828800"/>
          </a:xfrm>
        </p:spPr>
        <p:txBody>
          <a:bodyPr wrap="square" anchor="t" anchorCtr="0"/>
          <a:lstStyle>
            <a:defPPr>
              <a:defRPr sz="1600">
                <a:solidFill>
                  <a:srgbClr val="CADCFC"/>
                </a:solidFill>
              </a:defRPr>
            </a:defPPr>
          </a:lstStyle>
          <a:p>
            <a:pPr algn="l">
              <a:buNone/>
            </a:pPr>
            <a:r>
              <a:rPr lang="ja-JP"/>
              <a:t>説明テキストを入力</a:t>
            </a:r>
          </a:p>
        </p:txBody>
      </p:sp>
    </p:spTree>
  </p:cSld>
  <p:clrMapOvr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Break.1Title.Sing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BG"/>
          <p:cNvSpPr>
            <a:spLocks noGrp="1" noSelect="0" noRot="1" noMove="1"/>
          </p:cNvSpPr>
          <p:nvPr/>
        </p:nvSpPr>
        <p:spPr>
          <a:xfrm>
            <a:off x="0" y="0"/>
            <a:ext cx="12192000" cy="2560320"/>
          </a:xfrm>
          <a:prstGeom prst="rect"/>
          <a:solidFill>
            <a:srgbClr val="141B41"/>
          </a:solidFill>
          <a:ln>
            <a:noFill/>
          </a:ln>
        </p:spPr>
      </p:sp>
      <p:sp>
        <p:nvSpPr>
          <p:cNvPr id="3" name="Banner"/>
          <p:cNvSpPr>
            <a:spLocks noGrp="1" noSelect="0" noRot="1" noMove="1"/>
          </p:cNvSpPr>
          <p:nvPr/>
        </p:nvSpPr>
        <p:spPr>
          <a:xfrm>
            <a:off x="0" y="2560320"/>
            <a:ext cx="12192000" cy="2011680"/>
          </a:xfrm>
          <a:prstGeom prst="rect"/>
          <a:solidFill>
            <a:srgbClr val="1E2761"/>
          </a:solidFill>
          <a:ln>
            <a:noFill/>
          </a:ln>
        </p:spPr>
      </p:sp>
      <p:sp>
        <p:nvSpPr>
          <p:cNvPr id="4" name="BottomBG"/>
          <p:cNvSpPr>
            <a:spLocks noGrp="1" noSelect="0" noRot="1" noMove="1"/>
          </p:cNvSpPr>
          <p:nvPr/>
        </p:nvSpPr>
        <p:spPr>
          <a:xfrm>
            <a:off x="0" y="4572000"/>
            <a:ext cx="12192000" cy="2286000"/>
          </a:xfrm>
          <a:prstGeom prst="rect"/>
          <a:solidFill>
            <a:srgbClr val="141B41"/>
          </a:solidFill>
          <a:ln>
            <a:noFill/>
          </a:ln>
        </p:spPr>
      </p:sp>
      <p:sp>
        <p:nvSpPr>
          <p:cNvPr id="5" name="AccentTop"/>
          <p:cNvSpPr>
            <a:spLocks noGrp="1" noSelect="0" noRot="1" noMove="1"/>
          </p:cNvSpPr>
          <p:nvPr/>
        </p:nvSpPr>
        <p:spPr>
          <a:xfrm>
            <a:off x="0" y="2560320"/>
            <a:ext cx="12192000" cy="54864"/>
          </a:xfrm>
          <a:prstGeom prst="rect"/>
          <a:solidFill>
            <a:srgbClr val="3B82F6"/>
          </a:solidFill>
          <a:ln>
            <a:noFill/>
          </a:ln>
        </p:spPr>
      </p:sp>
      <p:sp>
        <p:nvSpPr>
          <p:cNvPr id="6" name="AccentBottom"/>
          <p:cNvSpPr>
            <a:spLocks noGrp="1" noSelect="0" noRot="1" noMove="1"/>
          </p:cNvSpPr>
          <p:nvPr/>
        </p:nvSpPr>
        <p:spPr>
          <a:xfrm>
            <a:off x="0" y="4517136"/>
            <a:ext cx="12192000" cy="54864"/>
          </a:xfrm>
          <a:prstGeom prst="rect"/>
          <a:solidFill>
            <a:srgbClr val="3B82F6"/>
          </a:solidFill>
          <a:ln>
            <a:noFill/>
          </a:ln>
        </p:spPr>
      </p:sp>
      <p:sp>
        <p:nvSpPr>
          <p:cNvPr id="10" name="SectionLabel.Top"/>
          <p:cNvSpPr>
            <a:spLocks noGrp="1"/>
          </p:cNvSpPr>
          <p:nvPr>
            <p:ph idx="10" type="body"/>
          </p:nvPr>
        </p:nvSpPr>
        <p:spPr>
          <a:xfrm>
            <a:off x="1097280" y="1097280"/>
            <a:ext cx="9144000" cy="365760"/>
          </a:xfrm>
        </p:spPr>
        <p:txBody>
          <a:bodyPr wrap="square" anchor="t" anchorCtr="0"/>
          <a:lstStyle>
            <a:defPPr>
              <a:defRPr sz="1300" b="1">
                <a:solidFill>
                  <a:srgbClr val="3B82F6"/>
                </a:solidFill>
              </a:defRPr>
            </a:defPPr>
          </a:lstStyle>
          <a:p>
            <a:pPr algn="l">
              <a:buNone/>
            </a:pPr>
            <a:r>
              <a:rPr lang="ja-JP"/>
              <a:t>SECTION 01</a:t>
            </a:r>
          </a:p>
        </p:txBody>
      </p:sp>
      <p:sp>
        <p:nvSpPr>
          <p:cNvPr id="11" name="Title.Center"/>
          <p:cNvSpPr>
            <a:spLocks noGrp="1"/>
          </p:cNvSpPr>
          <p:nvPr>
            <p:ph idx="15" type="body"/>
          </p:nvPr>
        </p:nvSpPr>
        <p:spPr>
          <a:xfrm>
            <a:off x="1097280" y="2743200"/>
            <a:ext cx="9601200" cy="1371600"/>
          </a:xfrm>
        </p:spPr>
        <p:txBody>
          <a:bodyPr wrap="square" anchor="t" anchorCtr="0"/>
          <a:lstStyle>
            <a:defPPr>
              <a:defRPr sz="4400" b="1">
                <a:solidFill>
                  <a:srgbClr val="FFFFFF"/>
                </a:solidFill>
              </a:defRPr>
            </a:defPPr>
          </a:lstStyle>
          <a:p>
            <a:pPr algn="l">
              <a:buNone/>
            </a:pPr>
            <a:r>
              <a:rPr lang="ja-JP"/>
              <a:t>セクションタイトル</a:t>
            </a:r>
          </a:p>
        </p:txBody>
      </p:sp>
      <p:sp>
        <p:nvSpPr>
          <p:cNvPr id="12" name="Description.Bottom"/>
          <p:cNvSpPr>
            <a:spLocks noGrp="1"/>
          </p:cNvSpPr>
          <p:nvPr>
            <p:ph idx="11" type="body"/>
          </p:nvPr>
        </p:nvSpPr>
        <p:spPr>
          <a:xfrm>
            <a:off x="1097280" y="4846320"/>
            <a:ext cx="9144000" cy="1097280"/>
          </a:xfrm>
        </p:spPr>
        <p:txBody>
          <a:bodyPr wrap="square" anchor="t" anchorCtr="0"/>
          <a:lstStyle>
            <a:defPPr>
              <a:defRPr sz="1500">
                <a:solidFill>
                  <a:srgbClr val="CADCFC"/>
                </a:solidFill>
              </a:defRPr>
            </a:defPPr>
          </a:lstStyle>
          <a:p>
            <a:pPr algn="l">
              <a:buNone/>
            </a:pPr>
            <a:r>
              <a:rPr lang="ja-JP"/>
              <a:t>説明テキスト</a:t>
            </a:r>
          </a:p>
        </p:txBody>
      </p:sp>
    </p:spTree>
  </p:cSld>
  <p:clrMapOvr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ntent.1Body.Sing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Bar"/>
          <p:cNvSpPr>
            <a:spLocks noGrp="1" noSelect="0" noRot="1" noMove="1"/>
          </p:cNvSpPr>
          <p:nvPr/>
        </p:nvSpPr>
        <p:spPr>
          <a:xfrm>
            <a:off x="0" y="0"/>
            <a:ext cx="12192000" cy="1051560"/>
          </a:xfrm>
          <a:prstGeom prst="rect"/>
          <a:solidFill>
            <a:srgbClr val="1E2761"/>
          </a:solidFill>
          <a:ln>
            <a:noFill/>
          </a:ln>
        </p:spPr>
      </p:sp>
      <p:sp>
        <p:nvSpPr>
          <p:cNvPr id="10" name="SlideTitle.Header"/>
          <p:cNvSpPr>
            <a:spLocks noGrp="1"/>
          </p:cNvSpPr>
          <p:nvPr>
            <p:ph idx="15" type="body"/>
          </p:nvPr>
        </p:nvSpPr>
        <p:spPr>
          <a:xfrm>
            <a:off x="731520" y="91440"/>
            <a:ext cx="9144000" cy="475488"/>
          </a:xfrm>
        </p:spPr>
        <p:txBody>
          <a:bodyPr wrap="square" anchor="t" anchorCtr="0"/>
          <a:lstStyle>
            <a:defPPr>
              <a:defRPr sz="2800" b="1">
                <a:solidFill>
                  <a:srgbClr val="FFFFFF"/>
                </a:solidFill>
              </a:defRPr>
            </a:defPPr>
          </a:lstStyle>
          <a:p>
            <a:pPr algn="l">
              <a:buNone/>
            </a:pPr>
            <a:r>
              <a:rPr lang="ja-JP"/>
              <a:t>スライドタイトル</a:t>
            </a:r>
          </a:p>
        </p:txBody>
      </p:sp>
      <p:sp>
        <p:nvSpPr>
          <p:cNvPr id="11" name="SlideSubtitle.Header"/>
          <p:cNvSpPr>
            <a:spLocks noGrp="1"/>
          </p:cNvSpPr>
          <p:nvPr>
            <p:ph idx="16" type="body"/>
          </p:nvPr>
        </p:nvSpPr>
        <p:spPr>
          <a:xfrm>
            <a:off x="731520" y="658368"/>
            <a:ext cx="9144000" cy="274320"/>
          </a:xfrm>
        </p:spPr>
        <p:txBody>
          <a:bodyPr wrap="square" anchor="t" anchorCtr="0"/>
          <a:lstStyle>
            <a:defPPr>
              <a:defRPr sz="1200">
                <a:solidFill>
                  <a:srgbClr val="CADCFC"/>
                </a:solidFill>
              </a:defRPr>
            </a:defPPr>
          </a:lstStyle>
          <a:p>
            <a:pPr algn="l">
              <a:buNone/>
            </a:pPr>
            <a:r>
              <a:rPr lang="ja-JP"/>
              <a:t>サブタイトル</a:t>
            </a:r>
          </a:p>
        </p:txBody>
      </p:sp>
      <p:sp>
        <p:nvSpPr>
          <p:cNvPr id="20" name="Body.Center"/>
          <p:cNvSpPr>
            <a:spLocks noGrp="1"/>
          </p:cNvSpPr>
          <p:nvPr>
            <p:ph idx="1" type="body"/>
          </p:nvPr>
        </p:nvSpPr>
        <p:spPr>
          <a:xfrm>
            <a:off x="731520" y="1325880"/>
            <a:ext cx="10698480" cy="4937760"/>
          </a:xfrm>
        </p:spPr>
        <p:txBody>
          <a:bodyPr wrap="square" anchor="t" anchorCtr="0"/>
          <a:lstStyle/>
          <a:p>
            <a:pPr algn="l">
              <a:buNone/>
            </a:pPr>
            <a:r>
              <a:rPr lang="ja-JP"/>
              <a:t>コンテンツを入力</a:t>
            </a:r>
          </a:p>
        </p:txBody>
      </p:sp>
      <p:sp>
        <p:nvSpPr>
          <p:cNvPr id="30" name="SlideNum.Footer"/>
          <p:cNvSpPr>
            <a:spLocks noGrp="1"/>
          </p:cNvSpPr>
          <p:nvPr>
            <p:ph idx="50" type="sldNum"/>
          </p:nvPr>
        </p:nvSpPr>
        <p:spPr>
          <a:xfrm>
            <a:off x="10972800" y="6446520"/>
            <a:ext cx="1097280" cy="274320"/>
          </a:xfrm>
        </p:spPr>
        <p:txBody>
          <a:bodyPr wrap="square" anchor="t" anchorCtr="0"/>
          <a:lstStyle>
            <a:defPPr algn="r">
              <a:defRPr sz="1000">
                <a:solidFill>
                  <a:srgbClr val="94A3B8"/>
                </a:solidFill>
              </a:defRPr>
            </a:defPPr>
          </a:lstStyle>
          <a:p>
            <a:pPr algn="r">
              <a:buNone/>
            </a:pPr>
            <a:r>
              <a:rPr lang="ja-JP"/>
              <a:t>&lt;#&gt;</a:t>
            </a:r>
          </a:p>
        </p:txBody>
      </p:sp>
    </p:spTree>
  </p:cSld>
  <p:clrMapOvr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ntent.1Body.Single+1Not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Bar"/>
          <p:cNvSpPr>
            <a:spLocks noGrp="1" noSelect="0" noRot="1" noMove="1"/>
          </p:cNvSpPr>
          <p:nvPr/>
        </p:nvSpPr>
        <p:spPr>
          <a:xfrm>
            <a:off x="0" y="0"/>
            <a:ext cx="12192000" cy="1051560"/>
          </a:xfrm>
          <a:prstGeom prst="rect"/>
          <a:solidFill>
            <a:srgbClr val="1E2761"/>
          </a:solidFill>
          <a:ln>
            <a:noFill/>
          </a:ln>
        </p:spPr>
      </p:sp>
      <p:sp>
        <p:nvSpPr>
          <p:cNvPr id="10" name="SlideTitle.Header"/>
          <p:cNvSpPr>
            <a:spLocks noGrp="1"/>
          </p:cNvSpPr>
          <p:nvPr>
            <p:ph idx="15" type="body"/>
          </p:nvPr>
        </p:nvSpPr>
        <p:spPr>
          <a:xfrm>
            <a:off x="731520" y="91440"/>
            <a:ext cx="9144000" cy="475488"/>
          </a:xfrm>
        </p:spPr>
        <p:txBody>
          <a:bodyPr wrap="square" anchor="t" anchorCtr="0"/>
          <a:lstStyle>
            <a:defPPr>
              <a:defRPr sz="2800" b="1">
                <a:solidFill>
                  <a:srgbClr val="FFFFFF"/>
                </a:solidFill>
              </a:defRPr>
            </a:defPPr>
          </a:lstStyle>
          <a:p>
            <a:pPr algn="l">
              <a:buNone/>
            </a:pPr>
            <a:r>
              <a:rPr lang="ja-JP"/>
              <a:t>スライドタイトル</a:t>
            </a:r>
          </a:p>
        </p:txBody>
      </p:sp>
      <p:sp>
        <p:nvSpPr>
          <p:cNvPr id="11" name="SlideSubtitle.Header"/>
          <p:cNvSpPr>
            <a:spLocks noGrp="1"/>
          </p:cNvSpPr>
          <p:nvPr>
            <p:ph idx="16" type="body"/>
          </p:nvPr>
        </p:nvSpPr>
        <p:spPr>
          <a:xfrm>
            <a:off x="731520" y="658368"/>
            <a:ext cx="9144000" cy="274320"/>
          </a:xfrm>
        </p:spPr>
        <p:txBody>
          <a:bodyPr wrap="square" anchor="t" anchorCtr="0"/>
          <a:lstStyle>
            <a:defPPr>
              <a:defRPr sz="1200">
                <a:solidFill>
                  <a:srgbClr val="CADCFC"/>
                </a:solidFill>
              </a:defRPr>
            </a:defPPr>
          </a:lstStyle>
          <a:p>
            <a:pPr algn="l">
              <a:buNone/>
            </a:pPr>
            <a:r>
              <a:rPr lang="ja-JP"/>
              <a:t>サブタイトル</a:t>
            </a:r>
          </a:p>
        </p:txBody>
      </p:sp>
      <p:sp>
        <p:nvSpPr>
          <p:cNvPr id="5" name="SidePanel"/>
          <p:cNvSpPr>
            <a:spLocks noGrp="1" noSelect="0" noRot="1" noMove="1"/>
          </p:cNvSpPr>
          <p:nvPr/>
        </p:nvSpPr>
        <p:spPr>
          <a:xfrm>
            <a:off x="8595360" y="1234440"/>
            <a:ext cx="3200400" cy="5120640"/>
          </a:xfrm>
          <a:prstGeom prst="roundRect">
            <a:avLst>
              <a:gd name="adj" fmla="val 8000"/>
            </a:avLst>
          </a:prstGeom>
          <a:solidFill>
            <a:srgbClr val="EDF0F7"/>
          </a:solidFill>
          <a:ln>
            <a:noFill/>
          </a:ln>
        </p:spPr>
      </p:sp>
      <p:sp>
        <p:nvSpPr>
          <p:cNvPr id="20" name="Body.Left"/>
          <p:cNvSpPr>
            <a:spLocks noGrp="1"/>
          </p:cNvSpPr>
          <p:nvPr>
            <p:ph idx="1" type="body"/>
          </p:nvPr>
        </p:nvSpPr>
        <p:spPr>
          <a:xfrm>
            <a:off x="731520" y="1325880"/>
            <a:ext cx="7498079" cy="4937760"/>
          </a:xfrm>
        </p:spPr>
        <p:txBody>
          <a:bodyPr wrap="square" anchor="t" anchorCtr="0"/>
          <a:lstStyle/>
          <a:p>
            <a:pPr algn="l">
              <a:buNone/>
            </a:pPr>
            <a:r>
              <a:rPr lang="ja-JP"/>
              <a:t>メインコンテンツ</a:t>
            </a:r>
          </a:p>
        </p:txBody>
      </p:sp>
      <p:sp>
        <p:nvSpPr>
          <p:cNvPr id="21" name="Notes.Right"/>
          <p:cNvSpPr>
            <a:spLocks noGrp="1"/>
          </p:cNvSpPr>
          <p:nvPr>
            <p:ph idx="2" type="body"/>
          </p:nvPr>
        </p:nvSpPr>
        <p:spPr>
          <a:xfrm>
            <a:off x="8869680" y="1508760"/>
            <a:ext cx="2743200" cy="4663440"/>
          </a:xfrm>
        </p:spPr>
        <p:txBody>
          <a:bodyPr wrap="square" anchor="t" anchorCtr="0"/>
          <a:lstStyle>
            <a:defPPr>
              <a:defRPr sz="1200"/>
            </a:defPPr>
          </a:lstStyle>
          <a:p>
            <a:pPr algn="l">
              <a:buNone/>
            </a:pPr>
            <a:r>
              <a:rPr lang="ja-JP"/>
              <a:t>サイドバー
補足情報・メモ・
関連リンク等</a:t>
            </a:r>
          </a:p>
        </p:txBody>
      </p:sp>
      <p:sp>
        <p:nvSpPr>
          <p:cNvPr id="30" name="SlideNum.Footer"/>
          <p:cNvSpPr>
            <a:spLocks noGrp="1"/>
          </p:cNvSpPr>
          <p:nvPr>
            <p:ph idx="50" type="sldNum"/>
          </p:nvPr>
        </p:nvSpPr>
        <p:spPr>
          <a:xfrm>
            <a:off x="10972800" y="6446520"/>
            <a:ext cx="1097280" cy="274320"/>
          </a:xfrm>
        </p:spPr>
        <p:txBody>
          <a:bodyPr wrap="square" anchor="t" anchorCtr="0"/>
          <a:lstStyle>
            <a:defPPr algn="r">
              <a:defRPr sz="1000">
                <a:solidFill>
                  <a:srgbClr val="94A3B8"/>
                </a:solidFill>
              </a:defRPr>
            </a:defPPr>
          </a:lstStyle>
          <a:p>
            <a:pPr algn="r">
              <a:buNone/>
            </a:pPr>
            <a:r>
              <a:rPr lang="ja-JP"/>
              <a:t>&lt;#&gt;</a:t>
            </a:r>
          </a:p>
        </p:txBody>
      </p:sp>
    </p:spTree>
  </p:cSld>
  <p:clrMapOvr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ntent.1Body.Single+1Sourc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Bar"/>
          <p:cNvSpPr>
            <a:spLocks noGrp="1" noSelect="0" noRot="1" noMove="1"/>
          </p:cNvSpPr>
          <p:nvPr/>
        </p:nvSpPr>
        <p:spPr>
          <a:xfrm>
            <a:off x="0" y="0"/>
            <a:ext cx="12192000" cy="1051560"/>
          </a:xfrm>
          <a:prstGeom prst="rect"/>
          <a:solidFill>
            <a:srgbClr val="1E2761"/>
          </a:solidFill>
          <a:ln>
            <a:noFill/>
          </a:ln>
        </p:spPr>
      </p:sp>
      <p:sp>
        <p:nvSpPr>
          <p:cNvPr id="10" name="SlideTitle.Header"/>
          <p:cNvSpPr>
            <a:spLocks noGrp="1"/>
          </p:cNvSpPr>
          <p:nvPr>
            <p:ph idx="15" type="body"/>
          </p:nvPr>
        </p:nvSpPr>
        <p:spPr>
          <a:xfrm>
            <a:off x="731520" y="91440"/>
            <a:ext cx="9144000" cy="475488"/>
          </a:xfrm>
        </p:spPr>
        <p:txBody>
          <a:bodyPr wrap="square" anchor="t" anchorCtr="0"/>
          <a:lstStyle>
            <a:defPPr>
              <a:defRPr sz="2800" b="1">
                <a:solidFill>
                  <a:srgbClr val="FFFFFF"/>
                </a:solidFill>
              </a:defRPr>
            </a:defPPr>
          </a:lstStyle>
          <a:p>
            <a:pPr algn="l">
              <a:buNone/>
            </a:pPr>
            <a:r>
              <a:rPr lang="ja-JP"/>
              <a:t>スライドタイトル</a:t>
            </a:r>
          </a:p>
        </p:txBody>
      </p:sp>
      <p:sp>
        <p:nvSpPr>
          <p:cNvPr id="11" name="SlideSubtitle.Header"/>
          <p:cNvSpPr>
            <a:spLocks noGrp="1"/>
          </p:cNvSpPr>
          <p:nvPr>
            <p:ph idx="16" type="body"/>
          </p:nvPr>
        </p:nvSpPr>
        <p:spPr>
          <a:xfrm>
            <a:off x="731520" y="658368"/>
            <a:ext cx="9144000" cy="274320"/>
          </a:xfrm>
        </p:spPr>
        <p:txBody>
          <a:bodyPr wrap="square" anchor="t" anchorCtr="0"/>
          <a:lstStyle>
            <a:defPPr>
              <a:defRPr sz="1200">
                <a:solidFill>
                  <a:srgbClr val="CADCFC"/>
                </a:solidFill>
              </a:defRPr>
            </a:defPPr>
          </a:lstStyle>
          <a:p>
            <a:pPr algn="l">
              <a:buNone/>
            </a:pPr>
            <a:r>
              <a:rPr lang="ja-JP"/>
              <a:t>サブタイトル</a:t>
            </a:r>
          </a:p>
        </p:txBody>
      </p:sp>
      <p:sp>
        <p:nvSpPr>
          <p:cNvPr id="5" name="FooterBar"/>
          <p:cNvSpPr>
            <a:spLocks noGrp="1" noSelect="0" noRot="1" noMove="1"/>
          </p:cNvSpPr>
          <p:nvPr/>
        </p:nvSpPr>
        <p:spPr>
          <a:xfrm>
            <a:off x="0" y="5943600"/>
            <a:ext cx="12192000" cy="914400"/>
          </a:xfrm>
          <a:prstGeom prst="rect"/>
          <a:solidFill>
            <a:srgbClr val="EDF0F7"/>
          </a:solidFill>
          <a:ln>
            <a:noFill/>
          </a:ln>
        </p:spPr>
      </p:sp>
      <p:sp>
        <p:nvSpPr>
          <p:cNvPr id="20" name="Body.Center"/>
          <p:cNvSpPr>
            <a:spLocks noGrp="1"/>
          </p:cNvSpPr>
          <p:nvPr>
            <p:ph idx="1" type="body"/>
          </p:nvPr>
        </p:nvSpPr>
        <p:spPr>
          <a:xfrm>
            <a:off x="731520" y="1325880"/>
            <a:ext cx="10698480" cy="4389120"/>
          </a:xfrm>
        </p:spPr>
        <p:txBody>
          <a:bodyPr wrap="square" anchor="t" anchorCtr="0"/>
          <a:lstStyle/>
          <a:p>
            <a:pPr algn="l">
              <a:buNone/>
            </a:pPr>
            <a:r>
              <a:rPr lang="ja-JP"/>
              <a:t>コンテンツを入力</a:t>
            </a:r>
          </a:p>
        </p:txBody>
      </p:sp>
      <p:sp>
        <p:nvSpPr>
          <p:cNvPr id="21" name="Source.Bottom"/>
          <p:cNvSpPr>
            <a:spLocks noGrp="1"/>
          </p:cNvSpPr>
          <p:nvPr>
            <p:ph idx="2" type="body"/>
          </p:nvPr>
        </p:nvSpPr>
        <p:spPr>
          <a:xfrm>
            <a:off x="731520" y="6080760"/>
            <a:ext cx="10058400" cy="548640"/>
          </a:xfrm>
        </p:spPr>
        <p:txBody>
          <a:bodyPr wrap="square" anchor="t" anchorCtr="0"/>
          <a:lstStyle>
            <a:defPPr>
              <a:defRPr sz="1000">
                <a:solidFill>
                  <a:srgbClr val="94A3B8"/>
                </a:solidFill>
              </a:defRPr>
            </a:defPPr>
          </a:lstStyle>
          <a:p>
            <a:pPr algn="l">
              <a:buNone/>
            </a:pPr>
            <a:r>
              <a:rPr lang="ja-JP"/>
              <a:t>出典：データソースを記載</a:t>
            </a:r>
          </a:p>
        </p:txBody>
      </p:sp>
      <p:sp>
        <p:nvSpPr>
          <p:cNvPr id="30" name="SlideNum.Footer"/>
          <p:cNvSpPr>
            <a:spLocks noGrp="1"/>
          </p:cNvSpPr>
          <p:nvPr>
            <p:ph idx="50" type="sldNum"/>
          </p:nvPr>
        </p:nvSpPr>
        <p:spPr>
          <a:xfrm>
            <a:off x="10972800" y="6446520"/>
            <a:ext cx="1097280" cy="274320"/>
          </a:xfrm>
        </p:spPr>
        <p:txBody>
          <a:bodyPr wrap="square" anchor="t" anchorCtr="0"/>
          <a:lstStyle>
            <a:defPPr algn="r">
              <a:defRPr sz="1000">
                <a:solidFill>
                  <a:srgbClr val="94A3B8"/>
                </a:solidFill>
              </a:defRPr>
            </a:defPPr>
          </a:lstStyle>
          <a:p>
            <a:pPr algn="r">
              <a:buNone/>
            </a:pPr>
            <a:r>
              <a:rPr lang="ja-JP"/>
              <a:t>&lt;#&gt;</a:t>
            </a:r>
          </a:p>
        </p:txBody>
      </p:sp>
    </p:spTree>
  </p:cSld>
  <p:clrMapOvr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ntent.1Body.Single+1Call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Bar"/>
          <p:cNvSpPr>
            <a:spLocks noGrp="1" noSelect="0" noRot="1" noMove="1"/>
          </p:cNvSpPr>
          <p:nvPr/>
        </p:nvSpPr>
        <p:spPr>
          <a:xfrm>
            <a:off x="0" y="0"/>
            <a:ext cx="12192000" cy="1051560"/>
          </a:xfrm>
          <a:prstGeom prst="rect"/>
          <a:solidFill>
            <a:srgbClr val="1E2761"/>
          </a:solidFill>
          <a:ln>
            <a:noFill/>
          </a:ln>
        </p:spPr>
      </p:sp>
      <p:sp>
        <p:nvSpPr>
          <p:cNvPr id="10" name="SlideTitle.Header"/>
          <p:cNvSpPr>
            <a:spLocks noGrp="1"/>
          </p:cNvSpPr>
          <p:nvPr>
            <p:ph idx="15" type="body"/>
          </p:nvPr>
        </p:nvSpPr>
        <p:spPr>
          <a:xfrm>
            <a:off x="731520" y="91440"/>
            <a:ext cx="9144000" cy="475488"/>
          </a:xfrm>
        </p:spPr>
        <p:txBody>
          <a:bodyPr wrap="square" anchor="t" anchorCtr="0"/>
          <a:lstStyle>
            <a:defPPr>
              <a:defRPr sz="2800" b="1">
                <a:solidFill>
                  <a:srgbClr val="FFFFFF"/>
                </a:solidFill>
              </a:defRPr>
            </a:defPPr>
          </a:lstStyle>
          <a:p>
            <a:pPr algn="l">
              <a:buNone/>
            </a:pPr>
            <a:r>
              <a:rPr lang="ja-JP"/>
              <a:t>スライドタイトル</a:t>
            </a:r>
          </a:p>
        </p:txBody>
      </p:sp>
      <p:sp>
        <p:nvSpPr>
          <p:cNvPr id="11" name="SlideSubtitle.Header"/>
          <p:cNvSpPr>
            <a:spLocks noGrp="1"/>
          </p:cNvSpPr>
          <p:nvPr>
            <p:ph idx="16" type="body"/>
          </p:nvPr>
        </p:nvSpPr>
        <p:spPr>
          <a:xfrm>
            <a:off x="731520" y="658368"/>
            <a:ext cx="9144000" cy="274320"/>
          </a:xfrm>
        </p:spPr>
        <p:txBody>
          <a:bodyPr wrap="square" anchor="t" anchorCtr="0"/>
          <a:lstStyle>
            <a:defPPr>
              <a:defRPr sz="1200">
                <a:solidFill>
                  <a:srgbClr val="CADCFC"/>
                </a:solidFill>
              </a:defRPr>
            </a:defPPr>
          </a:lstStyle>
          <a:p>
            <a:pPr algn="l">
              <a:buNone/>
            </a:pPr>
            <a:r>
              <a:rPr lang="ja-JP"/>
              <a:t>サブタイトル</a:t>
            </a:r>
          </a:p>
        </p:txBody>
      </p:sp>
      <p:sp>
        <p:nvSpPr>
          <p:cNvPr id="5" name="Callout"/>
          <p:cNvSpPr>
            <a:spLocks noGrp="1" noSelect="0" noRot="1" noMove="1"/>
          </p:cNvSpPr>
          <p:nvPr/>
        </p:nvSpPr>
        <p:spPr>
          <a:xfrm>
            <a:off x="640080" y="1234440"/>
            <a:ext cx="10881360" cy="1097280"/>
          </a:xfrm>
          <a:prstGeom prst="roundRect">
            <a:avLst>
              <a:gd name="adj" fmla="val 6000"/>
            </a:avLst>
          </a:prstGeom>
          <a:solidFill>
            <a:srgbClr val="F0F4FF"/>
          </a:solidFill>
          <a:ln>
            <a:noFill/>
          </a:ln>
        </p:spPr>
      </p:sp>
      <p:sp>
        <p:nvSpPr>
          <p:cNvPr id="6" name="CalloutAccent"/>
          <p:cNvSpPr>
            <a:spLocks noGrp="1" noSelect="0" noRot="1" noMove="1"/>
          </p:cNvSpPr>
          <p:nvPr/>
        </p:nvSpPr>
        <p:spPr>
          <a:xfrm>
            <a:off x="640080" y="1234440"/>
            <a:ext cx="73152" cy="1097280"/>
          </a:xfrm>
          <a:prstGeom prst="rect"/>
          <a:solidFill>
            <a:srgbClr val="3B82F6"/>
          </a:solidFill>
          <a:ln>
            <a:noFill/>
          </a:ln>
        </p:spPr>
      </p:sp>
      <p:sp>
        <p:nvSpPr>
          <p:cNvPr id="20" name="Callout.Top"/>
          <p:cNvSpPr>
            <a:spLocks noGrp="1"/>
          </p:cNvSpPr>
          <p:nvPr>
            <p:ph idx="2" type="body"/>
          </p:nvPr>
        </p:nvSpPr>
        <p:spPr>
          <a:xfrm>
            <a:off x="1005840" y="1371600"/>
            <a:ext cx="10241280" cy="777240"/>
          </a:xfrm>
        </p:spPr>
        <p:txBody>
          <a:bodyPr wrap="square" anchor="t" anchorCtr="0"/>
          <a:lstStyle>
            <a:defPPr>
              <a:defRPr sz="1300">
                <a:solidFill>
                  <a:srgbClr val="1E2761"/>
                </a:solidFill>
              </a:defRPr>
            </a:defPPr>
          </a:lstStyle>
          <a:p>
            <a:pPr algn="l">
              <a:buNone/>
            </a:pPr>
            <a:r>
              <a:rPr lang="ja-JP"/>
              <a:t>キーメッセージ・要約を記入</a:t>
            </a:r>
          </a:p>
        </p:txBody>
      </p:sp>
      <p:sp>
        <p:nvSpPr>
          <p:cNvPr id="21" name="Body.Center"/>
          <p:cNvSpPr>
            <a:spLocks noGrp="1"/>
          </p:cNvSpPr>
          <p:nvPr>
            <p:ph idx="1" type="body"/>
          </p:nvPr>
        </p:nvSpPr>
        <p:spPr>
          <a:xfrm>
            <a:off x="731520" y="2560320"/>
            <a:ext cx="10698480" cy="3749039"/>
          </a:xfrm>
        </p:spPr>
        <p:txBody>
          <a:bodyPr wrap="square" anchor="t" anchorCtr="0"/>
          <a:lstStyle/>
          <a:p>
            <a:pPr algn="l">
              <a:buNone/>
            </a:pPr>
            <a:r>
              <a:rPr lang="ja-JP"/>
              <a:t>コンテンツを入力</a:t>
            </a:r>
          </a:p>
        </p:txBody>
      </p:sp>
      <p:sp>
        <p:nvSpPr>
          <p:cNvPr id="30" name="SlideNum.Footer"/>
          <p:cNvSpPr>
            <a:spLocks noGrp="1"/>
          </p:cNvSpPr>
          <p:nvPr>
            <p:ph idx="50" type="sldNum"/>
          </p:nvPr>
        </p:nvSpPr>
        <p:spPr>
          <a:xfrm>
            <a:off x="10972800" y="6446520"/>
            <a:ext cx="1097280" cy="274320"/>
          </a:xfrm>
        </p:spPr>
        <p:txBody>
          <a:bodyPr wrap="square" anchor="t" anchorCtr="0"/>
          <a:lstStyle>
            <a:defPPr algn="r">
              <a:defRPr sz="1000">
                <a:solidFill>
                  <a:srgbClr val="94A3B8"/>
                </a:solidFill>
              </a:defRPr>
            </a:defPPr>
          </a:lstStyle>
          <a:p>
            <a:pPr algn="r">
              <a:buNone/>
            </a:pPr>
            <a:r>
              <a:rPr lang="ja-JP"/>
              <a:t>&lt;#&gt;</a:t>
            </a:r>
          </a:p>
        </p:txBody>
      </p:sp>
    </p:spTree>
  </p:cSld>
  <p:clrMapOvr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lumn.2Body.Equ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Bar"/>
          <p:cNvSpPr>
            <a:spLocks noGrp="1" noSelect="0" noRot="1" noMove="1"/>
          </p:cNvSpPr>
          <p:nvPr/>
        </p:nvSpPr>
        <p:spPr>
          <a:xfrm>
            <a:off x="0" y="0"/>
            <a:ext cx="12192000" cy="1051560"/>
          </a:xfrm>
          <a:prstGeom prst="rect"/>
          <a:solidFill>
            <a:srgbClr val="1E2761"/>
          </a:solidFill>
          <a:ln>
            <a:noFill/>
          </a:ln>
        </p:spPr>
      </p:sp>
      <p:sp>
        <p:nvSpPr>
          <p:cNvPr id="10" name="SlideTitle.Header"/>
          <p:cNvSpPr>
            <a:spLocks noGrp="1"/>
          </p:cNvSpPr>
          <p:nvPr>
            <p:ph idx="15" type="body"/>
          </p:nvPr>
        </p:nvSpPr>
        <p:spPr>
          <a:xfrm>
            <a:off x="731520" y="91440"/>
            <a:ext cx="9144000" cy="475488"/>
          </a:xfrm>
        </p:spPr>
        <p:txBody>
          <a:bodyPr wrap="square" anchor="t" anchorCtr="0"/>
          <a:lstStyle>
            <a:defPPr>
              <a:defRPr sz="2800" b="1">
                <a:solidFill>
                  <a:srgbClr val="FFFFFF"/>
                </a:solidFill>
              </a:defRPr>
            </a:defPPr>
          </a:lstStyle>
          <a:p>
            <a:pPr algn="l">
              <a:buNone/>
            </a:pPr>
            <a:r>
              <a:rPr lang="ja-JP"/>
              <a:t>スライドタイトル</a:t>
            </a:r>
          </a:p>
        </p:txBody>
      </p:sp>
      <p:sp>
        <p:nvSpPr>
          <p:cNvPr id="11" name="SlideSubtitle.Header"/>
          <p:cNvSpPr>
            <a:spLocks noGrp="1"/>
          </p:cNvSpPr>
          <p:nvPr>
            <p:ph idx="16" type="body"/>
          </p:nvPr>
        </p:nvSpPr>
        <p:spPr>
          <a:xfrm>
            <a:off x="731520" y="658368"/>
            <a:ext cx="9144000" cy="274320"/>
          </a:xfrm>
        </p:spPr>
        <p:txBody>
          <a:bodyPr wrap="square" anchor="t" anchorCtr="0"/>
          <a:lstStyle>
            <a:defPPr>
              <a:defRPr sz="1200">
                <a:solidFill>
                  <a:srgbClr val="CADCFC"/>
                </a:solidFill>
              </a:defRPr>
            </a:defPPr>
          </a:lstStyle>
          <a:p>
            <a:pPr algn="l">
              <a:buNone/>
            </a:pPr>
            <a:r>
              <a:rPr lang="ja-JP"/>
              <a:t>サブタイトル</a:t>
            </a:r>
          </a:p>
        </p:txBody>
      </p:sp>
      <p:sp>
        <p:nvSpPr>
          <p:cNvPr id="20" name="Body1.Left"/>
          <p:cNvSpPr>
            <a:spLocks noGrp="1"/>
          </p:cNvSpPr>
          <p:nvPr>
            <p:ph idx="1" type="body"/>
          </p:nvPr>
        </p:nvSpPr>
        <p:spPr>
          <a:xfrm>
            <a:off x="731520" y="1325880"/>
            <a:ext cx="5029200" cy="4937760"/>
          </a:xfrm>
        </p:spPr>
        <p:txBody>
          <a:bodyPr wrap="square" anchor="t" anchorCtr="0"/>
          <a:lstStyle/>
          <a:p>
            <a:pPr algn="l">
              <a:buNone/>
            </a:pPr>
            <a:r>
              <a:rPr lang="ja-JP"/>
              <a:t>左カラム</a:t>
            </a:r>
          </a:p>
        </p:txBody>
      </p:sp>
      <p:sp>
        <p:nvSpPr>
          <p:cNvPr id="21" name="Body2.Right"/>
          <p:cNvSpPr>
            <a:spLocks noGrp="1"/>
          </p:cNvSpPr>
          <p:nvPr>
            <p:ph idx="2" type="body"/>
          </p:nvPr>
        </p:nvSpPr>
        <p:spPr>
          <a:xfrm>
            <a:off x="6217920" y="1325880"/>
            <a:ext cx="5212080" cy="4937760"/>
          </a:xfrm>
        </p:spPr>
        <p:txBody>
          <a:bodyPr wrap="square" anchor="t" anchorCtr="0"/>
          <a:lstStyle/>
          <a:p>
            <a:pPr algn="l">
              <a:buNone/>
            </a:pPr>
            <a:r>
              <a:rPr lang="ja-JP"/>
              <a:t>右カラム</a:t>
            </a:r>
          </a:p>
        </p:txBody>
      </p:sp>
      <p:sp>
        <p:nvSpPr>
          <p:cNvPr id="30" name="SlideNum.Footer"/>
          <p:cNvSpPr>
            <a:spLocks noGrp="1"/>
          </p:cNvSpPr>
          <p:nvPr>
            <p:ph idx="50" type="sldNum"/>
          </p:nvPr>
        </p:nvSpPr>
        <p:spPr>
          <a:xfrm>
            <a:off x="10972800" y="6446520"/>
            <a:ext cx="1097280" cy="274320"/>
          </a:xfrm>
        </p:spPr>
        <p:txBody>
          <a:bodyPr wrap="square" anchor="t" anchorCtr="0"/>
          <a:lstStyle>
            <a:defPPr algn="r">
              <a:defRPr sz="1000">
                <a:solidFill>
                  <a:srgbClr val="94A3B8"/>
                </a:solidFill>
              </a:defRPr>
            </a:defPPr>
          </a:lstStyle>
          <a:p>
            <a:pPr algn="r">
              <a:buNone/>
            </a:pPr>
            <a:r>
              <a:rPr lang="ja-JP"/>
              <a:t>&lt;#&gt;</a:t>
            </a:r>
          </a:p>
        </p:txBody>
      </p:sp>
    </p:spTree>
  </p:cSld>
  <p:clrMapOvr/>
</p:sldLayout>
</file>

<file path=ppt/slideLayouts/slideLayout12.xml><?xml version='1.0' encoding='UTF-8' standalone='yes'?>
<ns0:sldLayout xmlns:ns0="http://schemas.openxmlformats.org/presentationml/2006/main" type="twoObj" preserve="1"><ns0:cSld name="Column.2Body.MainSub"><ns0:spTree><ns0:nvGrpSpPr><ns0:cNvPr id="1" name=""/><ns0:cNvGrpSpPr/><ns0:nvPr/></ns0:nvGrpSpPr><ns0:grpSpPr><ns1:xfrm xmlns:ns1="http://schemas.openxmlformats.org/drawingml/2006/main"><ns1:off x="0" y="0"/><ns1:ext cx="0" cy="0"/><ns1:chOff x="0" y="0"/><ns1:chExt cx="0" cy="0"/></ns1:xfrm></ns0:grpSpPr><ns0:sp><ns0:nvSpPr><ns0:cNvPr id="2" name="HeaderBar"/><ns0:cNvSpPr><ns1:spLocks xmlns:ns1="http://schemas.openxmlformats.org/drawingml/2006/main" noGrp="1" noSelect="0" noRot="1" noMove="1"/></ns0:cNvSpPr><ns0:nvPr/></ns0:nvSpPr><ns0:spPr><ns2:xfrm xmlns:ns2="http://schemas.openxmlformats.org/drawingml/2006/main"><ns2:off x="0" y="0"/><ns2:ext cx="12192000" cy="1051560"/></ns2:xfrm><ns3:prstGeom xmlns:ns3="http://schemas.openxmlformats.org/drawingml/2006/main" prst="rect"/><ns4:solidFill xmlns:ns4="http://schemas.openxmlformats.org/drawingml/2006/main"><ns4:srgbClr val="1E2761"/></ns4:solidFill><ns5:ln xmlns:ns5="http://schemas.openxmlformats.org/drawingml/2006/main"><ns5:noFill/></ns5:ln></ns0:spPr></ns0:sp><ns0:sp><ns0:nvSpPr><ns0:cNvPr id="10" name="SlideTitle.Header"/><ns0:cNvSpPr><ns1:spLocks xmlns:ns1="http://schemas.openxmlformats.org/drawingml/2006/main" noGrp="1"/></ns0:cNvSpPr><ns0:nvPr><ns0:ph idx="15" type="body"/></ns0:nvPr></ns0:nvSpPr><ns0:spPr><ns2:xfrm xmlns:ns2="http://schemas.openxmlformats.org/drawingml/2006/main"><ns2:off x="731520" y="91440"/><ns2:ext cx="9144000" cy="475488"/></ns2:xfrm></ns0:spPr><ns0:txBody><ns3:bodyPr xmlns:ns3="http://schemas.openxmlformats.org/drawingml/2006/main" wrap="square" anchor="t" anchorCtr="0"/><ns4:lstStyle><ns4:defPPr><ns4:defRPr sz="2800" b="1"><ns4:solidFill><ns4:srgbClr val="FFFFFF"/></ns4:solidFill></ns4:defRPr></ns4:defPPr></ns4:lstStyle><ns4:defPPr algn="l"><ns4:buNone/><ns4:defRPr sz="2800" dirty="0" b="1"><ns4:solidFill><ns4:srgbClr val="FFFFFF"/></ns4:solidFill><ns4:latin typeface="Georgia"/><ns4:ea typeface="Georgia"/></ns4:defRPr></ns4:defPPr><ns4:lvl1pPr algn="l"><ns4:buNone/><ns4:defRPr sz="2800" dirty="0" b="1"><ns4:solidFill><ns4:srgbClr val="FFFFFF"/></ns4:solidFill><ns4:latin typeface="Georgia"/><ns4:ea typeface="Georgia"/></ns4:defRPr></ns4:lvl1pPr><ns4:lvl2pPr algn="l"><ns4:buNone/><ns4:defRPr sz="2800" dirty="0" b="1"><ns4:solidFill><ns4:srgbClr val="FFFFFF"/></ns4:solidFill><ns4:latin typeface="Georgia"/><ns4:ea typeface="Georgia"/></ns4:defRPr></ns4:lvl2pPr><ns4:lvl3pPr algn="l"><ns4:buNone/><ns4:defRPr sz="2800" dirty="0" b="1"><ns4:solidFill><ns4:srgbClr val="FFFFFF"/></ns4:solidFill><ns4:latin typeface="Georgia"/><ns4:ea typeface="Georgia"/></ns4:defRPr></ns4:lvl3pPr><ns4:lvl4pPr algn="l"><ns4:buNone/><ns4:defRPr sz="2800" dirty="0" b="1"><ns4:solidFill><ns4:srgbClr val="FFFFFF"/></ns4:solidFill><ns4:latin typeface="Georgia"/><ns4:ea typeface="Georgia"/></ns4:defRPr></ns4:lvl4pPr><ns4:lvl5pPr algn="l"><ns4:buNone/><ns4:defRPr sz="2800" dirty="0" b="1"><ns4:solidFill><ns4:srgbClr val="FFFFFF"/></ns4:solidFill><ns4:latin typeface="Georgia"/><ns4:ea typeface="Georgia"/></ns4:defRPr></ns4:lvl5pPr><ns4:lvl6pPr algn="l"><ns4:buNone/><ns4:defRPr sz="2800" dirty="0" b="1"><ns4:solidFill><ns4:srgbClr val="FFFFFF"/></ns4:solidFill><ns4:latin typeface="Georgia"/><ns4:ea typeface="Georgia"/></ns4:defRPr></ns4:lvl6pPr><ns4:lvl7pPr algn="l"><ns4:buNone/><ns4:defRPr sz="2800" dirty="0" b="1"><ns4:solidFill><ns4:srgbClr val="FFFFFF"/></ns4:solidFill><ns4:latin typeface="Georgia"/><ns4:ea typeface="Georgia"/></ns4:defRPr></ns4:lvl7pPr><ns4:lvl8pPr algn="l"><ns4:buNone/><ns4:defRPr sz="2800" dirty="0" b="1"><ns4:solidFill><ns4:srgbClr val="FFFFFF"/></ns4:solidFill><ns4:latin typeface="Georgia"/><ns4:ea typeface="Georgia"/></ns4:defRPr></ns4:lvl8pPr><ns4:lvl9pPr algn="l"><ns4:buNone/><ns4:defRPr sz="2800" dirty="0" b="1"><ns4:solidFill><ns4:srgbClr val="FFFFFF"/></ns4:solidFill><ns4:latin typeface="Georgia"/><ns4:ea typeface="Georgia"/></ns4:defRPr></ns4:lvl9pPr></ns4:lstStyle/><ns5:p xmlns:ns5="http://schemas.openxmlformats.org/drawingml/2006/main"><ns5:pPr algn="l"><ns5:buNone/></ns5:pPr><ns5:r><ns5:rPr lang="ja-JP"/><ns5:t>サブタイトル</ns5:t></ns5:r></ns5:p></ns0:txBody></ns0:sp><ns0:sp><ns0:nvSpPr><ns0:cNvPr id="20" name="Body1.Left"/><ns0:cNvSpPr><ns1:spLocks xmlns:ns1="http://schemas.openxmlformats.org/drawingml/2006/main" noGrp="1"/></ns0:cNvSpPr><ns0:nvPr><ns0:ph idx="1" type="body"/></ns0:nvPr></ns0:nvSpPr><ns0:spPr><ns2:xfrm xmlns:ns2="http://schemas.openxmlformats.org/drawingml/2006/main"><ns2:off x="731520" y="1325880"/><ns2:ext cx="6766560" cy="4937760"/></ns2:xfrm></ns0:spPr><ns0:txBody><ns3:bodyPr xmlns:ns3="http://schemas.openxmlformats.org/drawingml/2006/main" wrap="square" anchor="t" anchorCtr="0"/><ns4:lstStyle/><ns4:defPPr algn="l"><ns4:buNone/><ns4:defRPr sz="1400" dirty="0"><ns4:solidFill><ns4:srgbClr val="1E293B"/></ns4:solidFill><ns4:latin typeface="Calibri"/><ns4:ea typeface="Calibri"/></ns4:defRPr></ns4:defPPr><ns4:lvl1pPr algn="l"><ns4:buNone/><ns4:defRPr sz="1400" dirty="0"><ns4:solidFill><ns4:srgbClr val="1E293B"/></ns4:solidFill><ns4:latin typeface="Calibri"/><ns4:ea typeface="Calibri"/></ns4:defRPr></ns4:lvl1pPr><ns4:lvl2pPr algn="l"><ns4:buNone/><ns4:defRPr sz="1400" dirty="0"><ns4:solidFill><ns4:srgbClr val="1E293B"/></ns4:solidFill><ns4:latin typeface="Calibri"/><ns4:ea typeface="Calibri"/></ns4:defRPr></ns4:lvl2pPr><ns4:lvl3pPr algn="l"><ns4:buNone/><ns4:defRPr sz="1400" dirty="0"><ns4:solidFill><ns4:srgbClr val="1E293B"/></ns4:solidFill><ns4:latin typeface="Calibri"/><ns4:ea typeface="Calibri"/></ns4:defRPr></ns4:lvl3pPr><ns4:lvl4pPr algn="l"><ns4:buNone/><ns4:defRPr sz="1400" dirty="0"><ns4:solidFill><ns4:srgbClr val="1E293B"/></ns4:solidFill><ns4:latin typeface="Calibri"/><ns4:ea typeface="Calibri"/></ns4:defRPr></ns4:lvl4pPr><ns4:lvl5pPr algn="l"><ns4:buNone/><ns4:defRPr sz="1400" dirty="0"><ns4:solidFill><ns4:srgbClr val="1E293B"/></ns4:solidFill><ns4:latin typeface="Calibri"/><ns4:ea typeface="Calibri"/></ns4:defRPr></ns4:lvl5pPr><ns4:lvl6pPr algn="l"><ns4:buNone/><ns4:defRPr sz="1400" dirty="0"><ns4:solidFill><ns4:srgbClr val="1E293B"/></ns4:solidFill><ns4:latin typeface="Calibri"/><ns4:ea typeface="Calibri"/></ns4:defRPr></ns4:lvl6pPr><ns4:lvl7pPr algn="l"><ns4:buNone/><ns4:defRPr sz="1400" dirty="0"><ns4:solidFill><ns4:srgbClr val="1E293B"/></ns4:solidFill><ns4:latin typeface="Calibri"/><ns4:ea typeface="Calibri"/></ns4:defRPr></ns4:lvl7pPr><ns4:lvl8pPr algn="l"><ns4:buNone/><ns4:defRPr sz="1400" dirty="0"><ns4:solidFill><ns4:srgbClr val="1E293B"/></ns4:solidFill><ns4:latin typeface="Calibri"/><ns4:ea typeface="Calibri"/></ns4:defRPr></ns4:lvl8pPr><ns4:lvl9pPr algn="l"><ns4:buNone/><ns4:defRPr sz="1400" dirty="0"><ns4:solidFill><ns4:srgbClr val="1E293B"/></ns4:solidFill><ns4:latin typeface="Calibri"/><ns4:ea typeface="Calibri"/></ns4:defRPr></ns4:lvl9pPr></ns4:lstStyle/><ns5:p xmlns:ns5="http://schemas.openxmlformats.org/drawingml/2006/main"><ns5:pPr algn="l"><ns5:buNone/></ns5:pPr><ns5:r><ns5:rPr lang="ja-JP"/><ns5:t>サブカラム</ns5:t></ns5:r></ns5:p></ns0:txBody></ns0:sp><ns0:sp><ns0:nvSpPr><ns0:cNvPr id="30" name="SlideNum.Footer"/><ns0:cNvSpPr><ns1:spLocks xmlns:ns1="http://schemas.openxmlformats.org/drawingml/2006/main" noGrp="1"/></ns0:cNvSpPr><ns0:nvPr><ns0:ph idx="50" type="sldNum"/></ns0:nvPr></ns0:nvSpPr><ns0:spPr><ns2:xfrm xmlns:ns2="http://schemas.openxmlformats.org/drawingml/2006/main"><ns2:off x="10972800" y="6446520"/><ns2:ext cx="1097280" cy="274320"/></ns2:xfrm></ns0:spPr><ns0:txBody><ns3:bodyPr xmlns:ns3="http://schemas.openxmlformats.org/drawingml/2006/main" wrap="square" anchor="t" anchorCtr="0"/><ns4:lstStyle><ns4:defPPr algn="r"><ns4:defRPr sz="1000"><ns4:solidFill><ns4:srgbClr val="94A3B8"/></ns4:solidFill></ns4:defRPr></ns4:defPPr></ns4:lstStyle><ns4:defPPr algn="r"><ns4:buNone/><ns4:defRPr sz="1000" dirty="0"><ns4:solidFill><ns4:srgbClr val="94A3B8"/></ns4:solidFill><ns4:latin typeface="Calibri"/><ns4:ea typeface="Calibri"/></ns4:defRPr></ns4:defPPr><ns4:lvl1pPr algn="r"><ns4:buNone/><ns4:defRPr sz="1000" dirty="0"><ns4:solidFill><ns4:srgbClr val="94A3B8"/></ns4:solidFill><ns4:latin typeface="Calibri"/><ns4:ea typeface="Calibri"/></ns4:defRPr></ns4:lvl1pPr><ns4:lvl2pPr algn="r"><ns4:buNone/><ns4:defRPr sz="1000" dirty="0"><ns4:solidFill><ns4:srgbClr val="94A3B8"/></ns4:solidFill><ns4:latin typeface="Calibri"/><ns4:ea typeface="Calibri"/></ns4:defRPr></ns4:lvl2pPr><ns4:lvl3pPr algn="r"><ns4:buNone/><ns4:defRPr sz="1000" dirty="0"><ns4:solidFill><ns4:srgbClr val="94A3B8"/></ns4:solidFill><ns4:latin typeface="Calibri"/><ns4:ea typeface="Calibri"/></ns4:defRPr></ns4:lvl3pPr><ns4:lvl4pPr algn="r"><ns4:buNone/><ns4:defRPr sz="1000" dirty="0"><ns4:solidFill><ns4:srgbClr val="94A3B8"/></ns4:solidFill><ns4:latin typeface="Calibri"/><ns4:ea typeface="Calibri"/></ns4:defRPr></ns4:lvl4pPr><ns4:lvl5pPr algn="r"><ns4:buNone/><ns4:defRPr sz="1000" dirty="0"><ns4:solidFill><ns4:srgbClr val="94A3B8"/></ns4:solidFill><ns4:latin typeface="Calibri"/><ns4:ea typeface="Calibri"/></ns4:defRPr></ns4:lvl5pPr><ns4:lvl6pPr algn="r"><ns4:buNone/><ns4:defRPr sz="1000" dirty="0"><ns4:solidFill><ns4:srgbClr val="94A3B8"/></ns4:solidFill><ns4:latin typeface="Calibri"/><ns4:ea typeface="Calibri"/></ns4:defRPr></ns4:lvl6pPr><ns4:lvl7pPr algn="r"><ns4:buNone/><ns4:defRPr sz="1000" dirty="0"><ns4:solidFill><ns4:srgbClr val="94A3B8"/></ns4:solidFill><ns4:latin typeface="Calibri"/><ns4:ea typeface="Calibri"/></ns4:defRPr></ns4:lvl7pPr><ns4:lvl8pPr algn="r"><ns4:buNone/><ns4:defRPr sz="1000" dirty="0"><ns4:solidFill><ns4:srgbClr val="94A3B8"/></ns4:solidFill><ns4:latin typeface="Calibri"/><ns4:ea typeface="Calibri"/></ns4:defRPr></ns4:lvl8pPr><ns4:lvl9pPr algn="r"><ns4:buNone/><ns4:defRPr sz="1000" dirty="0"><ns4:solidFill><ns4:srgbClr val="94A3B8"/></ns4:solidFill><ns4:latin typeface="Calibri"/><ns4:ea typeface="Calibri"/></ns4:defRPr></ns4:lvl9pPr></ns4:lstStyle><ns5:p xmlns:ns5="http://schemas.openxmlformats.org/drawingml/2006/main"><ns5:pPr algn="r"><ns5:buNone/></ns5:pPr><ns5:r><ns5:rPr lang="ja-JP"/><ns5:t>&lt;#&gt;</ns5:t></ns5:r></ns5:p></ns0:txBody></ns0:sp></ns0:spTree></ns0:cSld><ns0:clrMapOvr/></ns0:sldLayout>
</file>

<file path=ppt/slideLayouts/slideLayout13.xml><?xml version='1.0' encoding='UTF-8' standalone='yes'?>
<ns0:sldLayout xmlns:ns0="http://schemas.openxmlformats.org/presentationml/2006/main" type="threeObj" preserve="1"><ns0:cSld name="Column.3Body.Equal"><ns0:spTree><ns0:nvGrpSpPr><ns0:cNvPr id="1" name=""/><ns0:cNvGrpSpPr/><ns0:nvPr/></ns0:nvGrpSpPr><ns0:grpSpPr><ns1:xfrm xmlns:ns1="http://schemas.openxmlformats.org/drawingml/2006/main"><ns1:off x="0" y="0"/><ns1:ext cx="0" cy="0"/><ns1:chOff x="0" y="0"/><ns1:chExt cx="0" cy="0"/></ns1:xfrm></ns0:grpSpPr><ns0:sp><ns0:nvSpPr><ns0:cNvPr id="2" name="HeaderBar"/><ns0:cNvSpPr><ns1:spLocks xmlns:ns1="http://schemas.openxmlformats.org/drawingml/2006/main" noGrp="1" noSelect="0" noRot="1" noMove="1"/></ns0:cNvSpPr><ns0:nvPr/></ns0:nvSpPr><ns0:spPr><ns2:xfrm xmlns:ns2="http://schemas.openxmlformats.org/drawingml/2006/main"><ns2:off x="0" y="0"/><ns2:ext cx="12192000" cy="1051560"/></ns2:xfrm><ns3:prstGeom xmlns:ns3="http://schemas.openxmlformats.org/drawingml/2006/main" prst="rect"/><ns4:solidFill xmlns:ns4="http://schemas.openxmlformats.org/drawingml/2006/main"><ns4:srgbClr val="1E2761"/></ns4:solidFill><ns5:ln xmlns:ns5="http://schemas.openxmlformats.org/drawingml/2006/main"><ns5:noFill/></ns5:ln></ns0:spPr></ns0:sp><ns0:sp><ns0:nvSpPr><ns0:cNvPr id="10" name="SlideTitle.Header"/><ns0:cNvSpPr><ns1:spLocks xmlns:ns1="http://schemas.openxmlformats.org/drawingml/2006/main" noGrp="1"/></ns0:cNvSpPr><ns0:nvPr><ns0:ph idx="15" type="body"/></ns0:nvPr></ns0:nvSpPr><ns0:spPr><ns2:xfrm xmlns:ns2="http://schemas.openxmlformats.org/drawingml/2006/main"><ns2:off x="731520" y="91440"/><ns2:ext cx="9144000" cy="475488"/></ns2:xfrm></ns0:spPr><ns0:txBody><ns3:bodyPr xmlns:ns3="http://schemas.openxmlformats.org/drawingml/2006/main" wrap="square" anchor="t" anchorCtr="0"/><ns4:lstStyle><ns4:defPPr><ns4:defRPr sz="2800" b="1"><ns4:solidFill><ns4:srgbClr val="FFFFFF"/></ns4:solidFill></ns4:defRPr></ns4:defPPr></ns4:lstStyle><ns4:defPPr algn="l"><ns4:buNone/><ns4:defRPr sz="2800" dirty="0" b="1"><ns4:solidFill><ns4:srgbClr val="FFFFFF"/></ns4:solidFill><ns4:latin typeface="Georgia"/><ns4:ea typeface="Georgia"/></ns4:defRPr></ns4:defPPr><ns4:lvl1pPr algn="l"><ns4:buNone/><ns4:defRPr sz="2800" dirty="0" b="1"><ns4:solidFill><ns4:srgbClr val="FFFFFF"/></ns4:solidFill><ns4:latin typeface="Georgia"/><ns4:ea typeface="Georgia"/></ns4:defRPr></ns4:lvl1pPr><ns4:lvl2pPr algn="l"><ns4:buNone/><ns4:defRPr sz="2800" dirty="0" b="1"><ns4:solidFill><ns4:srgbClr val="FFFFFF"/></ns4:solidFill><ns4:latin typeface="Georgia"/><ns4:ea typeface="Georgia"/></ns4:defRPr></ns4:lvl2pPr><ns4:lvl3pPr algn="l"><ns4:buNone/><ns4:defRPr sz="2800" dirty="0" b="1"><ns4:solidFill><ns4:srgbClr val="FFFFFF"/></ns4:solidFill><ns4:latin typeface="Georgia"/><ns4:ea typeface="Georgia"/></ns4:defRPr></ns4:lvl3pPr><ns4:lvl4pPr algn="l"><ns4:buNone/><ns4:defRPr sz="2800" dirty="0" b="1"><ns4:solidFill><ns4:srgbClr val="FFFFFF"/></ns4:solidFill><ns4:latin typeface="Georgia"/><ns4:ea typeface="Georgia"/></ns4:defRPr></ns4:lvl4pPr><ns4:lvl5pPr algn="l"><ns4:buNone/><ns4:defRPr sz="2800" dirty="0" b="1"><ns4:solidFill><ns4:srgbClr val="FFFFFF"/></ns4:solidFill><ns4:latin typeface="Georgia"/><ns4:ea typeface="Georgia"/></ns4:defRPr></ns4:lvl5pPr><ns4:lvl6pPr algn="l"><ns4:buNone/><ns4:defRPr sz="2800" dirty="0" b="1"><ns4:solidFill><ns4:srgbClr val="FFFFFF"/></ns4:solidFill><ns4:latin typeface="Georgia"/><ns4:ea typeface="Georgia"/></ns4:defRPr></ns4:lvl6pPr><ns4:lvl7pPr algn="l"><ns4:buNone/><ns4:defRPr sz="2800" dirty="0" b="1"><ns4:solidFill><ns4:srgbClr val="FFFFFF"/></ns4:solidFill><ns4:latin typeface="Georgia"/><ns4:ea typeface="Georgia"/></ns4:defRPr></ns4:lvl7pPr><ns4:lvl8pPr algn="l"><ns4:buNone/><ns4:defRPr sz="2800" dirty="0" b="1"><ns4:solidFill><ns4:srgbClr val="FFFFFF"/></ns4:solidFill><ns4:latin typeface="Georgia"/><ns4:ea typeface="Georgia"/></ns4:defRPr></ns4:lvl8pPr><ns4:lvl9pPr algn="l"><ns4:buNone/><ns4:defRPr sz="2800" dirty="0" b="1"><ns4:solidFill><ns4:srgbClr val="FFFFFF"/></ns4:solidFill><ns4:latin typeface="Georgia"/><ns4:ea typeface="Georgia"/></ns4:defRPr></ns4:lvl9pPr></ns4:lstStyle/><ns5:p xmlns:ns5="http://schemas.openxmlformats.org/drawingml/2006/main"><ns5:pPr algn="l"><ns5:buNone/></ns5:pPr><ns5:r><ns5:rPr lang="ja-JP"/><ns5:t>サブタイトル</ns5:t></ns5:r></ns5:p></ns0:txBody></ns0:sp><ns0:sp><ns0:nvSpPr><ns0:cNvPr id="20" name="Body1.Left"/><ns0:cNvSpPr><ns1:spLocks xmlns:ns1="http://schemas.openxmlformats.org/drawingml/2006/main" noGrp="1"/></ns0:cNvSpPr><ns0:nvPr><ns0:ph idx="1" type="body"/></ns0:nvPr></ns0:nvSpPr><ns0:spPr><ns2:xfrm xmlns:ns2="http://schemas.openxmlformats.org/drawingml/2006/main"><ns2:off x="731520" y="1325880"/><ns2:ext cx="3200400" cy="4937760"/></ns2:xfrm></ns0:spPr><ns0:txBody><ns3:bodyPr xmlns:ns3="http://schemas.openxmlformats.org/drawingml/2006/main" wrap="square" anchor="t" anchorCtr="0"/><ns4:lstStyle/><ns4:defPPr algn="l"><ns4:buNone/><ns4:defRPr sz="1400" dirty="0"><ns4:solidFill><ns4:srgbClr val="1E293B"/></ns4:solidFill><ns4:latin typeface="Calibri"/><ns4:ea typeface="Calibri"/></ns4:defRPr></ns4:defPPr><ns4:lvl1pPr algn="l"><ns4:buNone/><ns4:defRPr sz="1400" dirty="0"><ns4:solidFill><ns4:srgbClr val="1E293B"/></ns4:solidFill><ns4:latin typeface="Calibri"/><ns4:ea typeface="Calibri"/></ns4:defRPr></ns4:lvl1pPr><ns4:lvl2pPr algn="l"><ns4:buNone/><ns4:defRPr sz="1400" dirty="0"><ns4:solidFill><ns4:srgbClr val="1E293B"/></ns4:solidFill><ns4:latin typeface="Calibri"/><ns4:ea typeface="Calibri"/></ns4:defRPr></ns4:lvl2pPr><ns4:lvl3pPr algn="l"><ns4:buNone/><ns4:defRPr sz="1400" dirty="0"><ns4:solidFill><ns4:srgbClr val="1E293B"/></ns4:solidFill><ns4:latin typeface="Calibri"/><ns4:ea typeface="Calibri"/></ns4:defRPr></ns4:lvl3pPr><ns4:lvl4pPr algn="l"><ns4:buNone/><ns4:defRPr sz="1400" dirty="0"><ns4:solidFill><ns4:srgbClr val="1E293B"/></ns4:solidFill><ns4:latin typeface="Calibri"/><ns4:ea typeface="Calibri"/></ns4:defRPr></ns4:lvl4pPr><ns4:lvl5pPr algn="l"><ns4:buNone/><ns4:defRPr sz="1400" dirty="0"><ns4:solidFill><ns4:srgbClr val="1E293B"/></ns4:solidFill><ns4:latin typeface="Calibri"/><ns4:ea typeface="Calibri"/></ns4:defRPr></ns4:lvl5pPr><ns4:lvl6pPr algn="l"><ns4:buNone/><ns4:defRPr sz="1400" dirty="0"><ns4:solidFill><ns4:srgbClr val="1E293B"/></ns4:solidFill><ns4:latin typeface="Calibri"/><ns4:ea typeface="Calibri"/></ns4:defRPr></ns4:lvl6pPr><ns4:lvl7pPr algn="l"><ns4:buNone/><ns4:defRPr sz="1400" dirty="0"><ns4:solidFill><ns4:srgbClr val="1E293B"/></ns4:solidFill><ns4:latin typeface="Calibri"/><ns4:ea typeface="Calibri"/></ns4:defRPr></ns4:lvl7pPr><ns4:lvl8pPr algn="l"><ns4:buNone/><ns4:defRPr sz="1400" dirty="0"><ns4:solidFill><ns4:srgbClr val="1E293B"/></ns4:solidFill><ns4:latin typeface="Calibri"/><ns4:ea typeface="Calibri"/></ns4:defRPr></ns4:lvl8pPr><ns4:lvl9pPr algn="l"><ns4:buNone/><ns4:defRPr sz="1400" dirty="0"><ns4:solidFill><ns4:srgbClr val="1E293B"/></ns4:solidFill><ns4:latin typeface="Calibri"/><ns4:ea typeface="Calibri"/></ns4:defRPr></ns4:lvl9pPr></ns4:lstStyle/><ns5:p xmlns:ns5="http://schemas.openxmlformats.org/drawingml/2006/main"><ns5:pPr algn="l"><ns5:buNone/></ns5:pPr><ns5:r><ns5:rPr lang="ja-JP"/><ns5:t>カラム 2</ns5:t></ns5:r></ns5:p></ns0:txBody></ns0:sp><ns0:sp><ns0:nvSpPr><ns0:cNvPr id="22" name="Body3.Right"/><ns0:cNvSpPr><ns1:spLocks xmlns:ns1="http://schemas.openxmlformats.org/drawingml/2006/main" noGrp="1"/></ns0:cNvSpPr><ns0:nvPr><ns0:ph idx="3" type="body"/></ns0:nvPr></ns0:nvSpPr><ns0:spPr><ns2:xfrm xmlns:ns2="http://schemas.openxmlformats.org/drawingml/2006/main"><ns2:off x="7863840" y="1325880"/><ns2:ext cx="3566160" cy="4937760"/></ns2:xfrm></ns0:spPr><ns0:txBody><ns3:bodyPr xmlns:ns3="http://schemas.openxmlformats.org/drawingml/2006/main" wrap="square" anchor="t" anchorCtr="0"/><ns4:lstStyle/><ns4:defPPr algn="l"><ns4:buNone/><ns4:defRPr sz="1400" dirty="0"><ns4:solidFill><ns4:srgbClr val="1E293B"/></ns4:solidFill><ns4:latin typeface="Calibri"/><ns4:ea typeface="Calibri"/></ns4:defRPr></ns4:defPPr><ns4:lvl1pPr algn="l"><ns4:buNone/><ns4:defRPr sz="1400" dirty="0"><ns4:solidFill><ns4:srgbClr val="1E293B"/></ns4:solidFill><ns4:latin typeface="Calibri"/><ns4:ea typeface="Calibri"/></ns4:defRPr></ns4:lvl1pPr><ns4:lvl2pPr algn="l"><ns4:buNone/><ns4:defRPr sz="1400" dirty="0"><ns4:solidFill><ns4:srgbClr val="1E293B"/></ns4:solidFill><ns4:latin typeface="Calibri"/><ns4:ea typeface="Calibri"/></ns4:defRPr></ns4:lvl2pPr><ns4:lvl3pPr algn="l"><ns4:buNone/><ns4:defRPr sz="1400" dirty="0"><ns4:solidFill><ns4:srgbClr val="1E293B"/></ns4:solidFill><ns4:latin typeface="Calibri"/><ns4:ea typeface="Calibri"/></ns4:defRPr></ns4:lvl3pPr><ns4:lvl4pPr algn="l"><ns4:buNone/><ns4:defRPr sz="1400" dirty="0"><ns4:solidFill><ns4:srgbClr val="1E293B"/></ns4:solidFill><ns4:latin typeface="Calibri"/><ns4:ea typeface="Calibri"/></ns4:defRPr></ns4:lvl4pPr><ns4:lvl5pPr algn="l"><ns4:buNone/><ns4:defRPr sz="1400" dirty="0"><ns4:solidFill><ns4:srgbClr val="1E293B"/></ns4:solidFill><ns4:latin typeface="Calibri"/><ns4:ea typeface="Calibri"/></ns4:defRPr></ns4:lvl5pPr><ns4:lvl6pPr algn="l"><ns4:buNone/><ns4:defRPr sz="1400" dirty="0"><ns4:solidFill><ns4:srgbClr val="1E293B"/></ns4:solidFill><ns4:latin typeface="Calibri"/><ns4:ea typeface="Calibri"/></ns4:defRPr></ns4:lvl6pPr><ns4:lvl7pPr algn="l"><ns4:buNone/><ns4:defRPr sz="1400" dirty="0"><ns4:solidFill><ns4:srgbClr val="1E293B"/></ns4:solidFill><ns4:latin typeface="Calibri"/><ns4:ea typeface="Calibri"/></ns4:defRPr></ns4:lvl7pPr><ns4:lvl8pPr algn="l"><ns4:buNone/><ns4:defRPr sz="1400" dirty="0"><ns4:solidFill><ns4:srgbClr val="1E293B"/></ns4:solidFill><ns4:latin typeface="Calibri"/><ns4:ea typeface="Calibri"/></ns4:defRPr></ns4:lvl8pPr><ns4:lvl9pPr algn="l"><ns4:buNone/><ns4:defRPr sz="1400" dirty="0"><ns4:solidFill><ns4:srgbClr val="1E293B"/></ns4:solidFill><ns4:latin typeface="Calibri"/><ns4:ea typeface="Calibri"/></ns4:defRPr></ns4:lvl9pPr></ns4:lstStyle/><ns5:p xmlns:ns5="http://schemas.openxmlformats.org/drawingml/2006/main"><ns5:pPr algn="r"><ns5:buNone/></ns5:pPr><ns5:r><ns5:rPr lang="ja-JP"/><ns5:t>&lt;#&gt;</ns5:t></ns5:r></ns5:p></ns0:txBody></ns0:sp></ns0:spTree></ns0:cSld><ns0:clrMapOvr/></ns0:sldLayout>
</file>

<file path=ppt/slideLayouts/slideLayout14.xml><?xml version='1.0' encoding='UTF-8' standalone='yes'?>
<ns0:sldLayout xmlns:ns0="http://schemas.openxmlformats.org/presentationml/2006/main" type="blank" preserve="1"><ns0:cSld name="KPI.1Value.Single"><ns0:spTree><ns0:nvGrpSpPr><ns0:cNvPr id="1" name=""/><ns0:cNvGrpSpPr/><ns0:nvPr/></ns0:nvGrpSpPr><ns0:grpSpPr><ns1:xfrm xmlns:ns1="http://schemas.openxmlformats.org/drawingml/2006/main"><ns1:off x="0" y="0"/><ns1:ext cx="0" cy="0"/><ns1:chOff x="0" y="0"/><ns1:chExt cx="0" cy="0"/></ns1:xfrm></ns0:grpSpPr><ns0:sp><ns0:nvSpPr><ns0:cNvPr id="2" name="HeaderBar"/><ns0:cNvSpPr><ns1:spLocks xmlns:ns1="http://schemas.openxmlformats.org/drawingml/2006/main" noGrp="1" noSelect="0" noRot="1" noMove="1"/></ns0:cNvSpPr><ns0:nvPr/></ns0:nvSpPr><ns0:spPr><ns2:xfrm xmlns:ns2="http://schemas.openxmlformats.org/drawingml/2006/main"><ns2:off x="0" y="0"/><ns2:ext cx="12192000" cy="1051560"/></ns2:xfrm><ns3:prstGeom xmlns:ns3="http://schemas.openxmlformats.org/drawingml/2006/main" prst="rect"/><ns4:solidFill xmlns:ns4="http://schemas.openxmlformats.org/drawingml/2006/main"><ns4:srgbClr val="1E2761"/></ns4:solidFill><ns5:ln xmlns:ns5="http://schemas.openxmlformats.org/drawingml/2006/main"><ns5:noFill/></ns5:ln></ns0:spPr></ns0:sp><ns0:sp><ns0:nvSpPr><ns0:cNvPr id="10" name="SlideTitle.Header"/><ns0:cNvSpPr><ns1:spLocks xmlns:ns1="http://schemas.openxmlformats.org/drawingml/2006/main" noGrp="1"/></ns0:cNvSpPr><ns0:nvPr><ns0:ph idx="15" type="body"/></ns0:nvPr></ns0:nvSpPr><ns0:spPr><ns2:xfrm xmlns:ns2="http://schemas.openxmlformats.org/drawingml/2006/main"><ns2:off x="731520" y="91440"/><ns2:ext cx="9144000" cy="475488"/></ns2:xfrm></ns0:spPr><ns0:txBody><ns3:bodyPr xmlns:ns3="http://schemas.openxmlformats.org/drawingml/2006/main" wrap="square" anchor="t" anchorCtr="0"/><ns4:lstStyle><ns4:defPPr><ns4:defRPr sz="2800" b="1"><ns4:solidFill><ns4:srgbClr val="FFFFFF"/></ns4:solidFill></ns4:defRPr></ns4:defPPr></ns4:lstStyle><ns4:defPPr algn="l"><ns4:buNone/><ns4:defRPr sz="2800" dirty="0" b="1"><ns4:solidFill><ns4:srgbClr val="FFFFFF"/></ns4:solidFill><ns4:latin typeface="Georgia"/><ns4:ea typeface="Georgia"/></ns4:defRPr></ns4:defPPr><ns4:lvl1pPr algn="l"><ns4:buNone/><ns4:defRPr sz="2800" dirty="0" b="1"><ns4:solidFill><ns4:srgbClr val="FFFFFF"/></ns4:solidFill><ns4:latin typeface="Georgia"/><ns4:ea typeface="Georgia"/></ns4:defRPr></ns4:lvl1pPr><ns4:lvl2pPr algn="l"><ns4:buNone/><ns4:defRPr sz="2800" dirty="0" b="1"><ns4:solidFill><ns4:srgbClr val="FFFFFF"/></ns4:solidFill><ns4:latin typeface="Georgia"/><ns4:ea typeface="Georgia"/></ns4:defRPr></ns4:lvl2pPr><ns4:lvl3pPr algn="l"><ns4:buNone/><ns4:defRPr sz="2800" dirty="0" b="1"><ns4:solidFill><ns4:srgbClr val="FFFFFF"/></ns4:solidFill><ns4:latin typeface="Georgia"/><ns4:ea typeface="Georgia"/></ns4:defRPr></ns4:lvl3pPr><ns4:lvl4pPr algn="l"><ns4:buNone/><ns4:defRPr sz="2800" dirty="0" b="1"><ns4:solidFill><ns4:srgbClr val="FFFFFF"/></ns4:solidFill><ns4:latin typeface="Georgia"/><ns4:ea typeface="Georgia"/></ns4:defRPr></ns4:lvl4pPr><ns4:lvl5pPr algn="l"><ns4:buNone/><ns4:defRPr sz="2800" dirty="0" b="1"><ns4:solidFill><ns4:srgbClr val="FFFFFF"/></ns4:solidFill><ns4:latin typeface="Georgia"/><ns4:ea typeface="Georgia"/></ns4:defRPr></ns4:lvl5pPr><ns4:lvl6pPr algn="l"><ns4:buNone/><ns4:defRPr sz="2800" dirty="0" b="1"><ns4:solidFill><ns4:srgbClr val="FFFFFF"/></ns4:solidFill><ns4:latin typeface="Georgia"/><ns4:ea typeface="Georgia"/></ns4:defRPr></ns4:lvl6pPr><ns4:lvl7pPr algn="l"><ns4:buNone/><ns4:defRPr sz="2800" dirty="0" b="1"><ns4:solidFill><ns4:srgbClr val="FFFFFF"/></ns4:solidFill><ns4:latin typeface="Georgia"/><ns4:ea typeface="Georgia"/></ns4:defRPr></ns4:lvl7pPr><ns4:lvl8pPr algn="l"><ns4:buNone/><ns4:defRPr sz="2800" dirty="0" b="1"><ns4:solidFill><ns4:srgbClr val="FFFFFF"/></ns4:solidFill><ns4:latin typeface="Georgia"/><ns4:ea typeface="Georgia"/></ns4:defRPr></ns4:lvl8pPr><ns4:lvl9pPr algn="l"><ns4:buNone/><ns4:defRPr sz="2800" dirty="0" b="1"><ns4:solidFill><ns4:srgbClr val="FFFFFF"/></ns4:solidFill><ns4:latin typeface="Georgia"/><ns4:ea typeface="Georgia"/></ns4:defRPr></ns4:lvl9pPr></ns4:lstStyle/><ns5:p xmlns:ns5="http://schemas.openxmlformats.org/drawingml/2006/main"><ns5:pPr algn="l"><ns5:buNone/></ns5:pPr><ns5:r><ns5:rPr lang="ja-JP"/><ns5:t>サブタイトル</ns5:t></ns5:r></ns5:p></ns0:txBody></ns0:sp><ns0:sp><ns0:nvSpPr><ns0:cNvPr id="5" name="StatPanel"/><ns0:cNvSpPr><ns1:spLocks xmlns:ns1="http://schemas.openxmlformats.org/drawingml/2006/main" noGrp="1" noSelect="0" noRot="1" noMove="1"/></ns0:cNvSpPr><ns0:nvPr/></ns0:nvSpPr><ns0:spPr><ns2:xfrm xmlns:ns2="http://schemas.openxmlformats.org/drawingml/2006/main"><ns2:off x="2743200" y="1645920"/><ns2:ext cx="6675120" cy="4114800"/></ns2:xfrm><ns3:prstGeom xmlns:ns3="http://schemas.openxmlformats.org/drawingml/2006/main" prst="roundRect"><ns3:avLst><ns3:gd name="adj" fmla="val 10000"/></ns3:avLst></ns3:prstGeom><ns4:solidFill xmlns:ns4="http://schemas.openxmlformats.org/drawingml/2006/main"><ns4:srgbClr val="EDF0F7"/></ns4:solidFill><ns5:ln xmlns:ns5="http://schemas.openxmlformats.org/drawingml/2006/main"><ns5:noFill/></ns5:ln></ns0:spPr></ns0:sp><ns0:sp><ns0:nvSpPr><ns0:cNvPr id="6" name="AccentDot"/><ns0:cNvSpPr><ns1:spLocks xmlns:ns1="http://schemas.openxmlformats.org/drawingml/2006/main" noGrp="1"/></ns0:cNvSpPr><ns0:nvPr/></ns0:nvSpPr><ns0:spPr><ns2:xfrm xmlns:ns2="http://schemas.openxmlformats.org/drawingml/2006/main"><ns2:off x="3154680" y="2057400"/><ns2:ext cx="274320" cy="274320"/></ns2:xfrm><ns3:prstGeom xmlns:ns3="http://schemas.openxmlformats.org/drawingml/2006/main" prst="ellipse"/><ns4:solidFill xmlns:ns4="http://schemas.openxmlformats.org/drawingml/2006/main"><ns4:srgbClr val="3B82F6"/></ns4:solidFill><ns5:ln xmlns:ns5="http://schemas.openxmlformats.org/drawingml/2006/main"><ns5:noFill/></ns5:ln></ns0:spPr></ns0:sp><ns0:sp><ns0:nvSpPr><ns0:cNvPr id="20" name="Value.Center"/><ns0:cNvSpPr><ns1:spLocks xmlns:ns1="http://schemas.openxmlformats.org/drawingml/2006/main" noGrp="1"/></ns0:cNvSpPr><ns0:nvPr><ns0:ph idx="1" type="body"/></ns0:nvPr></ns0:nvSpPr><ns0:spPr><ns2:xfrm xmlns:ns2="http://schemas.openxmlformats.org/drawingml/2006/main"><ns2:off x="3200400" y="2011680"/><ns2:ext cx="5943600" cy="1828800"/></ns2:xfrm></ns0:spPr><ns0:txBody><ns3:bodyPr xmlns:ns3="http://schemas.openxmlformats.org/drawingml/2006/main" wrap="square" anchor="t" anchorCtr="0"/><ns4:lstStyle><ns4:defPPr algn="ctr"><ns4:defRPr sz="7200" b="1"><ns4:solidFill><ns4:srgbClr val="1E2761"/></ns4:solidFill></ns4:defRPr></ns4:defPPr></ns4:lstStyle><ns4:defPPr algn="ctr"><ns4:buNone/><ns4:defRPr sz="7200" dirty="0" b="1"><ns4:solidFill><ns4:srgbClr val="1E2761"/></ns4:solidFill><ns4:latin typeface="Georgia"/><ns4:ea typeface="Georgia"/></ns4:defRPr></ns4:defPPr><ns4:lvl1pPr algn="ctr"><ns4:buNone/><ns4:defRPr sz="7200" dirty="0" b="1"><ns4:solidFill><ns4:srgbClr val="1E2761"/></ns4:solidFill><ns4:latin typeface="Georgia"/><ns4:ea typeface="Georgia"/></ns4:defRPr></ns4:lvl1pPr><ns4:lvl2pPr algn="ctr"><ns4:buNone/><ns4:defRPr sz="7200" dirty="0" b="1"><ns4:solidFill><ns4:srgbClr val="1E2761"/></ns4:solidFill><ns4:latin typeface="Georgia"/><ns4:ea typeface="Georgia"/></ns4:defRPr></ns4:lvl2pPr><ns4:lvl3pPr algn="ctr"><ns4:buNone/><ns4:defRPr sz="7200" dirty="0" b="1"><ns4:solidFill><ns4:srgbClr val="1E2761"/></ns4:solidFill><ns4:latin typeface="Georgia"/><ns4:ea typeface="Georgia"/></ns4:defRPr></ns4:lvl3pPr><ns4:lvl4pPr algn="ctr"><ns4:buNone/><ns4:defRPr sz="7200" dirty="0" b="1"><ns4:solidFill><ns4:srgbClr val="1E2761"/></ns4:solidFill><ns4:latin typeface="Georgia"/><ns4:ea typeface="Georgia"/></ns4:defRPr></ns4:lvl4pPr><ns4:lvl5pPr algn="ctr"><ns4:buNone/><ns4:defRPr sz="7200" dirty="0" b="1"><ns4:solidFill><ns4:srgbClr val="1E2761"/></ns4:solidFill><ns4:latin typeface="Georgia"/><ns4:ea typeface="Georgia"/></ns4:defRPr></ns4:lvl5pPr><ns4:lvl6pPr algn="ctr"><ns4:buNone/><ns4:defRPr sz="7200" dirty="0" b="1"><ns4:solidFill><ns4:srgbClr val="1E2761"/></ns4:solidFill><ns4:latin typeface="Georgia"/><ns4:ea typeface="Georgia"/></ns4:defRPr></ns4:lvl6pPr><ns4:lvl7pPr algn="ctr"><ns4:buNone/><ns4:defRPr sz="7200" dirty="0" b="1"><ns4:solidFill><ns4:srgbClr val="1E2761"/></ns4:solidFill><ns4:latin typeface="Georgia"/><ns4:ea typeface="Georgia"/></ns4:defRPr></ns4:lvl7pPr><ns4:lvl8pPr algn="ctr"><ns4:buNone/><ns4:defRPr sz="7200" dirty="0" b="1"><ns4:solidFill><ns4:srgbClr val="1E2761"/></ns4:solidFill><ns4:latin typeface="Georgia"/><ns4:ea typeface="Georgia"/></ns4:defRPr></ns4:lvl8pPr><ns4:lvl9pPr algn="ctr"><ns4:buNone/><ns4:defRPr sz="7200" dirty="0" b="1"><ns4:solidFill><ns4:srgbClr val="1E2761"/></ns4:solidFill><ns4:latin typeface="Georgia"/><ns4:ea typeface="Georgia"/></ns4:defRPr></ns4:lvl9pPr></ns4:lstStyle/><ns5:p xmlns:ns5="http://schemas.openxmlformats.org/drawingml/2006/main"><ns5:pPr algn="ctr"><ns5:buNone/></ns5:pPr><ns5:r><ns5:rPr lang="ja-JP"/><ns5:t>指標名</ns5:t></ns5:r></ns5:p></ns0:txBody></ns0:sp><ns0:sp><ns0:nvSpPr><ns0:cNvPr id="22" name="ValueDesc.Center"/><ns0:cNvSpPr><ns1:spLocks xmlns:ns1="http://schemas.openxmlformats.org/drawingml/2006/main" noGrp="1"/></ns0:cNvSpPr><ns0:nvPr><ns0:ph idx="3" type="body"/></ns0:nvPr></ns0:nvSpPr><ns0:spPr><ns2:xfrm xmlns:ns2="http://schemas.openxmlformats.org/drawingml/2006/main"><ns2:off x="3200400" y="4389120"/><ns2:ext cx="5943600" cy="914400"/></ns2:xfrm></ns0:spPr><ns0:txBody><ns3:bodyPr xmlns:ns3="http://schemas.openxmlformats.org/drawingml/2006/main" wrap="square" anchor="t" anchorCtr="0"/><ns4:lstStyle><ns4:defPPr algn="ctr"><ns4:defRPr sz="1300"><ns4:solidFill><ns4:srgbClr val="94A3B8"/></ns4:solidFill></ns4:defRPr></ns4:defPPr></ns4:lstStyle><ns4:defPPr algn="ctr"><ns4:buNone/><ns4:defRPr sz="1300" dirty="0"><ns4:solidFill><ns4:srgbClr val="94A3B8"/></ns4:solidFill><ns4:latin typeface="Calibri"/><ns4:ea typeface="Calibri"/></ns4:defRPr></ns4:defPPr><ns4:lvl1pPr algn="ctr"><ns4:buNone/><ns4:defRPr sz="1300" dirty="0"><ns4:solidFill><ns4:srgbClr val="94A3B8"/></ns4:solidFill><ns4:latin typeface="Calibri"/><ns4:ea typeface="Calibri"/></ns4:defRPr></ns4:lvl1pPr><ns4:lvl2pPr algn="ctr"><ns4:buNone/><ns4:defRPr sz="1300" dirty="0"><ns4:solidFill><ns4:srgbClr val="94A3B8"/></ns4:solidFill><ns4:latin typeface="Calibri"/><ns4:ea typeface="Calibri"/></ns4:defRPr></ns4:lvl2pPr><ns4:lvl3pPr algn="ctr"><ns4:buNone/><ns4:defRPr sz="1300" dirty="0"><ns4:solidFill><ns4:srgbClr val="94A3B8"/></ns4:solidFill><ns4:latin typeface="Calibri"/><ns4:ea typeface="Calibri"/></ns4:defRPr></ns4:lvl3pPr><ns4:lvl4pPr algn="ctr"><ns4:buNone/><ns4:defRPr sz="1300" dirty="0"><ns4:solidFill><ns4:srgbClr val="94A3B8"/></ns4:solidFill><ns4:latin typeface="Calibri"/><ns4:ea typeface="Calibri"/></ns4:defRPr></ns4:lvl4pPr><ns4:lvl5pPr algn="ctr"><ns4:buNone/><ns4:defRPr sz="1300" dirty="0"><ns4:solidFill><ns4:srgbClr val="94A3B8"/></ns4:solidFill><ns4:latin typeface="Calibri"/><ns4:ea typeface="Calibri"/></ns4:defRPr></ns4:lvl5pPr><ns4:lvl6pPr algn="ctr"><ns4:buNone/><ns4:defRPr sz="1300" dirty="0"><ns4:solidFill><ns4:srgbClr val="94A3B8"/></ns4:solidFill><ns4:latin typeface="Calibri"/><ns4:ea typeface="Calibri"/></ns4:defRPr></ns4:lvl6pPr><ns4:lvl7pPr algn="ctr"><ns4:buNone/><ns4:defRPr sz="1300" dirty="0"><ns4:solidFill><ns4:srgbClr val="94A3B8"/></ns4:solidFill><ns4:latin typeface="Calibri"/><ns4:ea typeface="Calibri"/></ns4:defRPr></ns4:lvl7pPr><ns4:lvl8pPr algn="ctr"><ns4:buNone/><ns4:defRPr sz="1300" dirty="0"><ns4:solidFill><ns4:srgbClr val="94A3B8"/></ns4:solidFill><ns4:latin typeface="Calibri"/><ns4:ea typeface="Calibri"/></ns4:defRPr></ns4:lvl8pPr><ns4:lvl9pPr algn="ctr"><ns4:buNone/><ns4:defRPr sz="1300" dirty="0"><ns4:solidFill><ns4:srgbClr val="94A3B8"/></ns4:solidFill><ns4:latin typeface="Calibri"/><ns4:ea typeface="Calibri"/></ns4:defRPr></ns4:lvl9pPr></ns4:lstStyle/><ns5:p xmlns:ns5="http://schemas.openxmlformats.org/drawingml/2006/main"><ns5:pPr algn="r"><ns5:buNone/></ns5:pPr><ns5:r><ns5:rPr lang="ja-JP"/><ns5:t>&lt;#&gt;</ns5:t></ns5:r></ns5:p></ns0:txBody></ns0:sp></ns0:spTree></ns0:cSld><ns0:clrMapOvr/></ns0:sldLayout>
</file>

<file path=ppt/slideLayouts/slideLayout15.xml><?xml version='1.0' encoding='UTF-8' standalone='yes'?>
<ns0:sldLayout xmlns:ns0="http://schemas.openxmlformats.org/presentationml/2006/main" type="blank" preserve="1"><ns0:cSld name="KPI.2Value.Equal"><ns0:spTree><ns0:nvGrpSpPr><ns0:cNvPr id="1" name=""/><ns0:cNvGrpSpPr/><ns0:nvPr/></ns0:nvGrpSpPr><ns0:grpSpPr><ns1:xfrm xmlns:ns1="http://schemas.openxmlformats.org/drawingml/2006/main"><ns1:off x="0" y="0"/><ns1:ext cx="0" cy="0"/><ns1:chOff x="0" y="0"/><ns1:chExt cx="0" cy="0"/></ns1:xfrm></ns0:grpSpPr><ns0:sp><ns0:nvSpPr><ns0:cNvPr id="2" name="HeaderBar"/><ns0:cNvSpPr><ns1:spLocks xmlns:ns1="http://schemas.openxmlformats.org/drawingml/2006/main" noGrp="1" noSelect="0" noRot="1" noMove="1"/></ns0:cNvSpPr><ns0:nvPr/></ns0:nvSpPr><ns0:spPr><ns2:xfrm xmlns:ns2="http://schemas.openxmlformats.org/drawingml/2006/main"><ns2:off x="0" y="0"/><ns2:ext cx="12192000" cy="1051560"/></ns2:xfrm><ns3:prstGeom xmlns:ns3="http://schemas.openxmlformats.org/drawingml/2006/main" prst="rect"/><ns4:solidFill xmlns:ns4="http://schemas.openxmlformats.org/drawingml/2006/main"><ns4:srgbClr val="1E2761"/></ns4:solidFill><ns5:ln xmlns:ns5="http://schemas.openxmlformats.org/drawingml/2006/main"><ns5:noFill/></ns5:ln></ns0:spPr></ns0:sp><ns0:sp><ns0:nvSpPr><ns0:cNvPr id="10" name="SlideTitle.Header"/><ns0:cNvSpPr><ns1:spLocks xmlns:ns1="http://schemas.openxmlformats.org/drawingml/2006/main" noGrp="1"/></ns0:cNvSpPr><ns0:nvPr><ns0:ph idx="15" type="body"/></ns0:nvPr></ns0:nvSpPr><ns0:spPr><ns2:xfrm xmlns:ns2="http://schemas.openxmlformats.org/drawingml/2006/main"><ns2:off x="731520" y="91440"/><ns2:ext cx="9144000" cy="475488"/></ns2:xfrm></ns0:spPr><ns0:txBody><ns3:bodyPr xmlns:ns3="http://schemas.openxmlformats.org/drawingml/2006/main" wrap="square" anchor="t" anchorCtr="0"/><ns4:lstStyle><ns4:defPPr><ns4:defRPr sz="2800" b="1"><ns4:solidFill><ns4:srgbClr val="FFFFFF"/></ns4:solidFill></ns4:defRPr></ns4:defPPr></ns4:lstStyle><ns4:defPPr algn="l"><ns4:buNone/><ns4:defRPr sz="2800" dirty="0" b="1"><ns4:solidFill><ns4:srgbClr val="FFFFFF"/></ns4:solidFill><ns4:latin typeface="Georgia"/><ns4:ea typeface="Georgia"/></ns4:defRPr></ns4:defPPr><ns4:lvl1pPr algn="l"><ns4:buNone/><ns4:defRPr sz="2800" dirty="0" b="1"><ns4:solidFill><ns4:srgbClr val="FFFFFF"/></ns4:solidFill><ns4:latin typeface="Georgia"/><ns4:ea typeface="Georgia"/></ns4:defRPr></ns4:lvl1pPr><ns4:lvl2pPr algn="l"><ns4:buNone/><ns4:defRPr sz="2800" dirty="0" b="1"><ns4:solidFill><ns4:srgbClr val="FFFFFF"/></ns4:solidFill><ns4:latin typeface="Georgia"/><ns4:ea typeface="Georgia"/></ns4:defRPr></ns4:lvl2pPr><ns4:lvl3pPr algn="l"><ns4:buNone/><ns4:defRPr sz="2800" dirty="0" b="1"><ns4:solidFill><ns4:srgbClr val="FFFFFF"/></ns4:solidFill><ns4:latin typeface="Georgia"/><ns4:ea typeface="Georgia"/></ns4:defRPr></ns4:lvl3pPr><ns4:lvl4pPr algn="l"><ns4:buNone/><ns4:defRPr sz="2800" dirty="0" b="1"><ns4:solidFill><ns4:srgbClr val="FFFFFF"/></ns4:solidFill><ns4:latin typeface="Georgia"/><ns4:ea typeface="Georgia"/></ns4:defRPr></ns4:lvl4pPr><ns4:lvl5pPr algn="l"><ns4:buNone/><ns4:defRPr sz="2800" dirty="0" b="1"><ns4:solidFill><ns4:srgbClr val="FFFFFF"/></ns4:solidFill><ns4:latin typeface="Georgia"/><ns4:ea typeface="Georgia"/></ns4:defRPr></ns4:lvl5pPr><ns4:lvl6pPr algn="l"><ns4:buNone/><ns4:defRPr sz="2800" dirty="0" b="1"><ns4:solidFill><ns4:srgbClr val="FFFFFF"/></ns4:solidFill><ns4:latin typeface="Georgia"/><ns4:ea typeface="Georgia"/></ns4:defRPr></ns4:lvl6pPr><ns4:lvl7pPr algn="l"><ns4:buNone/><ns4:defRPr sz="2800" dirty="0" b="1"><ns4:solidFill><ns4:srgbClr val="FFFFFF"/></ns4:solidFill><ns4:latin typeface="Georgia"/><ns4:ea typeface="Georgia"/></ns4:defRPr></ns4:lvl7pPr><ns4:lvl8pPr algn="l"><ns4:buNone/><ns4:defRPr sz="2800" dirty="0" b="1"><ns4:solidFill><ns4:srgbClr val="FFFFFF"/></ns4:solidFill><ns4:latin typeface="Georgia"/><ns4:ea typeface="Georgia"/></ns4:defRPr></ns4:lvl8pPr><ns4:lvl9pPr algn="l"><ns4:buNone/><ns4:defRPr sz="2800" dirty="0" b="1"><ns4:solidFill><ns4:srgbClr val="FFFFFF"/></ns4:solidFill><ns4:latin typeface="Georgia"/><ns4:ea typeface="Georgia"/></ns4:defRPr></ns4:lvl9pPr></ns4:lstStyle/><ns5:p xmlns:ns5="http://schemas.openxmlformats.org/drawingml/2006/main"><ns5:pPr algn="l"><ns5:buNone/></ns5:pPr><ns5:r><ns5:rPr lang="ja-JP"/><ns5:t>サブタイトル</ns5:t></ns5:r></ns5:p></ns0:txBody></ns0:sp><ns0:sp><ns0:nvSpPr><ns0:cNvPr id="5" name="Card1"/><ns0:cNvSpPr><ns1:spLocks xmlns:ns1="http://schemas.openxmlformats.org/drawingml/2006/main" noGrp="1" noSelect="0" noRot="1" noMove="1"/></ns0:cNvSpPr><ns0:nvPr/></ns0:nvSpPr><ns0:spPr><ns2:xfrm xmlns:ns2="http://schemas.openxmlformats.org/drawingml/2006/main"><ns2:off x="640080" y="1371600"/><ns2:ext cx="5120640" cy="4754880"/></ns2:xfrm><ns3:prstGeom xmlns:ns3="http://schemas.openxmlformats.org/drawingml/2006/main" prst="roundRect"><ns3:avLst><ns3:gd name="adj" fmla="val 10000"/></ns3:avLst></ns3:prstGeom><ns4:solidFill xmlns:ns4="http://schemas.openxmlformats.org/drawingml/2006/main"><ns4:srgbClr val="EDF0F7"/></ns4:solidFill><ns5:ln xmlns:ns5="http://schemas.openxmlformats.org/drawingml/2006/main"><ns5:noFill/></ns5:ln></ns0:spPr></ns0:sp><ns0:sp><ns0:nvSpPr><ns0:cNvPr id="6" name="Card2"/><ns0:cNvSpPr><ns1:spLocks xmlns:ns1="http://schemas.openxmlformats.org/drawingml/2006/main" noGrp="1" noSelect="0" noRot="1" noMove="1"/></ns0:cNvSpPr><ns0:nvPr/></ns0:nvSpPr><ns0:spPr><ns2:xfrm xmlns:ns2="http://schemas.openxmlformats.org/drawingml/2006/main"><ns2:off x="6126480" y="1371600"/><ns2:ext cx="5303520" cy="4754880"/></ns2:xfrm><ns3:prstGeom xmlns:ns3="http://schemas.openxmlformats.org/drawingml/2006/main" prst="roundRect"><ns3:avLst><ns3:gd name="adj" fmla="val 10000"/></ns3:avLst></ns3:prstGeom><ns4:solidFill xmlns:ns4="http://schemas.openxmlformats.org/drawingml/2006/main"><ns4:srgbClr val="EDF0F7"/></ns4:solidFill><ns5:ln xmlns:ns5="http://schemas.openxmlformats.org/drawingml/2006/main"><ns5:noFill/></ns5:ln></ns0:spPr></ns0:sp><ns0:sp><ns0:nvSpPr><ns0:cNvPr id="7" name="Accent1"/><ns0:cNvSpPr><ns1:spLocks xmlns:ns1="http://schemas.openxmlformats.org/drawingml/2006/main" noGrp="1" noSelect="0" noRot="1" noMove="1"/></ns0:cNvSpPr><ns0:nvPr/></ns0:nvSpPr><ns0:spPr><ns2:xfrm xmlns:ns2="http://schemas.openxmlformats.org/drawingml/2006/main"><ns2:off x="640080" y="1371600"/><ns2:ext cx="5120640" cy="73152"/></ns2:xfrm><ns3:prstGeom xmlns:ns3="http://schemas.openxmlformats.org/drawingml/2006/main" prst="rect"/><ns4:solidFill xmlns:ns4="http://schemas.openxmlformats.org/drawingml/2006/main"><ns4:srgbClr val="3B82F6"/></ns4:solidFill><ns5:ln xmlns:ns5="http://schemas.openxmlformats.org/drawingml/2006/main"><ns5:noFill/></ns5:ln></ns0:spPr></ns0:sp><ns0:sp><ns0:nvSpPr><ns0:cNvPr id="8" name="Accent2"/><ns0:cNvSpPr><ns1:spLocks xmlns:ns1="http://schemas.openxmlformats.org/drawingml/2006/main" noGrp="1" noSelect="0" noRot="1" noMove="1"/></ns0:cNvSpPr><ns0:nvPr/></ns0:nvSpPr><ns0:spPr><ns2:xfrm xmlns:ns2="http://schemas.openxmlformats.org/drawingml/2006/main"><ns2:off x="6126480" y="1371600"/><ns2:ext cx="5303520" cy="73152"/></ns2:xfrm><ns3:prstGeom xmlns:ns3="http://schemas.openxmlformats.org/drawingml/2006/main" prst="rect"/><ns4:solidFill xmlns:ns4="http://schemas.openxmlformats.org/drawingml/2006/main"><ns4:srgbClr val="06B6D4"/></ns4:solidFill><ns5:ln xmlns:ns5="http://schemas.openxmlformats.org/drawingml/2006/main"><ns5:noFill/></ns5:ln></ns0:spPr></ns0:sp><ns0:sp><ns0:nvSpPr><ns0:cNvPr id="20" name="Value1.Left"/><ns0:cNvSpPr><ns1:spLocks xmlns:ns1="http://schemas.openxmlformats.org/drawingml/2006/main" noGrp="1"/></ns0:cNvSpPr><ns0:nvPr><ns0:ph idx="1" type="body"/></ns0:nvPr></ns0:nvSpPr><ns0:spPr><ns2:xfrm xmlns:ns2="http://schemas.openxmlformats.org/drawingml/2006/main"><ns2:off x="1097280" y="1828800"/><ns2:ext cx="4206240" cy="1645920"/></ns2:xfrm></ns0:spPr><ns0:txBody><ns3:bodyPr xmlns:ns3="http://schemas.openxmlformats.org/drawingml/2006/main" wrap="square" anchor="t" anchorCtr="0"/><ns4:lstStyle><ns4:defPPr algn="ctr"><ns4:defRPr sz="6000" b="1"><ns4:solidFill><ns4:srgbClr val="1E2761"/></ns4:solidFill></ns4:defRPr></ns4:defPPr></ns4:lstStyle><ns4:defPPr algn="ctr"><ns4:buNone/><ns4:defRPr sz="6000" dirty="0" b="1"><ns4:solidFill><ns4:srgbClr val="1E2761"/></ns4:solidFill><ns4:latin typeface="Georgia"/><ns4:ea typeface="Georgia"/></ns4:defRPr></ns4:defPPr><ns4:lvl1pPr algn="ctr"><ns4:buNone/><ns4:defRPr sz="6000" dirty="0" b="1"><ns4:solidFill><ns4:srgbClr val="1E2761"/></ns4:solidFill><ns4:latin typeface="Georgia"/><ns4:ea typeface="Georgia"/></ns4:defRPr></ns4:lvl1pPr><ns4:lvl2pPr algn="ctr"><ns4:buNone/><ns4:defRPr sz="6000" dirty="0" b="1"><ns4:solidFill><ns4:srgbClr val="1E2761"/></ns4:solidFill><ns4:latin typeface="Georgia"/><ns4:ea typeface="Georgia"/></ns4:defRPr></ns4:lvl2pPr><ns4:lvl3pPr algn="ctr"><ns4:buNone/><ns4:defRPr sz="6000" dirty="0" b="1"><ns4:solidFill><ns4:srgbClr val="1E2761"/></ns4:solidFill><ns4:latin typeface="Georgia"/><ns4:ea typeface="Georgia"/></ns4:defRPr></ns4:lvl3pPr><ns4:lvl4pPr algn="ctr"><ns4:buNone/><ns4:defRPr sz="6000" dirty="0" b="1"><ns4:solidFill><ns4:srgbClr val="1E2761"/></ns4:solidFill><ns4:latin typeface="Georgia"/><ns4:ea typeface="Georgia"/></ns4:defRPr></ns4:lvl4pPr><ns4:lvl5pPr algn="ctr"><ns4:buNone/><ns4:defRPr sz="6000" dirty="0" b="1"><ns4:solidFill><ns4:srgbClr val="1E2761"/></ns4:solidFill><ns4:latin typeface="Georgia"/><ns4:ea typeface="Georgia"/></ns4:defRPr></ns4:lvl5pPr><ns4:lvl6pPr algn="ctr"><ns4:buNone/><ns4:defRPr sz="6000" dirty="0" b="1"><ns4:solidFill><ns4:srgbClr val="1E2761"/></ns4:solidFill><ns4:latin typeface="Georgia"/><ns4:ea typeface="Georgia"/></ns4:defRPr></ns4:lvl6pPr><ns4:lvl7pPr algn="ctr"><ns4:buNone/><ns4:defRPr sz="6000" dirty="0" b="1"><ns4:solidFill><ns4:srgbClr val="1E2761"/></ns4:solidFill><ns4:latin typeface="Georgia"/><ns4:ea typeface="Georgia"/></ns4:defRPr></ns4:lvl7pPr><ns4:lvl8pPr algn="ctr"><ns4:buNone/><ns4:defRPr sz="6000" dirty="0" b="1"><ns4:solidFill><ns4:srgbClr val="1E2761"/></ns4:solidFill><ns4:latin typeface="Georgia"/><ns4:ea typeface="Georgia"/></ns4:defRPr></ns4:lvl8pPr><ns4:lvl9pPr algn="ctr"><ns4:buNone/><ns4:defRPr sz="6000" dirty="0" b="1"><ns4:solidFill><ns4:srgbClr val="1E2761"/></ns4:solidFill><ns4:latin typeface="Georgia"/><ns4:ea typeface="Georgia"/></ns4:defRPr></ns4:lvl9pPr></ns4:lstStyle/><ns5:p xmlns:ns5="http://schemas.openxmlformats.org/drawingml/2006/main"><ns5:pPr algn="ctr"><ns5:buNone/></ns5:pPr><ns5:r><ns5:rPr lang="ja-JP"/><ns5:t>指標名
説明テキスト</ns5:t></ns5:r></ns5:p></ns0:txBody></ns0:sp><ns0:sp><ns0:nvSpPr><ns0:cNvPr id="22" name="Value2.Right"/><ns0:cNvSpPr><ns1:spLocks xmlns:ns1="http://schemas.openxmlformats.org/drawingml/2006/main" noGrp="1"/></ns0:cNvSpPr><ns0:nvPr><ns0:ph idx="3" type="body"/></ns0:nvPr></ns0:nvSpPr><ns0:spPr><ns2:xfrm xmlns:ns2="http://schemas.openxmlformats.org/drawingml/2006/main"><ns2:off x="6583680" y="1828800"/><ns2:ext cx="4389120" cy="1645920"/></ns2:xfrm></ns0:spPr><ns0:txBody><ns3:bodyPr xmlns:ns3="http://schemas.openxmlformats.org/drawingml/2006/main" wrap="square" anchor="t" anchorCtr="0"/><ns4:lstStyle><ns4:defPPr algn="ctr"><ns4:defRPr sz="6000" b="1"><ns4:solidFill><ns4:srgbClr val="1E2761"/></ns4:solidFill></ns4:defRPr></ns4:defPPr></ns4:lstStyle><ns4:defPPr algn="ctr"><ns4:buNone/><ns4:defRPr sz="6000" dirty="0" b="1"><ns4:solidFill><ns4:srgbClr val="1E2761"/></ns4:solidFill><ns4:latin typeface="Georgia"/><ns4:ea typeface="Georgia"/></ns4:defRPr></ns4:defPPr><ns4:lvl1pPr algn="ctr"><ns4:buNone/><ns4:defRPr sz="6000" dirty="0" b="1"><ns4:solidFill><ns4:srgbClr val="1E2761"/></ns4:solidFill><ns4:latin typeface="Georgia"/><ns4:ea typeface="Georgia"/></ns4:defRPr></ns4:lvl1pPr><ns4:lvl2pPr algn="ctr"><ns4:buNone/><ns4:defRPr sz="6000" dirty="0" b="1"><ns4:solidFill><ns4:srgbClr val="1E2761"/></ns4:solidFill><ns4:latin typeface="Georgia"/><ns4:ea typeface="Georgia"/></ns4:defRPr></ns4:lvl2pPr><ns4:lvl3pPr algn="ctr"><ns4:buNone/><ns4:defRPr sz="6000" dirty="0" b="1"><ns4:solidFill><ns4:srgbClr val="1E2761"/></ns4:solidFill><ns4:latin typeface="Georgia"/><ns4:ea typeface="Georgia"/></ns4:defRPr></ns4:lvl3pPr><ns4:lvl4pPr algn="ctr"><ns4:buNone/><ns4:defRPr sz="6000" dirty="0" b="1"><ns4:solidFill><ns4:srgbClr val="1E2761"/></ns4:solidFill><ns4:latin typeface="Georgia"/><ns4:ea typeface="Georgia"/></ns4:defRPr></ns4:lvl4pPr><ns4:lvl5pPr algn="ctr"><ns4:buNone/><ns4:defRPr sz="6000" dirty="0" b="1"><ns4:solidFill><ns4:srgbClr val="1E2761"/></ns4:solidFill><ns4:latin typeface="Georgia"/><ns4:ea typeface="Georgia"/></ns4:defRPr></ns4:lvl5pPr><ns4:lvl6pPr algn="ctr"><ns4:buNone/><ns4:defRPr sz="6000" dirty="0" b="1"><ns4:solidFill><ns4:srgbClr val="1E2761"/></ns4:solidFill><ns4:latin typeface="Georgia"/><ns4:ea typeface="Georgia"/></ns4:defRPr></ns4:lvl6pPr><ns4:lvl7pPr algn="ctr"><ns4:buNone/><ns4:defRPr sz="6000" dirty="0" b="1"><ns4:solidFill><ns4:srgbClr val="1E2761"/></ns4:solidFill><ns4:latin typeface="Georgia"/><ns4:ea typeface="Georgia"/></ns4:defRPr></ns4:lvl7pPr><ns4:lvl8pPr algn="ctr"><ns4:buNone/><ns4:defRPr sz="6000" dirty="0" b="1"><ns4:solidFill><ns4:srgbClr val="1E2761"/></ns4:solidFill><ns4:latin typeface="Georgia"/><ns4:ea typeface="Georgia"/></ns4:defRPr></ns4:lvl8pPr><ns4:lvl9pPr algn="ctr"><ns4:buNone/><ns4:defRPr sz="6000" dirty="0" b="1"><ns4:solidFill><ns4:srgbClr val="1E2761"/></ns4:solidFill><ns4:latin typeface="Georgia"/><ns4:ea typeface="Georgia"/></ns4:defRPr></ns4:lvl9pPr></ns4:lstStyle/><ns5:p xmlns:ns5="http://schemas.openxmlformats.org/drawingml/2006/main"><ns5:pPr algn="ctr"><ns5:buNone/></ns5:pPr><ns5:r><ns5:rPr lang="ja-JP"/><ns5:t>指標名
説明テキスト</ns5:t></ns5:r></ns5:p></ns0:txBody></ns0:sp><ns0:sp><ns0:nvSpPr><ns0:cNvPr id="30" name="SlideNum.Footer"/><ns0:cNvSpPr><ns1:spLocks xmlns:ns1="http://schemas.openxmlformats.org/drawingml/2006/main" noGrp="1"/></ns0:cNvSpPr><ns0:nvPr><ns0:ph idx="50" type="sldNum"/></ns0:nvPr></ns0:nvSpPr><ns0:spPr><ns2:xfrm xmlns:ns2="http://schemas.openxmlformats.org/drawingml/2006/main"><ns2:off x="10972800" y="6446520"/><ns2:ext cx="1097280" cy="274320"/></ns2:xfrm></ns0:spPr><ns0:txBody><ns3:bodyPr xmlns:ns3="http://schemas.openxmlformats.org/drawingml/2006/main" wrap="square" anchor="t" anchorCtr="0"/><ns4:lstStyle><ns4:defPPr algn="r"><ns4:defRPr sz="1000"><ns4:solidFill><ns4:srgbClr val="94A3B8"/></ns4:solidFill></ns4:defRPr></ns4:defPPr></ns4:lstStyle><ns4:defPPr algn="r"><ns4:buNone/><ns4:defRPr sz="1000" dirty="0"><ns4:solidFill><ns4:srgbClr val="94A3B8"/></ns4:solidFill><ns4:latin typeface="Calibri"/><ns4:ea typeface="Calibri"/></ns4:defRPr></ns4:defPPr><ns4:lvl1pPr algn="r"><ns4:buNone/><ns4:defRPr sz="1000" dirty="0"><ns4:solidFill><ns4:srgbClr val="94A3B8"/></ns4:solidFill><ns4:latin typeface="Calibri"/><ns4:ea typeface="Calibri"/></ns4:defRPr></ns4:lvl1pPr><ns4:lvl2pPr algn="r"><ns4:buNone/><ns4:defRPr sz="1000" dirty="0"><ns4:solidFill><ns4:srgbClr val="94A3B8"/></ns4:solidFill><ns4:latin typeface="Calibri"/><ns4:ea typeface="Calibri"/></ns4:defRPr></ns4:lvl2pPr><ns4:lvl3pPr algn="r"><ns4:buNone/><ns4:defRPr sz="1000" dirty="0"><ns4:solidFill><ns4:srgbClr val="94A3B8"/></ns4:solidFill><ns4:latin typeface="Calibri"/><ns4:ea typeface="Calibri"/></ns4:defRPr></ns4:lvl3pPr><ns4:lvl4pPr algn="r"><ns4:buNone/><ns4:defRPr sz="1000" dirty="0"><ns4:solidFill><ns4:srgbClr val="94A3B8"/></ns4:solidFill><ns4:latin typeface="Calibri"/><ns4:ea typeface="Calibri"/></ns4:defRPr></ns4:lvl4pPr><ns4:lvl5pPr algn="r"><ns4:buNone/><ns4:defRPr sz="1000" dirty="0"><ns4:solidFill><ns4:srgbClr val="94A3B8"/></ns4:solidFill><ns4:latin typeface="Calibri"/><ns4:ea typeface="Calibri"/></ns4:defRPr></ns4:lvl5pPr><ns4:lvl6pPr algn="r"><ns4:buNone/><ns4:defRPr sz="1000" dirty="0"><ns4:solidFill><ns4:srgbClr val="94A3B8"/></ns4:solidFill><ns4:latin typeface="Calibri"/><ns4:ea typeface="Calibri"/></ns4:defRPr></ns4:lvl6pPr><ns4:lvl7pPr algn="r"><ns4:buNone/><ns4:defRPr sz="1000" dirty="0"><ns4:solidFill><ns4:srgbClr val="94A3B8"/></ns4:solidFill><ns4:latin typeface="Calibri"/><ns4:ea typeface="Calibri"/></ns4:defRPr></ns4:lvl7pPr><ns4:lvl8pPr algn="r"><ns4:buNone/><ns4:defRPr sz="1000" dirty="0"><ns4:solidFill><ns4:srgbClr val="94A3B8"/></ns4:solidFill><ns4:latin typeface="Calibri"/><ns4:ea typeface="Calibri"/></ns4:defRPr></ns4:lvl8pPr><ns4:lvl9pPr algn="r"><ns4:buNone/><ns4:defRPr sz="1000" dirty="0"><ns4:solidFill><ns4:srgbClr val="94A3B8"/></ns4:solidFill><ns4:latin typeface="Calibri"/><ns4:ea typeface="Calibri"/></ns4:defRPr></ns4:lvl9pPr></ns4:lstStyle><ns5:p xmlns:ns5="http://schemas.openxmlformats.org/drawingml/2006/main"><ns5:pPr algn="r"><ns5:buNone/></ns5:pPr><ns5:r><ns5:rPr lang="ja-JP"/><ns5:t>&lt;#&gt;</ns5:t></ns5:r></ns5:p></ns0:txBody></ns0:sp></ns0:spTree></ns0:cSld><ns0:clrMapOvr/></ns0:sldLayout>
</file>

<file path=ppt/slideLayouts/slideLayout16.xml><?xml version='1.0' encoding='UTF-8' standalone='yes'?>
<ns0:sldLayout xmlns:ns0="http://schemas.openxmlformats.org/presentationml/2006/main" type="blank" preserve="1"><ns0:cSld name="KPI.3Value.Equal"><ns0:spTree><ns0:nvGrpSpPr><ns0:cNvPr id="1" name=""/><ns0:cNvGrpSpPr/><ns0:nvPr/></ns0:nvGrpSpPr><ns0:grpSpPr><ns1:xfrm xmlns:ns1="http://schemas.openxmlformats.org/drawingml/2006/main"><ns1:off x="0" y="0"/><ns1:ext cx="0" cy="0"/><ns1:chOff x="0" y="0"/><ns1:chExt cx="0" cy="0"/></ns1:xfrm></ns0:grpSpPr><ns0:sp><ns0:nvSpPr><ns0:cNvPr id="2" name="HeaderBar"/><ns0:cNvSpPr><ns1:spLocks xmlns:ns1="http://schemas.openxmlformats.org/drawingml/2006/main" noGrp="1" noSelect="0" noRot="1" noMove="1"/></ns0:cNvSpPr><ns0:nvPr/></ns0:nvSpPr><ns0:spPr><ns2:xfrm xmlns:ns2="http://schemas.openxmlformats.org/drawingml/2006/main"><ns2:off x="0" y="0"/><ns2:ext cx="12192000" cy="1051560"/></ns2:xfrm><ns3:prstGeom xmlns:ns3="http://schemas.openxmlformats.org/drawingml/2006/main" prst="rect"/><ns4:solidFill xmlns:ns4="http://schemas.openxmlformats.org/drawingml/2006/main"><ns4:srgbClr val="1E2761"/></ns4:solidFill><ns5:ln xmlns:ns5="http://schemas.openxmlformats.org/drawingml/2006/main"><ns5:noFill/></ns5:ln></ns0:spPr></ns0:sp><ns0:sp><ns0:nvSpPr><ns0:cNvPr id="10" name="SlideTitle.Header"/><ns0:cNvSpPr><ns1:spLocks xmlns:ns1="http://schemas.openxmlformats.org/drawingml/2006/main" noGrp="1"/></ns0:cNvSpPr><ns0:nvPr><ns0:ph idx="15" type="body"/></ns0:nvPr></ns0:nvSpPr><ns0:spPr><ns2:xfrm xmlns:ns2="http://schemas.openxmlformats.org/drawingml/2006/main"><ns2:off x="731520" y="91440"/><ns2:ext cx="9144000" cy="475488"/></ns2:xfrm></ns0:spPr><ns0:txBody><ns3:bodyPr xmlns:ns3="http://schemas.openxmlformats.org/drawingml/2006/main" wrap="square" anchor="t" anchorCtr="0"/><ns4:lstStyle><ns4:defPPr><ns4:defRPr sz="2800" b="1"><ns4:solidFill><ns4:srgbClr val="FFFFFF"/></ns4:solidFill></ns4:defRPr></ns4:defPPr></ns4:lstStyle><ns4:defPPr algn="l"><ns4:buNone/><ns4:defRPr sz="2800" dirty="0" b="1"><ns4:solidFill><ns4:srgbClr val="FFFFFF"/></ns4:solidFill><ns4:latin typeface="Georgia"/><ns4:ea typeface="Georgia"/></ns4:defRPr></ns4:defPPr><ns4:lvl1pPr algn="l"><ns4:buNone/><ns4:defRPr sz="2800" dirty="0" b="1"><ns4:solidFill><ns4:srgbClr val="FFFFFF"/></ns4:solidFill><ns4:latin typeface="Georgia"/><ns4:ea typeface="Georgia"/></ns4:defRPr></ns4:lvl1pPr><ns4:lvl2pPr algn="l"><ns4:buNone/><ns4:defRPr sz="2800" dirty="0" b="1"><ns4:solidFill><ns4:srgbClr val="FFFFFF"/></ns4:solidFill><ns4:latin typeface="Georgia"/><ns4:ea typeface="Georgia"/></ns4:defRPr></ns4:lvl2pPr><ns4:lvl3pPr algn="l"><ns4:buNone/><ns4:defRPr sz="2800" dirty="0" b="1"><ns4:solidFill><ns4:srgbClr val="FFFFFF"/></ns4:solidFill><ns4:latin typeface="Georgia"/><ns4:ea typeface="Georgia"/></ns4:defRPr></ns4:lvl3pPr><ns4:lvl4pPr algn="l"><ns4:buNone/><ns4:defRPr sz="2800" dirty="0" b="1"><ns4:solidFill><ns4:srgbClr val="FFFFFF"/></ns4:solidFill><ns4:latin typeface="Georgia"/><ns4:ea typeface="Georgia"/></ns4:defRPr></ns4:lvl4pPr><ns4:lvl5pPr algn="l"><ns4:buNone/><ns4:defRPr sz="2800" dirty="0" b="1"><ns4:solidFill><ns4:srgbClr val="FFFFFF"/></ns4:solidFill><ns4:latin typeface="Georgia"/><ns4:ea typeface="Georgia"/></ns4:defRPr></ns4:lvl5pPr><ns4:lvl6pPr algn="l"><ns4:buNone/><ns4:defRPr sz="2800" dirty="0" b="1"><ns4:solidFill><ns4:srgbClr val="FFFFFF"/></ns4:solidFill><ns4:latin typeface="Georgia"/><ns4:ea typeface="Georgia"/></ns4:defRPr></ns4:lvl6pPr><ns4:lvl7pPr algn="l"><ns4:buNone/><ns4:defRPr sz="2800" dirty="0" b="1"><ns4:solidFill><ns4:srgbClr val="FFFFFF"/></ns4:solidFill><ns4:latin typeface="Georgia"/><ns4:ea typeface="Georgia"/></ns4:defRPr></ns4:lvl7pPr><ns4:lvl8pPr algn="l"><ns4:buNone/><ns4:defRPr sz="2800" dirty="0" b="1"><ns4:solidFill><ns4:srgbClr val="FFFFFF"/></ns4:solidFill><ns4:latin typeface="Georgia"/><ns4:ea typeface="Georgia"/></ns4:defRPr></ns4:lvl8pPr><ns4:lvl9pPr algn="l"><ns4:buNone/><ns4:defRPr sz="2800" dirty="0" b="1"><ns4:solidFill><ns4:srgbClr val="FFFFFF"/></ns4:solidFill><ns4:latin typeface="Georgia"/><ns4:ea typeface="Georgia"/></ns4:defRPr></ns4:lvl9pPr></ns4:lstStyle/><ns5:p xmlns:ns5="http://schemas.openxmlformats.org/drawingml/2006/main"><ns5:pPr algn="l"><ns5:buNone/></ns5:pPr><ns5:r><ns5:rPr lang="ja-JP"/><ns5:t>サブタイトル</ns5:t></ns5:r></ns5:p></ns0:txBody></ns0:sp><ns0:sp><ns0:nvSpPr><ns0:cNvPr id="5" name="Card1"/><ns0:cNvSpPr><ns1:spLocks xmlns:ns1="http://schemas.openxmlformats.org/drawingml/2006/main" noGrp="1" noSelect="0" noRot="1" noMove="1"/></ns0:cNvSpPr><ns0:nvPr/></ns0:nvSpPr><ns0:spPr><ns2:xfrm xmlns:ns2="http://schemas.openxmlformats.org/drawingml/2006/main"><ns2:off x="457200" y="1371600"/><ns2:ext cx="3474720" cy="4754880"/></ns2:xfrm><ns3:prstGeom xmlns:ns3="http://schemas.openxmlformats.org/drawingml/2006/main" prst="roundRect"><ns3:avLst><ns3:gd name="adj" fmla="val 10000"/></ns3:avLst></ns3:prstGeom><ns4:solidFill xmlns:ns4="http://schemas.openxmlformats.org/drawingml/2006/main"><ns4:srgbClr val="EDF0F7"/></ns4:solidFill><ns5:ln xmlns:ns5="http://schemas.openxmlformats.org/drawingml/2006/main"><ns5:noFill/></ns5:ln></ns0:spPr></ns0:sp><ns0:sp><ns0:nvSpPr><ns0:cNvPr id="6" name="Card2"/><ns0:cNvSpPr><ns1:spLocks xmlns:ns1="http://schemas.openxmlformats.org/drawingml/2006/main" noGrp="1" noSelect="0" noRot="1" noMove="1"/></ns0:cNvSpPr><ns0:nvPr/></ns0:nvSpPr><ns0:spPr><ns2:xfrm xmlns:ns2="http://schemas.openxmlformats.org/drawingml/2006/main"><ns2:off x="4206240" y="1371600"/><ns2:ext cx="3657600" cy="4754880"/></ns2:xfrm><ns3:prstGeom xmlns:ns3="http://schemas.openxmlformats.org/drawingml/2006/main" prst="roundRect"><ns3:avLst><ns3:gd name="adj" fmla="val 10000"/></ns3:avLst></ns3:prstGeom><ns4:solidFill xmlns:ns4="http://schemas.openxmlformats.org/drawingml/2006/main"><ns4:srgbClr val="EDF0F7"/></ns4:solidFill><ns5:ln xmlns:ns5="http://schemas.openxmlformats.org/drawingml/2006/main"><ns5:noFill/></ns5:ln></ns0:spPr></ns0:sp><ns0:sp><ns0:nvSpPr><ns0:cNvPr id="7" name="Card3"/><ns0:cNvSpPr><ns1:spLocks xmlns:ns1="http://schemas.openxmlformats.org/drawingml/2006/main" noGrp="1" noSelect="0" noRot="1" noMove="1"/></ns0:cNvSpPr><ns0:nvPr/></ns0:nvSpPr><ns0:spPr><ns2:xfrm xmlns:ns2="http://schemas.openxmlformats.org/drawingml/2006/main"><ns2:off x="8138160" y="1371600"/><ns2:ext cx="3566160" cy="4754880"/></ns2:xfrm><ns3:prstGeom xmlns:ns3="http://schemas.openxmlformats.org/drawingml/2006/main" prst="roundRect"><ns3:avLst><ns3:gd name="adj" fmla="val 10000"/></ns3:avLst></ns3:prstGeom><ns4:solidFill xmlns:ns4="http://schemas.openxmlformats.org/drawingml/2006/main"><ns4:srgbClr val="EDF0F7"/></ns4:solidFill><ns5:ln xmlns:ns5="http://schemas.openxmlformats.org/drawingml/2006/main"><ns5:noFill/></ns5:ln></ns0:spPr></ns0:sp><ns0:sp><ns0:nvSpPr><ns0:cNvPr id="8" name="A1"/><ns0:cNvSpPr><ns1:spLocks xmlns:ns1="http://schemas.openxmlformats.org/drawingml/2006/main" noGrp="1" noSelect="0" noRot="1" noMove="1"/></ns0:cNvSpPr><ns0:nvPr/></ns0:nvSpPr><ns0:spPr><ns2:xfrm xmlns:ns2="http://schemas.openxmlformats.org/drawingml/2006/main"><ns2:off x="457200" y="1371600"/><ns2:ext cx="3474720" cy="54864"/></ns2:xfrm><ns3:prstGeom xmlns:ns3="http://schemas.openxmlformats.org/drawingml/2006/main" prst="rect"/><ns4:solidFill xmlns:ns4="http://schemas.openxmlformats.org/drawingml/2006/main"><ns4:srgbClr val="3B82F6"/></ns4:solidFill><ns5:ln xmlns:ns5="http://schemas.openxmlformats.org/drawingml/2006/main"><ns5:noFill/></ns5:ln></ns0:spPr></ns0:sp><ns0:sp><ns0:nvSpPr><ns0:cNvPr id="9" name="A2"/><ns0:cNvSpPr><ns1:spLocks xmlns:ns1="http://schemas.openxmlformats.org/drawingml/2006/main" noGrp="1" noSelect="0" noRot="1" noMove="1"/></ns0:cNvSpPr><ns0:nvPr/></ns0:nvSpPr><ns0:spPr><ns2:xfrm xmlns:ns2="http://schemas.openxmlformats.org/drawingml/2006/main"><ns2:off x="4206240" y="1371600"/><ns2:ext cx="3657600" cy="54864"/></ns2:xfrm><ns3:prstGeom xmlns:ns3="http://schemas.openxmlformats.org/drawingml/2006/main" prst="rect"/><ns4:solidFill xmlns:ns4="http://schemas.openxmlformats.org/drawingml/2006/main"><ns4:srgbClr val="06B6D4"/></ns4:solidFill><ns5:ln xmlns:ns5="http://schemas.openxmlformats.org/drawingml/2006/main"><ns5:noFill/></ns5:ln></ns0:spPr></ns0:sp><ns0:sp><ns0:nvSpPr><ns0:cNvPr id="10" name="A3"/><ns0:cNvSpPr><ns1:spLocks xmlns:ns1="http://schemas.openxmlformats.org/drawingml/2006/main" noGrp="1" noSelect="0" noRot="1" noMove="1"/></ns0:cNvSpPr><ns0:nvPr/></ns0:nvSpPr><ns0:spPr><ns2:xfrm xmlns:ns2="http://schemas.openxmlformats.org/drawingml/2006/main"><ns2:off x="8138160" y="1371600"/><ns2:ext cx="3566160" cy="54864"/></ns2:xfrm><ns3:prstGeom xmlns:ns3="http://schemas.openxmlformats.org/drawingml/2006/main" prst="rect"/><ns4:solidFill xmlns:ns4="http://schemas.openxmlformats.org/drawingml/2006/main"><ns4:srgbClr val="F59E0B"/></ns4:solidFill><ns5:ln xmlns:ns5="http://schemas.openxmlformats.org/drawingml/2006/main"><ns5:noFill/></ns5:ln></ns0:spPr></ns0:sp><ns0:sp><ns0:nvSpPr><ns0:cNvPr id="20" name="Value1.Left"/><ns0:cNvSpPr><ns1:spLocks xmlns:ns1="http://schemas.openxmlformats.org/drawingml/2006/main" noGrp="1"/></ns0:cNvSpPr><ns0:nvPr><ns0:ph idx="1" type="body"/></ns0:nvPr></ns0:nvSpPr><ns0:spPr><ns2:xfrm xmlns:ns2="http://schemas.openxmlformats.org/drawingml/2006/main"><ns2:off x="731520" y="1828800"/><ns2:ext cx="2926080" cy="1371600"/></ns2:xfrm></ns0:spPr><ns0:txBody><ns3:bodyPr xmlns:ns3="http://schemas.openxmlformats.org/drawingml/2006/main" wrap="square" anchor="t" anchorCtr="0"/><ns4:lstStyle><ns4:defPPr algn="ctr"><ns4:defRPr sz="5200" b="1"><ns4:solidFill><ns4:srgbClr val="1E2761"/></ns4:solidFill></ns4:defRPr></ns4:defPPr></ns4:lstStyle><ns4:defPPr algn="ctr"><ns4:buNone/><ns4:defRPr sz="5200" dirty="0" b="1"><ns4:solidFill><ns4:srgbClr val="1E2761"/></ns4:solidFill><ns4:latin typeface="Georgia"/><ns4:ea typeface="Georgia"/></ns4:defRPr></ns4:defPPr><ns4:lvl1pPr algn="ctr"><ns4:buNone/><ns4:defRPr sz="5200" dirty="0" b="1"><ns4:solidFill><ns4:srgbClr val="1E2761"/></ns4:solidFill><ns4:latin typeface="Georgia"/><ns4:ea typeface="Georgia"/></ns4:defRPr></ns4:lvl1pPr><ns4:lvl2pPr algn="ctr"><ns4:buNone/><ns4:defRPr sz="5200" dirty="0" b="1"><ns4:solidFill><ns4:srgbClr val="1E2761"/></ns4:solidFill><ns4:latin typeface="Georgia"/><ns4:ea typeface="Georgia"/></ns4:defRPr></ns4:lvl2pPr><ns4:lvl3pPr algn="ctr"><ns4:buNone/><ns4:defRPr sz="5200" dirty="0" b="1"><ns4:solidFill><ns4:srgbClr val="1E2761"/></ns4:solidFill><ns4:latin typeface="Georgia"/><ns4:ea typeface="Georgia"/></ns4:defRPr></ns4:lvl3pPr><ns4:lvl4pPr algn="ctr"><ns4:buNone/><ns4:defRPr sz="5200" dirty="0" b="1"><ns4:solidFill><ns4:srgbClr val="1E2761"/></ns4:solidFill><ns4:latin typeface="Georgia"/><ns4:ea typeface="Georgia"/></ns4:defRPr></ns4:lvl4pPr><ns4:lvl5pPr algn="ctr"><ns4:buNone/><ns4:defRPr sz="5200" dirty="0" b="1"><ns4:solidFill><ns4:srgbClr val="1E2761"/></ns4:solidFill><ns4:latin typeface="Georgia"/><ns4:ea typeface="Georgia"/></ns4:defRPr></ns4:lvl5pPr><ns4:lvl6pPr algn="ctr"><ns4:buNone/><ns4:defRPr sz="5200" dirty="0" b="1"><ns4:solidFill><ns4:srgbClr val="1E2761"/></ns4:solidFill><ns4:latin typeface="Georgia"/><ns4:ea typeface="Georgia"/></ns4:defRPr></ns4:lvl6pPr><ns4:lvl7pPr algn="ctr"><ns4:buNone/><ns4:defRPr sz="5200" dirty="0" b="1"><ns4:solidFill><ns4:srgbClr val="1E2761"/></ns4:solidFill><ns4:latin typeface="Georgia"/><ns4:ea typeface="Georgia"/></ns4:defRPr></ns4:lvl7pPr><ns4:lvl8pPr algn="ctr"><ns4:buNone/><ns4:defRPr sz="5200" dirty="0" b="1"><ns4:solidFill><ns4:srgbClr val="1E2761"/></ns4:solidFill><ns4:latin typeface="Georgia"/><ns4:ea typeface="Georgia"/></ns4:defRPr></ns4:lvl8pPr><ns4:lvl9pPr algn="ctr"><ns4:buNone/><ns4:defRPr sz="5200" dirty="0" b="1"><ns4:solidFill><ns4:srgbClr val="1E2761"/></ns4:solidFill><ns4:latin typeface="Georgia"/><ns4:ea typeface="Georgia"/></ns4:defRPr></ns4:lvl9pPr></ns4:lstStyle/><ns5:p xmlns:ns5="http://schemas.openxmlformats.org/drawingml/2006/main"><ns5:pPr algn="ctr"><ns5:buNone/></ns5:pPr><ns5:r><ns5:rPr lang="ja-JP"/><ns5:t>指標名
説明</ns5:t></ns5:r></ns5:p></ns0:txBody></ns0:sp><ns0:sp><ns0:nvSpPr><ns0:cNvPr id="22" name="Value2.Center"/><ns0:cNvSpPr><ns1:spLocks xmlns:ns1="http://schemas.openxmlformats.org/drawingml/2006/main" noGrp="1"/></ns0:cNvSpPr><ns0:nvPr><ns0:ph idx="3" type="body"/></ns0:nvPr></ns0:nvSpPr><ns0:spPr><ns2:xfrm xmlns:ns2="http://schemas.openxmlformats.org/drawingml/2006/main"><ns2:off x="4480560" y="1828800"/><ns2:ext cx="3108960" cy="1371600"/></ns2:xfrm></ns0:spPr><ns0:txBody><ns3:bodyPr xmlns:ns3="http://schemas.openxmlformats.org/drawingml/2006/main" wrap="square" anchor="t" anchorCtr="0"/><ns4:lstStyle><ns4:defPPr algn="ctr"><ns4:defRPr sz="5200" b="1"><ns4:solidFill><ns4:srgbClr val="1E2761"/></ns4:solidFill></ns4:defRPr></ns4:defPPr></ns4:lstStyle><ns4:defPPr algn="ctr"><ns4:buNone/><ns4:defRPr sz="5200" dirty="0" b="1"><ns4:solidFill><ns4:srgbClr val="1E2761"/></ns4:solidFill><ns4:latin typeface="Georgia"/><ns4:ea typeface="Georgia"/></ns4:defRPr></ns4:defPPr><ns4:lvl1pPr algn="ctr"><ns4:buNone/><ns4:defRPr sz="5200" dirty="0" b="1"><ns4:solidFill><ns4:srgbClr val="1E2761"/></ns4:solidFill><ns4:latin typeface="Georgia"/><ns4:ea typeface="Georgia"/></ns4:defRPr></ns4:lvl1pPr><ns4:lvl2pPr algn="ctr"><ns4:buNone/><ns4:defRPr sz="5200" dirty="0" b="1"><ns4:solidFill><ns4:srgbClr val="1E2761"/></ns4:solidFill><ns4:latin typeface="Georgia"/><ns4:ea typeface="Georgia"/></ns4:defRPr></ns4:lvl2pPr><ns4:lvl3pPr algn="ctr"><ns4:buNone/><ns4:defRPr sz="5200" dirty="0" b="1"><ns4:solidFill><ns4:srgbClr val="1E2761"/></ns4:solidFill><ns4:latin typeface="Georgia"/><ns4:ea typeface="Georgia"/></ns4:defRPr></ns4:lvl3pPr><ns4:lvl4pPr algn="ctr"><ns4:buNone/><ns4:defRPr sz="5200" dirty="0" b="1"><ns4:solidFill><ns4:srgbClr val="1E2761"/></ns4:solidFill><ns4:latin typeface="Georgia"/><ns4:ea typeface="Georgia"/></ns4:defRPr></ns4:lvl4pPr><ns4:lvl5pPr algn="ctr"><ns4:buNone/><ns4:defRPr sz="5200" dirty="0" b="1"><ns4:solidFill><ns4:srgbClr val="1E2761"/></ns4:solidFill><ns4:latin typeface="Georgia"/><ns4:ea typeface="Georgia"/></ns4:defRPr></ns4:lvl5pPr><ns4:lvl6pPr algn="ctr"><ns4:buNone/><ns4:defRPr sz="5200" dirty="0" b="1"><ns4:solidFill><ns4:srgbClr val="1E2761"/></ns4:solidFill><ns4:latin typeface="Georgia"/><ns4:ea typeface="Georgia"/></ns4:defRPr></ns4:lvl6pPr><ns4:lvl7pPr algn="ctr"><ns4:buNone/><ns4:defRPr sz="5200" dirty="0" b="1"><ns4:solidFill><ns4:srgbClr val="1E2761"/></ns4:solidFill><ns4:latin typeface="Georgia"/><ns4:ea typeface="Georgia"/></ns4:defRPr></ns4:lvl7pPr><ns4:lvl8pPr algn="ctr"><ns4:buNone/><ns4:defRPr sz="5200" dirty="0" b="1"><ns4:solidFill><ns4:srgbClr val="1E2761"/></ns4:solidFill><ns4:latin typeface="Georgia"/><ns4:ea typeface="Georgia"/></ns4:defRPr></ns4:lvl8pPr><ns4:lvl9pPr algn="ctr"><ns4:buNone/><ns4:defRPr sz="5200" dirty="0" b="1"><ns4:solidFill><ns4:srgbClr val="1E2761"/></ns4:solidFill><ns4:latin typeface="Georgia"/><ns4:ea typeface="Georgia"/></ns4:defRPr></ns4:lvl9pPr></ns4:lstStyle/><ns5:p xmlns:ns5="http://schemas.openxmlformats.org/drawingml/2006/main"><ns5:pPr algn="ctr"><ns5:buNone/></ns5:pPr><ns5:r><ns5:rPr lang="ja-JP"/><ns5:t>指標名
説明</ns5:t></ns5:r></ns5:p></ns0:txBody></ns0:sp><ns0:sp><ns0:nvSpPr><ns0:cNvPr id="24" name="Value3.Right"/><ns0:cNvSpPr><ns1:spLocks xmlns:ns1="http://schemas.openxmlformats.org/drawingml/2006/main" noGrp="1"/></ns0:cNvSpPr><ns0:nvPr><ns0:ph idx="5" type="body"/></ns0:nvPr></ns0:nvSpPr><ns0:spPr><ns2:xfrm xmlns:ns2="http://schemas.openxmlformats.org/drawingml/2006/main"><ns2:off x="8412480" y="1828800"/><ns2:ext cx="3017520" cy="1371600"/></ns2:xfrm></ns0:spPr><ns0:txBody><ns3:bodyPr xmlns:ns3="http://schemas.openxmlformats.org/drawingml/2006/main" wrap="square" anchor="t" anchorCtr="0"/><ns4:lstStyle><ns4:defPPr algn="ctr"><ns4:defRPr sz="5200" b="1"><ns4:solidFill><ns4:srgbClr val="1E2761"/></ns4:solidFill></ns4:defRPr></ns4:defPPr></ns4:lstStyle><ns4:defPPr algn="ctr"><ns4:buNone/><ns4:defRPr sz="5200" dirty="0" b="1"><ns4:solidFill><ns4:srgbClr val="1E2761"/></ns4:solidFill><ns4:latin typeface="Georgia"/><ns4:ea typeface="Georgia"/></ns4:defRPr></ns4:defPPr><ns4:lvl1pPr algn="ctr"><ns4:buNone/><ns4:defRPr sz="5200" dirty="0" b="1"><ns4:solidFill><ns4:srgbClr val="1E2761"/></ns4:solidFill><ns4:latin typeface="Georgia"/><ns4:ea typeface="Georgia"/></ns4:defRPr></ns4:lvl1pPr><ns4:lvl2pPr algn="ctr"><ns4:buNone/><ns4:defRPr sz="5200" dirty="0" b="1"><ns4:solidFill><ns4:srgbClr val="1E2761"/></ns4:solidFill><ns4:latin typeface="Georgia"/><ns4:ea typeface="Georgia"/></ns4:defRPr></ns4:lvl2pPr><ns4:lvl3pPr algn="ctr"><ns4:buNone/><ns4:defRPr sz="5200" dirty="0" b="1"><ns4:solidFill><ns4:srgbClr val="1E2761"/></ns4:solidFill><ns4:latin typeface="Georgia"/><ns4:ea typeface="Georgia"/></ns4:defRPr></ns4:lvl3pPr><ns4:lvl4pPr algn="ctr"><ns4:buNone/><ns4:defRPr sz="5200" dirty="0" b="1"><ns4:solidFill><ns4:srgbClr val="1E2761"/></ns4:solidFill><ns4:latin typeface="Georgia"/><ns4:ea typeface="Georgia"/></ns4:defRPr></ns4:lvl4pPr><ns4:lvl5pPr algn="ctr"><ns4:buNone/><ns4:defRPr sz="5200" dirty="0" b="1"><ns4:solidFill><ns4:srgbClr val="1E2761"/></ns4:solidFill><ns4:latin typeface="Georgia"/><ns4:ea typeface="Georgia"/></ns4:defRPr></ns4:lvl5pPr><ns4:lvl6pPr algn="ctr"><ns4:buNone/><ns4:defRPr sz="5200" dirty="0" b="1"><ns4:solidFill><ns4:srgbClr val="1E2761"/></ns4:solidFill><ns4:latin typeface="Georgia"/><ns4:ea typeface="Georgia"/></ns4:defRPr></ns4:lvl6pPr><ns4:lvl7pPr algn="ctr"><ns4:buNone/><ns4:defRPr sz="5200" dirty="0" b="1"><ns4:solidFill><ns4:srgbClr val="1E2761"/></ns4:solidFill><ns4:latin typeface="Georgia"/><ns4:ea typeface="Georgia"/></ns4:defRPr></ns4:lvl7pPr><ns4:lvl8pPr algn="ctr"><ns4:buNone/><ns4:defRPr sz="5200" dirty="0" b="1"><ns4:solidFill><ns4:srgbClr val="1E2761"/></ns4:solidFill><ns4:latin typeface="Georgia"/><ns4:ea typeface="Georgia"/></ns4:defRPr></ns4:lvl8pPr><ns4:lvl9pPr algn="ctr"><ns4:buNone/><ns4:defRPr sz="5200" dirty="0" b="1"><ns4:solidFill><ns4:srgbClr val="1E2761"/></ns4:solidFill><ns4:latin typeface="Georgia"/><ns4:ea typeface="Georgia"/></ns4:defRPr></ns4:lvl9pPr></ns4:lstStyle/><ns5:p xmlns:ns5="http://schemas.openxmlformats.org/drawingml/2006/main"><ns5:pPr algn="ctr"><ns5:buNone/></ns5:pPr><ns5:r><ns5:rPr lang="ja-JP"/><ns5:t>指標名
説明</ns5:t></ns5:r></ns5:p></ns0:txBody></ns0:sp><ns0:sp><ns0:nvSpPr><ns0:cNvPr id="31" name="SlideNum.Footer"/><ns0:cNvSpPr><ns1:spLocks xmlns:ns1="http://schemas.openxmlformats.org/drawingml/2006/main" noGrp="1"/></ns0:cNvSpPr><ns0:nvPr><ns0:ph idx="50" type="sldNum"/></ns0:nvPr></ns0:nvSpPr><ns0:spPr><ns2:xfrm xmlns:ns2="http://schemas.openxmlformats.org/drawingml/2006/main"><ns2:off x="10972800" y="6446520"/><ns2:ext cx="1097280" cy="274320"/></ns2:xfrm></ns0:spPr><ns0:txBody><ns3:bodyPr xmlns:ns3="http://schemas.openxmlformats.org/drawingml/2006/main" wrap="square" anchor="t" anchorCtr="0"/><ns4:lstStyle><ns4:defPPr algn="r"><ns4:defRPr sz="1000"><ns4:solidFill><ns4:srgbClr val="94A3B8"/></ns4:solidFill></ns4:defRPr></ns4:defPPr></ns4:lstStyle><ns4:defPPr algn="r"><ns4:buNone/><ns4:defRPr sz="1000" dirty="0"><ns4:solidFill><ns4:srgbClr val="94A3B8"/></ns4:solidFill><ns4:latin typeface="Calibri"/><ns4:ea typeface="Calibri"/></ns4:defRPr></ns4:defPPr><ns4:lvl1pPr algn="r"><ns4:buNone/><ns4:defRPr sz="1000" dirty="0"><ns4:solidFill><ns4:srgbClr val="94A3B8"/></ns4:solidFill><ns4:latin typeface="Calibri"/><ns4:ea typeface="Calibri"/></ns4:defRPr></ns4:lvl1pPr><ns4:lvl2pPr algn="r"><ns4:buNone/><ns4:defRPr sz="1000" dirty="0"><ns4:solidFill><ns4:srgbClr val="94A3B8"/></ns4:solidFill><ns4:latin typeface="Calibri"/><ns4:ea typeface="Calibri"/></ns4:defRPr></ns4:lvl2pPr><ns4:lvl3pPr algn="r"><ns4:buNone/><ns4:defRPr sz="1000" dirty="0"><ns4:solidFill><ns4:srgbClr val="94A3B8"/></ns4:solidFill><ns4:latin typeface="Calibri"/><ns4:ea typeface="Calibri"/></ns4:defRPr></ns4:lvl3pPr><ns4:lvl4pPr algn="r"><ns4:buNone/><ns4:defRPr sz="1000" dirty="0"><ns4:solidFill><ns4:srgbClr val="94A3B8"/></ns4:solidFill><ns4:latin typeface="Calibri"/><ns4:ea typeface="Calibri"/></ns4:defRPr></ns4:lvl4pPr><ns4:lvl5pPr algn="r"><ns4:buNone/><ns4:defRPr sz="1000" dirty="0"><ns4:solidFill><ns4:srgbClr val="94A3B8"/></ns4:solidFill><ns4:latin typeface="Calibri"/><ns4:ea typeface="Calibri"/></ns4:defRPr></ns4:lvl5pPr><ns4:lvl6pPr algn="r"><ns4:buNone/><ns4:defRPr sz="1000" dirty="0"><ns4:solidFill><ns4:srgbClr val="94A3B8"/></ns4:solidFill><ns4:latin typeface="Calibri"/><ns4:ea typeface="Calibri"/></ns4:defRPr></ns4:lvl6pPr><ns4:lvl7pPr algn="r"><ns4:buNone/><ns4:defRPr sz="1000" dirty="0"><ns4:solidFill><ns4:srgbClr val="94A3B8"/></ns4:solidFill><ns4:latin typeface="Calibri"/><ns4:ea typeface="Calibri"/></ns4:defRPr></ns4:lvl7pPr><ns4:lvl8pPr algn="r"><ns4:buNone/><ns4:defRPr sz="1000" dirty="0"><ns4:solidFill><ns4:srgbClr val="94A3B8"/></ns4:solidFill><ns4:latin typeface="Calibri"/><ns4:ea typeface="Calibri"/></ns4:defRPr></ns4:lvl8pPr><ns4:lvl9pPr algn="r"><ns4:buNone/><ns4:defRPr sz="1000" dirty="0"><ns4:solidFill><ns4:srgbClr val="94A3B8"/></ns4:solidFill><ns4:latin typeface="Calibri"/><ns4:ea typeface="Calibri"/></ns4:defRPr></ns4:lvl9pPr></ns4:lstStyle><ns5:p xmlns:ns5="http://schemas.openxmlformats.org/drawingml/2006/main"><ns5:pPr algn="r"><ns5:buNone/></ns5:pPr><ns5:r><ns5:rPr lang="ja-JP"/><ns5:t>&lt;#&gt;</ns5:t></ns5:r></ns5:p></ns0:txBody></ns0:sp></ns0:spTree></ns0:cSld><ns0:clrMapOvr/></ns0:sldLayout>
</file>

<file path=ppt/slideLayouts/slideLayout17.xml><?xml version='1.0' encoding='UTF-8' standalone='yes'?>
<ns0:sldLayout xmlns:ns0="http://schemas.openxmlformats.org/presentationml/2006/main" type="blank" preserve="1"><ns0:cSld name="KPI.4Value.Grid"><ns0:spTree><ns0:nvGrpSpPr><ns0:cNvPr id="1" name=""/><ns0:cNvGrpSpPr/><ns0:nvPr/></ns0:nvGrpSpPr><ns0:grpSpPr><ns1:xfrm xmlns:ns1="http://schemas.openxmlformats.org/drawingml/2006/main"><ns1:off x="0" y="0"/><ns1:ext cx="0" cy="0"/><ns1:chOff x="0" y="0"/><ns1:chExt cx="0" cy="0"/></ns1:xfrm></ns0:grpSpPr><ns0:sp><ns0:nvSpPr><ns0:cNvPr id="2" name="HeaderBar"/><ns0:cNvSpPr><ns1:spLocks xmlns:ns1="http://schemas.openxmlformats.org/drawingml/2006/main" noGrp="1" noSelect="0" noRot="1" noMove="1"/></ns0:cNvSpPr><ns0:nvPr/></ns0:nvSpPr><ns0:spPr><ns2:xfrm xmlns:ns2="http://schemas.openxmlformats.org/drawingml/2006/main"><ns2:off x="0" y="0"/><ns2:ext cx="12192000" cy="1051560"/></ns2:xfrm><ns3:prstGeom xmlns:ns3="http://schemas.openxmlformats.org/drawingml/2006/main" prst="rect"/><ns4:solidFill xmlns:ns4="http://schemas.openxmlformats.org/drawingml/2006/main"><ns4:srgbClr val="1E2761"/></ns4:solidFill><ns5:ln xmlns:ns5="http://schemas.openxmlformats.org/drawingml/2006/main"><ns5:noFill/></ns5:ln></ns0:spPr></ns0:sp><ns0:sp><ns0:nvSpPr><ns0:cNvPr id="10" name="SlideTitle.Header"/><ns0:cNvSpPr><ns1:spLocks xmlns:ns1="http://schemas.openxmlformats.org/drawingml/2006/main" noGrp="1"/></ns0:cNvSpPr><ns0:nvPr><ns0:ph idx="15" type="body"/></ns0:nvPr></ns0:nvSpPr><ns0:spPr><ns2:xfrm xmlns:ns2="http://schemas.openxmlformats.org/drawingml/2006/main"><ns2:off x="731520" y="91440"/><ns2:ext cx="9144000" cy="475488"/></ns2:xfrm></ns0:spPr><ns0:txBody><ns3:bodyPr xmlns:ns3="http://schemas.openxmlformats.org/drawingml/2006/main" wrap="square" anchor="t" anchorCtr="0"/><ns4:lstStyle><ns4:defPPr><ns4:defRPr sz="2800" b="1"><ns4:solidFill><ns4:srgbClr val="FFFFFF"/></ns4:solidFill></ns4:defRPr></ns4:defPPr></ns4:lstStyle><ns4:defPPr algn="l"><ns4:buNone/><ns4:defRPr sz="2800" dirty="0" b="1"><ns4:solidFill><ns4:srgbClr val="FFFFFF"/></ns4:solidFill><ns4:latin typeface="Georgia"/><ns4:ea typeface="Georgia"/></ns4:defRPr></ns4:defPPr><ns4:lvl1pPr algn="l"><ns4:buNone/><ns4:defRPr sz="2800" dirty="0" b="1"><ns4:solidFill><ns4:srgbClr val="FFFFFF"/></ns4:solidFill><ns4:latin typeface="Georgia"/><ns4:ea typeface="Georgia"/></ns4:defRPr></ns4:lvl1pPr><ns4:lvl2pPr algn="l"><ns4:buNone/><ns4:defRPr sz="2800" dirty="0" b="1"><ns4:solidFill><ns4:srgbClr val="FFFFFF"/></ns4:solidFill><ns4:latin typeface="Georgia"/><ns4:ea typeface="Georgia"/></ns4:defRPr></ns4:lvl2pPr><ns4:lvl3pPr algn="l"><ns4:buNone/><ns4:defRPr sz="2800" dirty="0" b="1"><ns4:solidFill><ns4:srgbClr val="FFFFFF"/></ns4:solidFill><ns4:latin typeface="Georgia"/><ns4:ea typeface="Georgia"/></ns4:defRPr></ns4:lvl3pPr><ns4:lvl4pPr algn="l"><ns4:buNone/><ns4:defRPr sz="2800" dirty="0" b="1"><ns4:solidFill><ns4:srgbClr val="FFFFFF"/></ns4:solidFill><ns4:latin typeface="Georgia"/><ns4:ea typeface="Georgia"/></ns4:defRPr></ns4:lvl4pPr><ns4:lvl5pPr algn="l"><ns4:buNone/><ns4:defRPr sz="2800" dirty="0" b="1"><ns4:solidFill><ns4:srgbClr val="FFFFFF"/></ns4:solidFill><ns4:latin typeface="Georgia"/><ns4:ea typeface="Georgia"/></ns4:defRPr></ns4:lvl5pPr><ns4:lvl6pPr algn="l"><ns4:buNone/><ns4:defRPr sz="2800" dirty="0" b="1"><ns4:solidFill><ns4:srgbClr val="FFFFFF"/></ns4:solidFill><ns4:latin typeface="Georgia"/><ns4:ea typeface="Georgia"/></ns4:defRPr></ns4:lvl6pPr><ns4:lvl7pPr algn="l"><ns4:buNone/><ns4:defRPr sz="2800" dirty="0" b="1"><ns4:solidFill><ns4:srgbClr val="FFFFFF"/></ns4:solidFill><ns4:latin typeface="Georgia"/><ns4:ea typeface="Georgia"/></ns4:defRPr></ns4:lvl7pPr><ns4:lvl8pPr algn="l"><ns4:buNone/><ns4:defRPr sz="2800" dirty="0" b="1"><ns4:solidFill><ns4:srgbClr val="FFFFFF"/></ns4:solidFill><ns4:latin typeface="Georgia"/><ns4:ea typeface="Georgia"/></ns4:defRPr></ns4:lvl8pPr><ns4:lvl9pPr algn="l"><ns4:buNone/><ns4:defRPr sz="2800" dirty="0" b="1"><ns4:solidFill><ns4:srgbClr val="FFFFFF"/></ns4:solidFill><ns4:latin typeface="Georgia"/><ns4:ea typeface="Georgia"/></ns4:defRPr></ns4:lvl9pPr></ns4:lstStyle/><ns5:p xmlns:ns5="http://schemas.openxmlformats.org/drawingml/2006/main"><ns5:pPr algn="l"><ns5:buNone/></ns5:pPr><ns5:r><ns5:rPr lang="ja-JP"/><ns5:t>サブタイトル</ns5:t></ns5:r></ns5:p></ns0:txBody></ns0:sp><ns0:sp><ns0:nvSpPr><ns0:cNvPr id="5" name="TL"/><ns0:cNvSpPr><ns1:spLocks xmlns:ns1="http://schemas.openxmlformats.org/drawingml/2006/main" noGrp="1" noSelect="0" noRot="1" noMove="1"/></ns0:cNvSpPr><ns0:nvPr/></ns0:nvSpPr><ns0:spPr><ns2:xfrm xmlns:ns2="http://schemas.openxmlformats.org/drawingml/2006/main"><ns2:off x="457200" y="1280160"/><ns2:ext cx="5303520" cy="2286000"/></ns2:xfrm><ns3:prstGeom xmlns:ns3="http://schemas.openxmlformats.org/drawingml/2006/main" prst="roundRect"><ns3:avLst><ns3:gd name="adj" fmla="val 8000"/></ns3:avLst></ns3:prstGeom><ns4:solidFill xmlns:ns4="http://schemas.openxmlformats.org/drawingml/2006/main"><ns4:srgbClr val="EDF0F7"/></ns4:solidFill><ns5:ln xmlns:ns5="http://schemas.openxmlformats.org/drawingml/2006/main"><ns5:noFill/></ns5:ln></ns0:spPr></ns0:sp><ns0:sp><ns0:nvSpPr><ns0:cNvPr id="6" name="TR"/><ns0:cNvSpPr><ns1:spLocks xmlns:ns1="http://schemas.openxmlformats.org/drawingml/2006/main" noGrp="1" noSelect="0" noRot="1" noMove="1"/></ns0:cNvSpPr><ns0:nvPr/></ns0:nvSpPr><ns0:spPr><ns2:xfrm xmlns:ns2="http://schemas.openxmlformats.org/drawingml/2006/main"><ns2:off x="6126480" y="1280160"/><ns2:ext cx="5394960" cy="2286000"/></ns2:xfrm><ns3:prstGeom xmlns:ns3="http://schemas.openxmlformats.org/drawingml/2006/main" prst="roundRect"><ns3:avLst><ns3:gd name="adj" fmla="val 8000"/></ns3:avLst></ns3:prstGeom><ns4:solidFill xmlns:ns4="http://schemas.openxmlformats.org/drawingml/2006/main"><ns4:srgbClr val="EDF0F7"/></ns4:solidFill><ns5:ln xmlns:ns5="http://schemas.openxmlformats.org/drawingml/2006/main"><ns5:noFill/></ns5:ln></ns0:spPr></ns0:sp><ns0:sp><ns0:nvSpPr><ns0:cNvPr id="7" name="BL"/><ns0:cNvSpPr><ns1:spLocks xmlns:ns1="http://schemas.openxmlformats.org/drawingml/2006/main" noGrp="1" noSelect="0" noRot="1" noMove="1"/></ns0:cNvSpPr><ns0:nvPr/></ns0:nvSpPr><ns0:spPr><ns2:xfrm xmlns:ns2="http://schemas.openxmlformats.org/drawingml/2006/main"><ns2:off x="457200" y="3840480"/><ns2:ext cx="5303520" cy="2286000"/></ns2:xfrm><ns3:prstGeom xmlns:ns3="http://schemas.openxmlformats.org/drawingml/2006/main" prst="roundRect"><ns3:avLst><ns3:gd name="adj" fmla="val 8000"/></ns3:avLst></ns3:prstGeom><ns4:solidFill xmlns:ns4="http://schemas.openxmlformats.org/drawingml/2006/main"><ns4:srgbClr val="EDF0F7"/></ns4:solidFill><ns5:ln xmlns:ns5="http://schemas.openxmlformats.org/drawingml/2006/main"><ns5:noFill/></ns5:ln></ns0:spPr></ns0:sp><ns0:sp><ns0:nvSpPr><ns0:cNvPr id="8" name="BR"/><ns0:cNvSpPr><ns1:spLocks xmlns:ns1="http://schemas.openxmlformats.org/drawingml/2006/main" noGrp="1" noSelect="0" noRot="1" noMove="1"/></ns0:cNvSpPr><ns0:nvPr/></ns0:nvSpPr><ns0:spPr><ns2:xfrm xmlns:ns2="http://schemas.openxmlformats.org/drawingml/2006/main"><ns2:off x="6126480" y="3840480"/><ns2:ext cx="5394960" cy="2286000"/></ns2:xfrm><ns3:prstGeom xmlns:ns3="http://schemas.openxmlformats.org/drawingml/2006/main" prst="roundRect"><ns3:avLst><ns3:gd name="adj" fmla="val 8000"/></ns3:avLst></ns3:prstGeom><ns4:solidFill xmlns:ns4="http://schemas.openxmlformats.org/drawingml/2006/main"><ns4:srgbClr val="EDF0F7"/></ns4:solidFill><ns5:ln xmlns:ns5="http://schemas.openxmlformats.org/drawingml/2006/main"><ns5:noFill/></ns5:ln></ns0:spPr></ns0:sp><ns0:sp><ns0:nvSpPr><ns0:cNvPr id="9" name="A1"/><ns0:cNvSpPr><ns1:spLocks xmlns:ns1="http://schemas.openxmlformats.org/drawingml/2006/main" noGrp="1" noSelect="0" noRot="1" noMove="1"/></ns0:cNvSpPr><ns0:nvPr/></ns0:nvSpPr><ns0:spPr><ns2:xfrm xmlns:ns2="http://schemas.openxmlformats.org/drawingml/2006/main"><ns2:off x="457200" y="1280160"/><ns2:ext cx="54864" cy="2286000"/></ns2:xfrm><ns3:prstGeom xmlns:ns3="http://schemas.openxmlformats.org/drawingml/2006/main" prst="rect"/><ns4:solidFill xmlns:ns4="http://schemas.openxmlformats.org/drawingml/2006/main"><ns4:srgbClr val="3B82F6"/></ns4:solidFill><ns5:ln xmlns:ns5="http://schemas.openxmlformats.org/drawingml/2006/main"><ns5:noFill/></ns5:ln></ns0:spPr></ns0:sp><ns0:sp><ns0:nvSpPr><ns0:cNvPr id="10" name="A2"/><ns0:cNvSpPr><ns1:spLocks xmlns:ns1="http://schemas.openxmlformats.org/drawingml/2006/main" noGrp="1" noSelect="0" noRot="1" noMove="1"/></ns0:cNvSpPr><ns0:nvPr/></ns0:nvSpPr><ns0:spPr><ns2:xfrm xmlns:ns2="http://schemas.openxmlformats.org/drawingml/2006/main"><ns2:off x="6126480" y="1280160"/><ns2:ext cx="54864" cy="2286000"/></ns2:xfrm><ns3:prstGeom xmlns:ns3="http://schemas.openxmlformats.org/drawingml/2006/main" prst="rect"/><ns4:solidFill xmlns:ns4="http://schemas.openxmlformats.org/drawingml/2006/main"><ns4:srgbClr val="06B6D4"/></ns4:solidFill><ns5:ln xmlns:ns5="http://schemas.openxmlformats.org/drawingml/2006/main"><ns5:noFill/></ns5:ln></ns0:spPr></ns0:sp><ns0:sp><ns0:nvSpPr><ns0:cNvPr id="11" name="A3"/><ns0:cNvSpPr><ns1:spLocks xmlns:ns1="http://schemas.openxmlformats.org/drawingml/2006/main" noGrp="1" noSelect="0" noRot="1" noMove="1"/></ns0:cNvSpPr><ns0:nvPr/></ns0:nvSpPr><ns0:spPr><ns2:xfrm xmlns:ns2="http://schemas.openxmlformats.org/drawingml/2006/main"><ns2:off x="457200" y="3840480"/><ns2:ext cx="54864" cy="2286000"/></ns2:xfrm><ns3:prstGeom xmlns:ns3="http://schemas.openxmlformats.org/drawingml/2006/main" prst="rect"/><ns4:solidFill xmlns:ns4="http://schemas.openxmlformats.org/drawingml/2006/main"><ns4:srgbClr val="F59E0B"/></ns4:solidFill><ns5:ln xmlns:ns5="http://schemas.openxmlformats.org/drawingml/2006/main"><ns5:noFill/></ns5:ln></ns0:spPr></ns0:sp><ns0:sp><ns0:nvSpPr><ns0:cNvPr id="12" name="A4"/><ns0:cNvSpPr><ns1:spLocks xmlns:ns1="http://schemas.openxmlformats.org/drawingml/2006/main" noGrp="1" noSelect="0" noRot="1" noMove="1"/></ns0:cNvSpPr><ns0:nvPr/></ns0:nvSpPr><ns0:spPr><ns2:xfrm xmlns:ns2="http://schemas.openxmlformats.org/drawingml/2006/main"><ns2:off x="6126480" y="3840480"/><ns2:ext cx="54864" cy="2286000"/></ns2:xfrm><ns3:prstGeom xmlns:ns3="http://schemas.openxmlformats.org/drawingml/2006/main" prst="rect"/><ns4:solidFill xmlns:ns4="http://schemas.openxmlformats.org/drawingml/2006/main"><ns4:srgbClr val="2563EB"/></ns4:solidFill><ns5:ln xmlns:ns5="http://schemas.openxmlformats.org/drawingml/2006/main"><ns5:noFill/></ns5:ln></ns0:spPr></ns0:sp><ns0:sp><ns0:nvSpPr><ns0:cNvPr id="20" name="Value1.TopLeft"/><ns0:cNvSpPr><ns1:spLocks xmlns:ns1="http://schemas.openxmlformats.org/drawingml/2006/main" noGrp="1"/></ns0:cNvSpPr><ns0:nvPr><ns0:ph idx="1" type="body"/></ns0:nvPr></ns0:nvSpPr><ns0:spPr><ns2:xfrm xmlns:ns2="http://schemas.openxmlformats.org/drawingml/2006/main"><ns2:off x="914400" y="1463040"/><ns2:ext cx="4389120" cy="1828800"/></ns2:xfrm></ns0:spPr><ns0:txBody><ns3:bodyPr xmlns:ns3="http://schemas.openxmlformats.org/drawingml/2006/main" wrap="square" anchor="t" anchorCtr="0"/><ns4:lstStyle/><ns4:defPPr algn="l"><ns4:buNone/><ns4:defRPr sz="1400" dirty="0"><ns4:solidFill><ns4:srgbClr val="1E293B"/></ns4:solidFill><ns4:latin typeface="Calibri"/><ns4:ea typeface="Calibri"/></ns4:defRPr></ns4:defPPr><ns4:lvl1pPr algn="l"><ns4:buNone/><ns4:defRPr sz="1400" dirty="0"><ns4:solidFill><ns4:srgbClr val="1E293B"/></ns4:solidFill><ns4:latin typeface="Calibri"/><ns4:ea typeface="Calibri"/></ns4:defRPr></ns4:lvl1pPr><ns4:lvl2pPr algn="l"><ns4:buNone/><ns4:defRPr sz="1400" dirty="0"><ns4:solidFill><ns4:srgbClr val="1E293B"/></ns4:solidFill><ns4:latin typeface="Calibri"/><ns4:ea typeface="Calibri"/></ns4:defRPr></ns4:lvl2pPr><ns4:lvl3pPr algn="l"><ns4:buNone/><ns4:defRPr sz="1400" dirty="0"><ns4:solidFill><ns4:srgbClr val="1E293B"/></ns4:solidFill><ns4:latin typeface="Calibri"/><ns4:ea typeface="Calibri"/></ns4:defRPr></ns4:lvl3pPr><ns4:lvl4pPr algn="l"><ns4:buNone/><ns4:defRPr sz="1400" dirty="0"><ns4:solidFill><ns4:srgbClr val="1E293B"/></ns4:solidFill><ns4:latin typeface="Calibri"/><ns4:ea typeface="Calibri"/></ns4:defRPr></ns4:lvl4pPr><ns4:lvl5pPr algn="l"><ns4:buNone/><ns4:defRPr sz="1400" dirty="0"><ns4:solidFill><ns4:srgbClr val="1E293B"/></ns4:solidFill><ns4:latin typeface="Calibri"/><ns4:ea typeface="Calibri"/></ns4:defRPr></ns4:lvl5pPr><ns4:lvl6pPr algn="l"><ns4:buNone/><ns4:defRPr sz="1400" dirty="0"><ns4:solidFill><ns4:srgbClr val="1E293B"/></ns4:solidFill><ns4:latin typeface="Calibri"/><ns4:ea typeface="Calibri"/></ns4:defRPr></ns4:lvl6pPr><ns4:lvl7pPr algn="l"><ns4:buNone/><ns4:defRPr sz="1400" dirty="0"><ns4:solidFill><ns4:srgbClr val="1E293B"/></ns4:solidFill><ns4:latin typeface="Calibri"/><ns4:ea typeface="Calibri"/></ns4:defRPr></ns4:lvl7pPr><ns4:lvl8pPr algn="l"><ns4:buNone/><ns4:defRPr sz="1400" dirty="0"><ns4:solidFill><ns4:srgbClr val="1E293B"/></ns4:solidFill><ns4:latin typeface="Calibri"/><ns4:ea typeface="Calibri"/></ns4:defRPr></ns4:lvl8pPr><ns4:lvl9pPr algn="l"><ns4:buNone/><ns4:defRPr sz="1400" dirty="0"><ns4:solidFill><ns4:srgbClr val="1E293B"/></ns4:solidFill><ns4:latin typeface="Calibri"/><ns4:ea typeface="Calibri"/></ns4:defRPr></ns4:lvl9pPr></ns4:lstStyle/><ns5:p xmlns:ns5="http://schemas.openxmlformats.org/drawingml/2006/main"><ns5:pPr algn="l"><ns5:buNone/></ns5:pPr><ns5:r><ns5:rPr lang="ja-JP"/><ns5:t>指標 2
値・説明</ns5:t></ns5:r></ns5:p></ns0:txBody></ns0:sp><ns0:sp><ns0:nvSpPr><ns0:cNvPr id="22" name="Value3.BottomLeft"/><ns0:cNvSpPr><ns1:spLocks xmlns:ns1="http://schemas.openxmlformats.org/drawingml/2006/main" noGrp="1"/></ns0:cNvSpPr><ns0:nvPr><ns0:ph idx="3" type="body"/></ns0:nvPr></ns0:nvSpPr><ns0:spPr><ns2:xfrm xmlns:ns2="http://schemas.openxmlformats.org/drawingml/2006/main"><ns2:off x="914400" y="4023360"/><ns2:ext cx="4389120" cy="1828800"/></ns2:xfrm></ns0:spPr><ns0:txBody><ns3:bodyPr xmlns:ns3="http://schemas.openxmlformats.org/drawingml/2006/main" wrap="square" anchor="t" anchorCtr="0"/><ns4:lstStyle/><ns4:defPPr algn="l"><ns4:buNone/><ns4:defRPr sz="1400" dirty="0"><ns4:solidFill><ns4:srgbClr val="1E293B"/></ns4:solidFill><ns4:latin typeface="Calibri"/><ns4:ea typeface="Calibri"/></ns4:defRPr></ns4:defPPr><ns4:lvl1pPr algn="l"><ns4:buNone/><ns4:defRPr sz="1400" dirty="0"><ns4:solidFill><ns4:srgbClr val="1E293B"/></ns4:solidFill><ns4:latin typeface="Calibri"/><ns4:ea typeface="Calibri"/></ns4:defRPr></ns4:lvl1pPr><ns4:lvl2pPr algn="l"><ns4:buNone/><ns4:defRPr sz="1400" dirty="0"><ns4:solidFill><ns4:srgbClr val="1E293B"/></ns4:solidFill><ns4:latin typeface="Calibri"/><ns4:ea typeface="Calibri"/></ns4:defRPr></ns4:lvl2pPr><ns4:lvl3pPr algn="l"><ns4:buNone/><ns4:defRPr sz="1400" dirty="0"><ns4:solidFill><ns4:srgbClr val="1E293B"/></ns4:solidFill><ns4:latin typeface="Calibri"/><ns4:ea typeface="Calibri"/></ns4:defRPr></ns4:lvl3pPr><ns4:lvl4pPr algn="l"><ns4:buNone/><ns4:defRPr sz="1400" dirty="0"><ns4:solidFill><ns4:srgbClr val="1E293B"/></ns4:solidFill><ns4:latin typeface="Calibri"/><ns4:ea typeface="Calibri"/></ns4:defRPr></ns4:lvl4pPr><ns4:lvl5pPr algn="l"><ns4:buNone/><ns4:defRPr sz="1400" dirty="0"><ns4:solidFill><ns4:srgbClr val="1E293B"/></ns4:solidFill><ns4:latin typeface="Calibri"/><ns4:ea typeface="Calibri"/></ns4:defRPr></ns4:lvl5pPr><ns4:lvl6pPr algn="l"><ns4:buNone/><ns4:defRPr sz="1400" dirty="0"><ns4:solidFill><ns4:srgbClr val="1E293B"/></ns4:solidFill><ns4:latin typeface="Calibri"/><ns4:ea typeface="Calibri"/></ns4:defRPr></ns4:lvl6pPr><ns4:lvl7pPr algn="l"><ns4:buNone/><ns4:defRPr sz="1400" dirty="0"><ns4:solidFill><ns4:srgbClr val="1E293B"/></ns4:solidFill><ns4:latin typeface="Calibri"/><ns4:ea typeface="Calibri"/></ns4:defRPr></ns4:lvl7pPr><ns4:lvl8pPr algn="l"><ns4:buNone/><ns4:defRPr sz="1400" dirty="0"><ns4:solidFill><ns4:srgbClr val="1E293B"/></ns4:solidFill><ns4:latin typeface="Calibri"/><ns4:ea typeface="Calibri"/></ns4:defRPr></ns4:lvl8pPr><ns4:lvl9pPr algn="l"><ns4:buNone/><ns4:defRPr sz="1400" dirty="0"><ns4:solidFill><ns4:srgbClr val="1E293B"/></ns4:solidFill><ns4:latin typeface="Calibri"/><ns4:ea typeface="Calibri"/></ns4:defRPr></ns4:lvl9pPr></ns4:lstStyle/><ns5:p xmlns:ns5="http://schemas.openxmlformats.org/drawingml/2006/main"><ns5:pPr algn="l"><ns5:buNone/></ns5:pPr><ns5:r><ns5:rPr lang="ja-JP"/><ns5:t>指標 4
値・説明</ns5:t></ns5:r></ns5:p></ns0:txBody></ns0:sp><ns0:sp><ns0:nvSpPr><ns0:cNvPr id="31" name="SlideNum.Footer"/><ns0:cNvSpPr><ns1:spLocks xmlns:ns1="http://schemas.openxmlformats.org/drawingml/2006/main" noGrp="1"/></ns0:cNvSpPr><ns0:nvPr><ns0:ph idx="50" type="sldNum"/></ns0:nvPr></ns0:nvSpPr><ns0:spPr><ns2:xfrm xmlns:ns2="http://schemas.openxmlformats.org/drawingml/2006/main"><ns2:off x="10972800" y="6446520"/><ns2:ext cx="1097280" cy="274320"/></ns2:xfrm></ns0:spPr><ns0:txBody><ns3:bodyPr xmlns:ns3="http://schemas.openxmlformats.org/drawingml/2006/main" wrap="square" anchor="t" anchorCtr="0"/><ns4:lstStyle><ns4:defPPr algn="r"><ns4:defRPr sz="1000"><ns4:solidFill><ns4:srgbClr val="94A3B8"/></ns4:solidFill></ns4:defRPr></ns4:defPPr></ns4:lstStyle><ns4:defPPr algn="r"><ns4:buNone/><ns4:defRPr sz="1000" dirty="0"><ns4:solidFill><ns4:srgbClr val="94A3B8"/></ns4:solidFill><ns4:latin typeface="Calibri"/><ns4:ea typeface="Calibri"/></ns4:defRPr></ns4:defPPr><ns4:lvl1pPr algn="r"><ns4:buNone/><ns4:defRPr sz="1000" dirty="0"><ns4:solidFill><ns4:srgbClr val="94A3B8"/></ns4:solidFill><ns4:latin typeface="Calibri"/><ns4:ea typeface="Calibri"/></ns4:defRPr></ns4:lvl1pPr><ns4:lvl2pPr algn="r"><ns4:buNone/><ns4:defRPr sz="1000" dirty="0"><ns4:solidFill><ns4:srgbClr val="94A3B8"/></ns4:solidFill><ns4:latin typeface="Calibri"/><ns4:ea typeface="Calibri"/></ns4:defRPr></ns4:lvl2pPr><ns4:lvl3pPr algn="r"><ns4:buNone/><ns4:defRPr sz="1000" dirty="0"><ns4:solidFill><ns4:srgbClr val="94A3B8"/></ns4:solidFill><ns4:latin typeface="Calibri"/><ns4:ea typeface="Calibri"/></ns4:defRPr></ns4:lvl3pPr><ns4:lvl4pPr algn="r"><ns4:buNone/><ns4:defRPr sz="1000" dirty="0"><ns4:solidFill><ns4:srgbClr val="94A3B8"/></ns4:solidFill><ns4:latin typeface="Calibri"/><ns4:ea typeface="Calibri"/></ns4:defRPr></ns4:lvl4pPr><ns4:lvl5pPr algn="r"><ns4:buNone/><ns4:defRPr sz="1000" dirty="0"><ns4:solidFill><ns4:srgbClr val="94A3B8"/></ns4:solidFill><ns4:latin typeface="Calibri"/><ns4:ea typeface="Calibri"/></ns4:defRPr></ns4:lvl5pPr><ns4:lvl6pPr algn="r"><ns4:buNone/><ns4:defRPr sz="1000" dirty="0"><ns4:solidFill><ns4:srgbClr val="94A3B8"/></ns4:solidFill><ns4:latin typeface="Calibri"/><ns4:ea typeface="Calibri"/></ns4:defRPr></ns4:lvl6pPr><ns4:lvl7pPr algn="r"><ns4:buNone/><ns4:defRPr sz="1000" dirty="0"><ns4:solidFill><ns4:srgbClr val="94A3B8"/></ns4:solidFill><ns4:latin typeface="Calibri"/><ns4:ea typeface="Calibri"/></ns4:defRPr></ns4:lvl7pPr><ns4:lvl8pPr algn="r"><ns4:buNone/><ns4:defRPr sz="1000" dirty="0"><ns4:solidFill><ns4:srgbClr val="94A3B8"/></ns4:solidFill><ns4:latin typeface="Calibri"/><ns4:ea typeface="Calibri"/></ns4:defRPr></ns4:lvl8pPr><ns4:lvl9pPr algn="r"><ns4:buNone/><ns4:defRPr sz="1000" dirty="0"><ns4:solidFill><ns4:srgbClr val="94A3B8"/></ns4:solidFill><ns4:latin typeface="Calibri"/><ns4:ea typeface="Calibri"/></ns4:defRPr></ns4:lvl9pPr></ns4:lstStyle><ns5:p xmlns:ns5="http://schemas.openxmlformats.org/drawingml/2006/main"><ns5:pPr algn="r"><ns5:buNone/></ns5:pPr><ns5:r><ns5:rPr lang="ja-JP"/><ns5:t>&lt;#&gt;</ns5:t></ns5:r></ns5:p></ns0:txBody></ns0:sp></ns0:spTree></ns0:cSld><ns0:clrMapOvr/></ns0:sldLayout>
</file>

<file path=ppt/slideLayouts/slideLayout18.xml><?xml version='1.0' encoding='UTF-8' standalone='yes'?>
<ns0:sldLayout xmlns:ns0="http://schemas.openxmlformats.org/presentationml/2006/main" type="blank" preserve="1"><ns0:cSld name="Chart.1Chart.Single"><ns0:spTree><ns0:nvGrpSpPr><ns0:cNvPr id="1" name=""/><ns0:cNvGrpSpPr/><ns0:nvPr/></ns0:nvGrpSpPr><ns0:grpSpPr><ns1:xfrm xmlns:ns1="http://schemas.openxmlformats.org/drawingml/2006/main"><ns1:off x="0" y="0"/><ns1:ext cx="0" cy="0"/><ns1:chOff x="0" y="0"/><ns1:chExt cx="0" cy="0"/></ns1:xfrm></ns0:grpSpPr><ns0:sp><ns0:nvSpPr><ns0:cNvPr id="2" name="HeaderBar"/><ns0:cNvSpPr><ns1:spLocks xmlns:ns1="http://schemas.openxmlformats.org/drawingml/2006/main" noGrp="1" noSelect="0" noRot="1" noMove="1"/></ns0:cNvSpPr><ns0:nvPr/></ns0:nvSpPr><ns0:spPr><ns2:xfrm xmlns:ns2="http://schemas.openxmlformats.org/drawingml/2006/main"><ns2:off x="0" y="0"/><ns2:ext cx="12192000" cy="1051560"/></ns2:xfrm><ns3:prstGeom xmlns:ns3="http://schemas.openxmlformats.org/drawingml/2006/main" prst="rect"/><ns4:solidFill xmlns:ns4="http://schemas.openxmlformats.org/drawingml/2006/main"><ns4:srgbClr val="1E2761"/></ns4:solidFill><ns5:ln xmlns:ns5="http://schemas.openxmlformats.org/drawingml/2006/main"><ns5:noFill/></ns5:ln></ns0:spPr></ns0:sp><ns0:sp><ns0:nvSpPr><ns0:cNvPr id="10" name="SlideTitle.Header"/><ns0:cNvSpPr><ns1:spLocks xmlns:ns1="http://schemas.openxmlformats.org/drawingml/2006/main" noGrp="1"/></ns0:cNvSpPr><ns0:nvPr><ns0:ph idx="15" type="body"/></ns0:nvPr></ns0:nvSpPr><ns0:spPr><ns2:xfrm xmlns:ns2="http://schemas.openxmlformats.org/drawingml/2006/main"><ns2:off x="731520" y="91440"/><ns2:ext cx="9144000" cy="475488"/></ns2:xfrm></ns0:spPr><ns0:txBody><ns3:bodyPr xmlns:ns3="http://schemas.openxmlformats.org/drawingml/2006/main" wrap="square" anchor="t" anchorCtr="0"/><ns4:lstStyle><ns4:defPPr><ns4:defRPr sz="2800" b="1"><ns4:solidFill><ns4:srgbClr val="FFFFFF"/></ns4:solidFill></ns4:defRPr></ns4:defPPr></ns4:lstStyle><ns4:defPPr algn="l"><ns4:buNone/><ns4:defRPr sz="2800" dirty="0" b="1"><ns4:solidFill><ns4:srgbClr val="FFFFFF"/></ns4:solidFill><ns4:latin typeface="Georgia"/><ns4:ea typeface="Georgia"/></ns4:defRPr></ns4:defPPr><ns4:lvl1pPr algn="l"><ns4:buNone/><ns4:defRPr sz="2800" dirty="0" b="1"><ns4:solidFill><ns4:srgbClr val="FFFFFF"/></ns4:solidFill><ns4:latin typeface="Georgia"/><ns4:ea typeface="Georgia"/></ns4:defRPr></ns4:lvl1pPr><ns4:lvl2pPr algn="l"><ns4:buNone/><ns4:defRPr sz="2800" dirty="0" b="1"><ns4:solidFill><ns4:srgbClr val="FFFFFF"/></ns4:solidFill><ns4:latin typeface="Georgia"/><ns4:ea typeface="Georgia"/></ns4:defRPr></ns4:lvl2pPr><ns4:lvl3pPr algn="l"><ns4:buNone/><ns4:defRPr sz="2800" dirty="0" b="1"><ns4:solidFill><ns4:srgbClr val="FFFFFF"/></ns4:solidFill><ns4:latin typeface="Georgia"/><ns4:ea typeface="Georgia"/></ns4:defRPr></ns4:lvl3pPr><ns4:lvl4pPr algn="l"><ns4:buNone/><ns4:defRPr sz="2800" dirty="0" b="1"><ns4:solidFill><ns4:srgbClr val="FFFFFF"/></ns4:solidFill><ns4:latin typeface="Georgia"/><ns4:ea typeface="Georgia"/></ns4:defRPr></ns4:lvl4pPr><ns4:lvl5pPr algn="l"><ns4:buNone/><ns4:defRPr sz="2800" dirty="0" b="1"><ns4:solidFill><ns4:srgbClr val="FFFFFF"/></ns4:solidFill><ns4:latin typeface="Georgia"/><ns4:ea typeface="Georgia"/></ns4:defRPr></ns4:lvl5pPr><ns4:lvl6pPr algn="l"><ns4:buNone/><ns4:defRPr sz="2800" dirty="0" b="1"><ns4:solidFill><ns4:srgbClr val="FFFFFF"/></ns4:solidFill><ns4:latin typeface="Georgia"/><ns4:ea typeface="Georgia"/></ns4:defRPr></ns4:lvl6pPr><ns4:lvl7pPr algn="l"><ns4:buNone/><ns4:defRPr sz="2800" dirty="0" b="1"><ns4:solidFill><ns4:srgbClr val="FFFFFF"/></ns4:solidFill><ns4:latin typeface="Georgia"/><ns4:ea typeface="Georgia"/></ns4:defRPr></ns4:lvl7pPr><ns4:lvl8pPr algn="l"><ns4:buNone/><ns4:defRPr sz="2800" dirty="0" b="1"><ns4:solidFill><ns4:srgbClr val="FFFFFF"/></ns4:solidFill><ns4:latin typeface="Georgia"/><ns4:ea typeface="Georgia"/></ns4:defRPr></ns4:lvl8pPr><ns4:lvl9pPr algn="l"><ns4:buNone/><ns4:defRPr sz="2800" dirty="0" b="1"><ns4:solidFill><ns4:srgbClr val="FFFFFF"/></ns4:solidFill><ns4:latin typeface="Georgia"/><ns4:ea typeface="Georgia"/></ns4:defRPr></ns4:lvl9pPr></ns4:lstStyle/><ns5:p xmlns:ns5="http://schemas.openxmlformats.org/drawingml/2006/main"><ns5:pPr algn="l"><ns5:buNone/></ns5:pPr><ns5:r><ns5:rPr lang="ja-JP"/><ns5:t>サブタイトル</ns5:t></ns5:r></ns5:p></ns0:txBody></ns0:sp><ns0:sp><ns0:nvSpPr><ns0:cNvPr id="5" name="ChartArea"/><ns0:cNvSpPr><ns1:spLocks xmlns:ns1="http://schemas.openxmlformats.org/drawingml/2006/main" noGrp="1" noSelect="0" noRot="1" noMove="1"/></ns0:cNvSpPr><ns0:nvPr/></ns0:nvSpPr><ns0:spPr><ns2:xfrm xmlns:ns2="http://schemas.openxmlformats.org/drawingml/2006/main"><ns2:off x="457200" y="1280160"/><ns2:ext cx="11247120" cy="4937760"/></ns2:xfrm><ns3:prstGeom xmlns:ns3="http://schemas.openxmlformats.org/drawingml/2006/main" prst="roundRect"><ns3:avLst><ns3:gd name="adj" fmla="val 6000"/></ns3:avLst></ns3:prstGeom><ns4:solidFill xmlns:ns4="http://schemas.openxmlformats.org/drawingml/2006/main"><ns4:srgbClr val="EDF0F7"/></ns4:solidFill><ns5:ln xmlns:ns5="http://schemas.openxmlformats.org/drawingml/2006/main"><ns5:noFill/></ns5:ln></ns0:spPr></ns0:sp><ns0:sp><ns0:nvSpPr><ns0:cNvPr id="20" name="Body.Center"/><ns0:cNvSpPr><ns1:spLocks xmlns:ns1="http://schemas.openxmlformats.org/drawingml/2006/main" noGrp="1"/></ns0:cNvSpPr><ns0:nvPr><ns0:ph idx="1" type="body"/></ns0:nvPr></ns0:nvSpPr><ns0:spPr><ns2:xfrm xmlns:ns2="http://schemas.openxmlformats.org/drawingml/2006/main"><ns2:off x="731520" y="1463040"/><ns2:ext cx="10698480" cy="4572000"/></ns2:xfrm></ns0:spPr><ns0:txBody><ns3:bodyPr xmlns:ns3="http://schemas.openxmlformats.org/drawingml/2006/main" wrap="square" anchor="t" anchorCtr="0"/><ns4:lstStyle><ns4:defPPr algn="ctr"><ns4:defRPr><ns4:solidFill><ns4:srgbClr val="94A3B8"/></ns4:solidFill></ns4:defRPr></ns4:defPPr></ns4:lstStyle><ns4:defPPr algn="ctr"><ns4:buNone/><ns4:defRPr sz="1400" dirty="0"><ns4:solidFill><ns4:srgbClr val="94A3B8"/></ns4:solidFill><ns4:latin typeface="Calibri"/><ns4:ea typeface="Calibri"/></ns4:defRPr></ns4:defPPr><ns4:lvl1pPr algn="ctr"><ns4:buNone/><ns4:defRPr sz="1400" dirty="0"><ns4:solidFill><ns4:srgbClr val="94A3B8"/></ns4:solidFill><ns4:latin typeface="Calibri"/><ns4:ea typeface="Calibri"/></ns4:defRPr></ns4:lvl1pPr><ns4:lvl2pPr algn="ctr"><ns4:buNone/><ns4:defRPr sz="1400" dirty="0"><ns4:solidFill><ns4:srgbClr val="94A3B8"/></ns4:solidFill><ns4:latin typeface="Calibri"/><ns4:ea typeface="Calibri"/></ns4:defRPr></ns4:lvl2pPr><ns4:lvl3pPr algn="ctr"><ns4:buNone/><ns4:defRPr sz="1400" dirty="0"><ns4:solidFill><ns4:srgbClr val="94A3B8"/></ns4:solidFill><ns4:latin typeface="Calibri"/><ns4:ea typeface="Calibri"/></ns4:defRPr></ns4:lvl3pPr><ns4:lvl4pPr algn="ctr"><ns4:buNone/><ns4:defRPr sz="1400" dirty="0"><ns4:solidFill><ns4:srgbClr val="94A3B8"/></ns4:solidFill><ns4:latin typeface="Calibri"/><ns4:ea typeface="Calibri"/></ns4:defRPr></ns4:lvl4pPr><ns4:lvl5pPr algn="ctr"><ns4:buNone/><ns4:defRPr sz="1400" dirty="0"><ns4:solidFill><ns4:srgbClr val="94A3B8"/></ns4:solidFill><ns4:latin typeface="Calibri"/><ns4:ea typeface="Calibri"/></ns4:defRPr></ns4:lvl5pPr><ns4:lvl6pPr algn="ctr"><ns4:buNone/><ns4:defRPr sz="1400" dirty="0"><ns4:solidFill><ns4:srgbClr val="94A3B8"/></ns4:solidFill><ns4:latin typeface="Calibri"/><ns4:ea typeface="Calibri"/></ns4:defRPr></ns4:lvl6pPr><ns4:lvl7pPr algn="ctr"><ns4:buNone/><ns4:defRPr sz="1400" dirty="0"><ns4:solidFill><ns4:srgbClr val="94A3B8"/></ns4:solidFill><ns4:latin typeface="Calibri"/><ns4:ea typeface="Calibri"/></ns4:defRPr></ns4:lvl7pPr><ns4:lvl8pPr algn="ctr"><ns4:buNone/><ns4:defRPr sz="1400" dirty="0"><ns4:solidFill><ns4:srgbClr val="94A3B8"/></ns4:solidFill><ns4:latin typeface="Calibri"/><ns4:ea typeface="Calibri"/></ns4:defRPr></ns4:lvl8pPr><ns4:lvl9pPr algn="ctr"><ns4:buNone/><ns4:defRPr sz="1400" dirty="0"><ns4:solidFill><ns4:srgbClr val="94A3B8"/></ns4:solidFill><ns4:latin typeface="Calibri"/><ns4:ea typeface="Calibri"/></ns4:defRPr></ns4:lvl9pPr></ns4:lstStyle/><ns5:p xmlns:ns5="http://schemas.openxmlformats.org/drawingml/2006/main"><ns5:pPr algn="r"><ns5:buNone/></ns5:pPr><ns5:r><ns5:rPr lang="ja-JP"/><ns5:t>&lt;#&gt;</ns5:t></ns5:r></ns5:p></ns0:txBody></ns0:sp></ns0:spTree></ns0:cSld><ns0:clrMapOvr/></ns0:sldLayout>
</file>

<file path=ppt/slideLayouts/slideLayout19.xml><?xml version='1.0' encoding='UTF-8' standalone='yes'?>
<ns0:sldLayout xmlns:ns0="http://schemas.openxmlformats.org/presentationml/2006/main" type="blank" preserve="1"><ns0:cSld name="Chart.1Chart.Single+1Analysis"><ns0:spTree><ns0:nvGrpSpPr><ns0:cNvPr id="1" name=""/><ns0:cNvGrpSpPr/><ns0:nvPr/></ns0:nvGrpSpPr><ns0:grpSpPr><ns1:xfrm xmlns:ns1="http://schemas.openxmlformats.org/drawingml/2006/main"><ns1:off x="0" y="0"/><ns1:ext cx="0" cy="0"/><ns1:chOff x="0" y="0"/><ns1:chExt cx="0" cy="0"/></ns1:xfrm></ns0:grpSpPr><ns0:sp><ns0:nvSpPr><ns0:cNvPr id="2" name="HeaderBar"/><ns0:cNvSpPr><ns1:spLocks xmlns:ns1="http://schemas.openxmlformats.org/drawingml/2006/main" noGrp="1" noSelect="0" noRot="1" noMove="1"/></ns0:cNvSpPr><ns0:nvPr/></ns0:nvSpPr><ns0:spPr><ns2:xfrm xmlns:ns2="http://schemas.openxmlformats.org/drawingml/2006/main"><ns2:off x="0" y="0"/><ns2:ext cx="12192000" cy="1051560"/></ns2:xfrm><ns3:prstGeom xmlns:ns3="http://schemas.openxmlformats.org/drawingml/2006/main" prst="rect"/><ns4:solidFill xmlns:ns4="http://schemas.openxmlformats.org/drawingml/2006/main"><ns4:srgbClr val="1E2761"/></ns4:solidFill><ns5:ln xmlns:ns5="http://schemas.openxmlformats.org/drawingml/2006/main"><ns5:noFill/></ns5:ln></ns0:spPr></ns0:sp><ns0:sp><ns0:nvSpPr><ns0:cNvPr id="10" name="SlideTitle.Header"/><ns0:cNvSpPr><ns1:spLocks xmlns:ns1="http://schemas.openxmlformats.org/drawingml/2006/main" noGrp="1"/></ns0:cNvSpPr><ns0:nvPr><ns0:ph idx="15" type="body"/></ns0:nvPr></ns0:nvSpPr><ns0:spPr><ns2:xfrm xmlns:ns2="http://schemas.openxmlformats.org/drawingml/2006/main"><ns2:off x="731520" y="91440"/><ns2:ext cx="9144000" cy="475488"/></ns2:xfrm></ns0:spPr><ns0:txBody><ns3:bodyPr xmlns:ns3="http://schemas.openxmlformats.org/drawingml/2006/main" wrap="square" anchor="t" anchorCtr="0"/><ns4:lstStyle><ns4:defPPr><ns4:defRPr sz="2800" b="1"><ns4:solidFill><ns4:srgbClr val="FFFFFF"/></ns4:solidFill></ns4:defRPr></ns4:defPPr></ns4:lstStyle><ns4:defPPr algn="l"><ns4:buNone/><ns4:defRPr sz="2800" dirty="0" b="1"><ns4:solidFill><ns4:srgbClr val="FFFFFF"/></ns4:solidFill><ns4:latin typeface="Georgia"/><ns4:ea typeface="Georgia"/></ns4:defRPr></ns4:defPPr><ns4:lvl1pPr algn="l"><ns4:buNone/><ns4:defRPr sz="2800" dirty="0" b="1"><ns4:solidFill><ns4:srgbClr val="FFFFFF"/></ns4:solidFill><ns4:latin typeface="Georgia"/><ns4:ea typeface="Georgia"/></ns4:defRPr></ns4:lvl1pPr><ns4:lvl2pPr algn="l"><ns4:buNone/><ns4:defRPr sz="2800" dirty="0" b="1"><ns4:solidFill><ns4:srgbClr val="FFFFFF"/></ns4:solidFill><ns4:latin typeface="Georgia"/><ns4:ea typeface="Georgia"/></ns4:defRPr></ns4:lvl2pPr><ns4:lvl3pPr algn="l"><ns4:buNone/><ns4:defRPr sz="2800" dirty="0" b="1"><ns4:solidFill><ns4:srgbClr val="FFFFFF"/></ns4:solidFill><ns4:latin typeface="Georgia"/><ns4:ea typeface="Georgia"/></ns4:defRPr></ns4:lvl3pPr><ns4:lvl4pPr algn="l"><ns4:buNone/><ns4:defRPr sz="2800" dirty="0" b="1"><ns4:solidFill><ns4:srgbClr val="FFFFFF"/></ns4:solidFill><ns4:latin typeface="Georgia"/><ns4:ea typeface="Georgia"/></ns4:defRPr></ns4:lvl4pPr><ns4:lvl5pPr algn="l"><ns4:buNone/><ns4:defRPr sz="2800" dirty="0" b="1"><ns4:solidFill><ns4:srgbClr val="FFFFFF"/></ns4:solidFill><ns4:latin typeface="Georgia"/><ns4:ea typeface="Georgia"/></ns4:defRPr></ns4:lvl5pPr><ns4:lvl6pPr algn="l"><ns4:buNone/><ns4:defRPr sz="2800" dirty="0" b="1"><ns4:solidFill><ns4:srgbClr val="FFFFFF"/></ns4:solidFill><ns4:latin typeface="Georgia"/><ns4:ea typeface="Georgia"/></ns4:defRPr></ns4:lvl6pPr><ns4:lvl7pPr algn="l"><ns4:buNone/><ns4:defRPr sz="2800" dirty="0" b="1"><ns4:solidFill><ns4:srgbClr val="FFFFFF"/></ns4:solidFill><ns4:latin typeface="Georgia"/><ns4:ea typeface="Georgia"/></ns4:defRPr></ns4:lvl7pPr><ns4:lvl8pPr algn="l"><ns4:buNone/><ns4:defRPr sz="2800" dirty="0" b="1"><ns4:solidFill><ns4:srgbClr val="FFFFFF"/></ns4:solidFill><ns4:latin typeface="Georgia"/><ns4:ea typeface="Georgia"/></ns4:defRPr></ns4:lvl8pPr><ns4:lvl9pPr algn="l"><ns4:buNone/><ns4:defRPr sz="2800" dirty="0" b="1"><ns4:solidFill><ns4:srgbClr val="FFFFFF"/></ns4:solidFill><ns4:latin typeface="Georgia"/><ns4:ea typeface="Georgia"/></ns4:defRPr></ns4:lvl9pPr></ns4:lstStyle/><ns5:p xmlns:ns5="http://schemas.openxmlformats.org/drawingml/2006/main"><ns5:pPr algn="l"><ns5:buNone/></ns5:pPr><ns5:r><ns5:rPr lang="ja-JP"/><ns5:t>サブタイトル</ns5:t></ns5:r></ns5:p></ns0:txBody></ns0:sp><ns0:sp><ns0:nvSpPr><ns0:cNvPr id="5" name="ChartArea"/><ns0:cNvSpPr><ns1:spLocks xmlns:ns1="http://schemas.openxmlformats.org/drawingml/2006/main" noGrp="1" noSelect="0" noRot="1" noMove="1"/></ns0:cNvSpPr><ns0:nvPr/></ns0:nvSpPr><ns0:spPr><ns2:xfrm xmlns:ns2="http://schemas.openxmlformats.org/drawingml/2006/main"><ns2:off x="457200" y="1280160"/><ns2:ext cx="6858000" cy="4937760"/></ns2:xfrm><ns3:prstGeom xmlns:ns3="http://schemas.openxmlformats.org/drawingml/2006/main" prst="roundRect"><ns3:avLst><ns3:gd name="adj" fmla="val 6000"/></ns3:avLst></ns3:prstGeom><ns4:solidFill xmlns:ns4="http://schemas.openxmlformats.org/drawingml/2006/main"><ns4:srgbClr val="EDF0F7"/></ns4:solidFill><ns5:ln xmlns:ns5="http://schemas.openxmlformats.org/drawingml/2006/main"><ns5:noFill/></ns5:ln></ns0:spPr></ns0:sp><ns0:sp><ns0:nvSpPr><ns0:cNvPr id="20" name="Body.Left"/><ns0:cNvSpPr><ns1:spLocks xmlns:ns1="http://schemas.openxmlformats.org/drawingml/2006/main" noGrp="1"/></ns0:cNvSpPr><ns0:nvPr><ns0:ph idx="1" type="body"/></ns0:nvPr></ns0:nvSpPr><ns0:spPr><ns2:xfrm xmlns:ns2="http://schemas.openxmlformats.org/drawingml/2006/main"><ns2:off x="731520" y="1463040"/><ns2:ext cx="6309360" cy="4572000"/></ns2:xfrm></ns0:spPr><ns0:txBody><ns3:bodyPr xmlns:ns3="http://schemas.openxmlformats.org/drawingml/2006/main" wrap="square" anchor="t" anchorCtr="0"/><ns4:lstStyle><ns4:defPPr algn="ctr"><ns4:defRPr><ns4:solidFill><ns4:srgbClr val="94A3B8"/></ns4:solidFill></ns4:defRPr></ns4:defPPr></ns4:lstStyle><ns4:defPPr algn="ctr"><ns4:buNone/><ns4:defRPr sz="1400" dirty="0"><ns4:solidFill><ns4:srgbClr val="94A3B8"/></ns4:solidFill><ns4:latin typeface="Calibri"/><ns4:ea typeface="Calibri"/></ns4:defRPr></ns4:defPPr><ns4:lvl1pPr algn="ctr"><ns4:buNone/><ns4:defRPr sz="1400" dirty="0"><ns4:solidFill><ns4:srgbClr val="94A3B8"/></ns4:solidFill><ns4:latin typeface="Calibri"/><ns4:ea typeface="Calibri"/></ns4:defRPr></ns4:lvl1pPr><ns4:lvl2pPr algn="ctr"><ns4:buNone/><ns4:defRPr sz="1400" dirty="0"><ns4:solidFill><ns4:srgbClr val="94A3B8"/></ns4:solidFill><ns4:latin typeface="Calibri"/><ns4:ea typeface="Calibri"/></ns4:defRPr></ns4:lvl2pPr><ns4:lvl3pPr algn="ctr"><ns4:buNone/><ns4:defRPr sz="1400" dirty="0"><ns4:solidFill><ns4:srgbClr val="94A3B8"/></ns4:solidFill><ns4:latin typeface="Calibri"/><ns4:ea typeface="Calibri"/></ns4:defRPr></ns4:lvl3pPr><ns4:lvl4pPr algn="ctr"><ns4:buNone/><ns4:defRPr sz="1400" dirty="0"><ns4:solidFill><ns4:srgbClr val="94A3B8"/></ns4:solidFill><ns4:latin typeface="Calibri"/><ns4:ea typeface="Calibri"/></ns4:defRPr></ns4:lvl4pPr><ns4:lvl5pPr algn="ctr"><ns4:buNone/><ns4:defRPr sz="1400" dirty="0"><ns4:solidFill><ns4:srgbClr val="94A3B8"/></ns4:solidFill><ns4:latin typeface="Calibri"/><ns4:ea typeface="Calibri"/></ns4:defRPr></ns4:lvl5pPr><ns4:lvl6pPr algn="ctr"><ns4:buNone/><ns4:defRPr sz="1400" dirty="0"><ns4:solidFill><ns4:srgbClr val="94A3B8"/></ns4:solidFill><ns4:latin typeface="Calibri"/><ns4:ea typeface="Calibri"/></ns4:defRPr></ns4:lvl6pPr><ns4:lvl7pPr algn="ctr"><ns4:buNone/><ns4:defRPr sz="1400" dirty="0"><ns4:solidFill><ns4:srgbClr val="94A3B8"/></ns4:solidFill><ns4:latin typeface="Calibri"/><ns4:ea typeface="Calibri"/></ns4:defRPr></ns4:lvl7pPr><ns4:lvl8pPr algn="ctr"><ns4:buNone/><ns4:defRPr sz="1400" dirty="0"><ns4:solidFill><ns4:srgbClr val="94A3B8"/></ns4:solidFill><ns4:latin typeface="Calibri"/><ns4:ea typeface="Calibri"/></ns4:defRPr></ns4:lvl8pPr><ns4:lvl9pPr algn="ctr"><ns4:buNone/><ns4:defRPr sz="1400" dirty="0"><ns4:solidFill><ns4:srgbClr val="94A3B8"/></ns4:solidFill><ns4:latin typeface="Calibri"/><ns4:ea typeface="Calibri"/></ns4:defRPr></ns4:lvl9pPr></ns4:lstStyle/><ns5:p xmlns:ns5="http://schemas.openxmlformats.org/drawingml/2006/main"><ns5:pPr algn="l"><ns5:buNone/></ns5:pPr><ns5:r><ns5:rPr lang="ja-JP"/><ns5:t>分析テキスト

主要な発見事項や
考察を記入</ns5:t></ns5:r></ns5:p></ns0:txBody></ns0:sp><ns0:sp><ns0:nvSpPr><ns0:cNvPr id="30" name="SlideNum.Footer"/><ns0:cNvSpPr><ns1:spLocks xmlns:ns1="http://schemas.openxmlformats.org/drawingml/2006/main" noGrp="1"/></ns0:cNvSpPr><ns0:nvPr><ns0:ph idx="50" type="sldNum"/></ns0:nvPr></ns0:nvSpPr><ns0:spPr><ns2:xfrm xmlns:ns2="http://schemas.openxmlformats.org/drawingml/2006/main"><ns2:off x="10972800" y="6446520"/><ns2:ext cx="1097280" cy="274320"/></ns2:xfrm></ns0:spPr><ns0:txBody><ns3:bodyPr xmlns:ns3="http://schemas.openxmlformats.org/drawingml/2006/main" wrap="square" anchor="t" anchorCtr="0"/><ns4:lstStyle><ns4:defPPr algn="r"><ns4:defRPr sz="1000"><ns4:solidFill><ns4:srgbClr val="94A3B8"/></ns4:solidFill></ns4:defRPr></ns4:defPPr></ns4:lstStyle><ns4:defPPr algn="r"><ns4:buNone/><ns4:defRPr sz="1000" dirty="0"><ns4:solidFill><ns4:srgbClr val="94A3B8"/></ns4:solidFill><ns4:latin typeface="Calibri"/><ns4:ea typeface="Calibri"/></ns4:defRPr></ns4:defPPr><ns4:lvl1pPr algn="r"><ns4:buNone/><ns4:defRPr sz="1000" dirty="0"><ns4:solidFill><ns4:srgbClr val="94A3B8"/></ns4:solidFill><ns4:latin typeface="Calibri"/><ns4:ea typeface="Calibri"/></ns4:defRPr></ns4:lvl1pPr><ns4:lvl2pPr algn="r"><ns4:buNone/><ns4:defRPr sz="1000" dirty="0"><ns4:solidFill><ns4:srgbClr val="94A3B8"/></ns4:solidFill><ns4:latin typeface="Calibri"/><ns4:ea typeface="Calibri"/></ns4:defRPr></ns4:lvl2pPr><ns4:lvl3pPr algn="r"><ns4:buNone/><ns4:defRPr sz="1000" dirty="0"><ns4:solidFill><ns4:srgbClr val="94A3B8"/></ns4:solidFill><ns4:latin typeface="Calibri"/><ns4:ea typeface="Calibri"/></ns4:defRPr></ns4:lvl3pPr><ns4:lvl4pPr algn="r"><ns4:buNone/><ns4:defRPr sz="1000" dirty="0"><ns4:solidFill><ns4:srgbClr val="94A3B8"/></ns4:solidFill><ns4:latin typeface="Calibri"/><ns4:ea typeface="Calibri"/></ns4:defRPr></ns4:lvl4pPr><ns4:lvl5pPr algn="r"><ns4:buNone/><ns4:defRPr sz="1000" dirty="0"><ns4:solidFill><ns4:srgbClr val="94A3B8"/></ns4:solidFill><ns4:latin typeface="Calibri"/><ns4:ea typeface="Calibri"/></ns4:defRPr></ns4:lvl5pPr><ns4:lvl6pPr algn="r"><ns4:buNone/><ns4:defRPr sz="1000" dirty="0"><ns4:solidFill><ns4:srgbClr val="94A3B8"/></ns4:solidFill><ns4:latin typeface="Calibri"/><ns4:ea typeface="Calibri"/></ns4:defRPr></ns4:lvl6pPr><ns4:lvl7pPr algn="r"><ns4:buNone/><ns4:defRPr sz="1000" dirty="0"><ns4:solidFill><ns4:srgbClr val="94A3B8"/></ns4:solidFill><ns4:latin typeface="Calibri"/><ns4:ea typeface="Calibri"/></ns4:defRPr></ns4:lvl7pPr><ns4:lvl8pPr algn="r"><ns4:buNone/><ns4:defRPr sz="1000" dirty="0"><ns4:solidFill><ns4:srgbClr val="94A3B8"/></ns4:solidFill><ns4:latin typeface="Calibri"/><ns4:ea typeface="Calibri"/></ns4:defRPr></ns4:lvl8pPr><ns4:lvl9pPr algn="r"><ns4:buNone/><ns4:defRPr sz="1000" dirty="0"><ns4:solidFill><ns4:srgbClr val="94A3B8"/></ns4:solidFill><ns4:latin typeface="Calibri"/><ns4:ea typeface="Calibri"/></ns4:defRPr></ns4:lvl9pPr></ns4:lstStyle><ns5:p xmlns:ns5="http://schemas.openxmlformats.org/drawingml/2006/main"><ns5:pPr algn="r"><ns5:buNone/></ns5:pPr><ns5:r><ns5:rPr lang="ja-JP"/><ns5:t>&lt;#&gt;</ns5:t></ns5:r></ns5:p></ns0:txBody></ns0:sp></ns0:spTree></ns0:cSld><ns0:clrMapOvr/></ns0:sldLayout>
</file>

<file path=ppt/slideLayouts/slideLayout20.xml><?xml version='1.0' encoding='UTF-8' standalone='yes'?>
<ns0:sldLayout xmlns:ns0="http://schemas.openxmlformats.org/presentationml/2006/main" type="blank" preserve="1"><ns0:cSld name="Chart.2Chart.Equal"><ns0:spTree><ns0:nvGrpSpPr><ns0:cNvPr id="1" name=""/><ns0:cNvGrpSpPr/><ns0:nvPr/></ns0:nvGrpSpPr><ns0:grpSpPr><ns1:xfrm xmlns:ns1="http://schemas.openxmlformats.org/drawingml/2006/main"><ns1:off x="0" y="0"/><ns1:ext cx="0" cy="0"/><ns1:chOff x="0" y="0"/><ns1:chExt cx="0" cy="0"/></ns1:xfrm></ns0:grpSpPr><ns0:sp><ns0:nvSpPr><ns0:cNvPr id="2" name="HeaderBar"/><ns0:cNvSpPr><ns1:spLocks xmlns:ns1="http://schemas.openxmlformats.org/drawingml/2006/main" noGrp="1" noSelect="0" noRot="1" noMove="1"/></ns0:cNvSpPr><ns0:nvPr/></ns0:nvSpPr><ns0:spPr><ns2:xfrm xmlns:ns2="http://schemas.openxmlformats.org/drawingml/2006/main"><ns2:off x="0" y="0"/><ns2:ext cx="12192000" cy="1051560"/></ns2:xfrm><ns3:prstGeom xmlns:ns3="http://schemas.openxmlformats.org/drawingml/2006/main" prst="rect"/><ns4:solidFill xmlns:ns4="http://schemas.openxmlformats.org/drawingml/2006/main"><ns4:srgbClr val="1E2761"/></ns4:solidFill><ns5:ln xmlns:ns5="http://schemas.openxmlformats.org/drawingml/2006/main"><ns5:noFill/></ns5:ln></ns0:spPr></ns0:sp><ns0:sp><ns0:nvSpPr><ns0:cNvPr id="10" name="SlideTitle.Header"/><ns0:cNvSpPr><ns1:spLocks xmlns:ns1="http://schemas.openxmlformats.org/drawingml/2006/main" noGrp="1"/></ns0:cNvSpPr><ns0:nvPr><ns0:ph idx="15" type="body"/></ns0:nvPr></ns0:nvSpPr><ns0:spPr><ns2:xfrm xmlns:ns2="http://schemas.openxmlformats.org/drawingml/2006/main"><ns2:off x="731520" y="91440"/><ns2:ext cx="9144000" cy="475488"/></ns2:xfrm></ns0:spPr><ns0:txBody><ns3:bodyPr xmlns:ns3="http://schemas.openxmlformats.org/drawingml/2006/main" wrap="square" anchor="t" anchorCtr="0"/><ns4:lstStyle><ns4:defPPr><ns4:defRPr sz="2800" b="1"><ns4:solidFill><ns4:srgbClr val="FFFFFF"/></ns4:solidFill></ns4:defRPr></ns4:defPPr></ns4:lstStyle><ns4:defPPr algn="l"><ns4:buNone/><ns4:defRPr sz="2800" dirty="0" b="1"><ns4:solidFill><ns4:srgbClr val="FFFFFF"/></ns4:solidFill><ns4:latin typeface="Georgia"/><ns4:ea typeface="Georgia"/></ns4:defRPr></ns4:defPPr><ns4:lvl1pPr algn="l"><ns4:buNone/><ns4:defRPr sz="2800" dirty="0" b="1"><ns4:solidFill><ns4:srgbClr val="FFFFFF"/></ns4:solidFill><ns4:latin typeface="Georgia"/><ns4:ea typeface="Georgia"/></ns4:defRPr></ns4:lvl1pPr><ns4:lvl2pPr algn="l"><ns4:buNone/><ns4:defRPr sz="2800" dirty="0" b="1"><ns4:solidFill><ns4:srgbClr val="FFFFFF"/></ns4:solidFill><ns4:latin typeface="Georgia"/><ns4:ea typeface="Georgia"/></ns4:defRPr></ns4:lvl2pPr><ns4:lvl3pPr algn="l"><ns4:buNone/><ns4:defRPr sz="2800" dirty="0" b="1"><ns4:solidFill><ns4:srgbClr val="FFFFFF"/></ns4:solidFill><ns4:latin typeface="Georgia"/><ns4:ea typeface="Georgia"/></ns4:defRPr></ns4:lvl3pPr><ns4:lvl4pPr algn="l"><ns4:buNone/><ns4:defRPr sz="2800" dirty="0" b="1"><ns4:solidFill><ns4:srgbClr val="FFFFFF"/></ns4:solidFill><ns4:latin typeface="Georgia"/><ns4:ea typeface="Georgia"/></ns4:defRPr></ns4:lvl4pPr><ns4:lvl5pPr algn="l"><ns4:buNone/><ns4:defRPr sz="2800" dirty="0" b="1"><ns4:solidFill><ns4:srgbClr val="FFFFFF"/></ns4:solidFill><ns4:latin typeface="Georgia"/><ns4:ea typeface="Georgia"/></ns4:defRPr></ns4:lvl5pPr><ns4:lvl6pPr algn="l"><ns4:buNone/><ns4:defRPr sz="2800" dirty="0" b="1"><ns4:solidFill><ns4:srgbClr val="FFFFFF"/></ns4:solidFill><ns4:latin typeface="Georgia"/><ns4:ea typeface="Georgia"/></ns4:defRPr></ns4:lvl6pPr><ns4:lvl7pPr algn="l"><ns4:buNone/><ns4:defRPr sz="2800" dirty="0" b="1"><ns4:solidFill><ns4:srgbClr val="FFFFFF"/></ns4:solidFill><ns4:latin typeface="Georgia"/><ns4:ea typeface="Georgia"/></ns4:defRPr></ns4:lvl7pPr><ns4:lvl8pPr algn="l"><ns4:buNone/><ns4:defRPr sz="2800" dirty="0" b="1"><ns4:solidFill><ns4:srgbClr val="FFFFFF"/></ns4:solidFill><ns4:latin typeface="Georgia"/><ns4:ea typeface="Georgia"/></ns4:defRPr></ns4:lvl8pPr><ns4:lvl9pPr algn="l"><ns4:buNone/><ns4:defRPr sz="2800" dirty="0" b="1"><ns4:solidFill><ns4:srgbClr val="FFFFFF"/></ns4:solidFill><ns4:latin typeface="Georgia"/><ns4:ea typeface="Georgia"/></ns4:defRPr></ns4:lvl9pPr></ns4:lstStyle/><ns5:p xmlns:ns5="http://schemas.openxmlformats.org/drawingml/2006/main"><ns5:pPr algn="l"><ns5:buNone/></ns5:pPr><ns5:r><ns5:rPr lang="ja-JP"/><ns5:t>サブタイトル</ns5:t></ns5:r></ns5:p></ns0:txBody></ns0:sp><ns0:sp><ns0:nvSpPr><ns0:cNvPr id="5" name="ChartL"/><ns0:cNvSpPr><ns1:spLocks xmlns:ns1="http://schemas.openxmlformats.org/drawingml/2006/main" noGrp="1" noSelect="0" noRot="1" noMove="1"/></ns0:cNvSpPr><ns0:nvPr/></ns0:nvSpPr><ns0:spPr><ns2:xfrm xmlns:ns2="http://schemas.openxmlformats.org/drawingml/2006/main"><ns2:off x="457200" y="1280160"/><ns2:ext cx="5394960" cy="4937760"/></ns2:xfrm><ns3:prstGeom xmlns:ns3="http://schemas.openxmlformats.org/drawingml/2006/main" prst="roundRect"><ns3:avLst><ns3:gd name="adj" fmla="val 6000"/></ns3:avLst></ns3:prstGeom><ns4:solidFill xmlns:ns4="http://schemas.openxmlformats.org/drawingml/2006/main"><ns4:srgbClr val="EDF0F7"/></ns4:solidFill><ns5:ln xmlns:ns5="http://schemas.openxmlformats.org/drawingml/2006/main"><ns5:noFill/></ns5:ln></ns0:spPr></ns0:sp><ns0:sp><ns0:nvSpPr><ns0:cNvPr id="6" name="ChartR"/><ns0:cNvSpPr><ns1:spLocks xmlns:ns1="http://schemas.openxmlformats.org/drawingml/2006/main" noGrp="1" noSelect="0" noRot="1" noMove="1"/></ns0:cNvSpPr><ns0:nvPr/></ns0:nvSpPr><ns0:spPr><ns2:xfrm xmlns:ns2="http://schemas.openxmlformats.org/drawingml/2006/main"><ns2:off x="6126480" y="1280160"/><ns2:ext cx="5394960" cy="4937760"/></ns2:xfrm><ns3:prstGeom xmlns:ns3="http://schemas.openxmlformats.org/drawingml/2006/main" prst="roundRect"><ns3:avLst><ns3:gd name="adj" fmla="val 6000"/></ns3:avLst></ns3:prstGeom><ns4:solidFill xmlns:ns4="http://schemas.openxmlformats.org/drawingml/2006/main"><ns4:srgbClr val="EDF0F7"/></ns4:solidFill><ns5:ln xmlns:ns5="http://schemas.openxmlformats.org/drawingml/2006/main"><ns5:noFill/></ns5:ln></ns0:spPr></ns0:sp><ns0:sp><ns0:nvSpPr><ns0:cNvPr id="20" name="Body1.Left"/><ns0:cNvSpPr><ns1:spLocks xmlns:ns1="http://schemas.openxmlformats.org/drawingml/2006/main" noGrp="1"/></ns0:cNvSpPr><ns0:nvPr><ns0:ph idx="1" type="body"/></ns0:nvPr></ns0:nvSpPr><ns0:spPr><ns2:xfrm xmlns:ns2="http://schemas.openxmlformats.org/drawingml/2006/main"><ns2:off x="731520" y="1463040"/><ns2:ext cx="4846320" cy="4572000"/></ns2:xfrm></ns0:spPr><ns0:txBody><ns3:bodyPr xmlns:ns3="http://schemas.openxmlformats.org/drawingml/2006/main" wrap="square" anchor="t" anchorCtr="0"/><ns4:lstStyle><ns4:defPPr algn="ctr"><ns4:defRPr><ns4:solidFill><ns4:srgbClr val="94A3B8"/></ns4:solidFill></ns4:defRPr></ns4:defPPr></ns4:lstStyle><ns4:defPPr algn="ctr"><ns4:buNone/><ns4:defRPr sz="1400" dirty="0"><ns4:solidFill><ns4:srgbClr val="94A3B8"/></ns4:solidFill><ns4:latin typeface="Calibri"/><ns4:ea typeface="Calibri"/></ns4:defRPr></ns4:defPPr><ns4:lvl1pPr algn="ctr"><ns4:buNone/><ns4:defRPr sz="1400" dirty="0"><ns4:solidFill><ns4:srgbClr val="94A3B8"/></ns4:solidFill><ns4:latin typeface="Calibri"/><ns4:ea typeface="Calibri"/></ns4:defRPr></ns4:lvl1pPr><ns4:lvl2pPr algn="ctr"><ns4:buNone/><ns4:defRPr sz="1400" dirty="0"><ns4:solidFill><ns4:srgbClr val="94A3B8"/></ns4:solidFill><ns4:latin typeface="Calibri"/><ns4:ea typeface="Calibri"/></ns4:defRPr></ns4:lvl2pPr><ns4:lvl3pPr algn="ctr"><ns4:buNone/><ns4:defRPr sz="1400" dirty="0"><ns4:solidFill><ns4:srgbClr val="94A3B8"/></ns4:solidFill><ns4:latin typeface="Calibri"/><ns4:ea typeface="Calibri"/></ns4:defRPr></ns4:lvl3pPr><ns4:lvl4pPr algn="ctr"><ns4:buNone/><ns4:defRPr sz="1400" dirty="0"><ns4:solidFill><ns4:srgbClr val="94A3B8"/></ns4:solidFill><ns4:latin typeface="Calibri"/><ns4:ea typeface="Calibri"/></ns4:defRPr></ns4:lvl4pPr><ns4:lvl5pPr algn="ctr"><ns4:buNone/><ns4:defRPr sz="1400" dirty="0"><ns4:solidFill><ns4:srgbClr val="94A3B8"/></ns4:solidFill><ns4:latin typeface="Calibri"/><ns4:ea typeface="Calibri"/></ns4:defRPr></ns4:lvl5pPr><ns4:lvl6pPr algn="ctr"><ns4:buNone/><ns4:defRPr sz="1400" dirty="0"><ns4:solidFill><ns4:srgbClr val="94A3B8"/></ns4:solidFill><ns4:latin typeface="Calibri"/><ns4:ea typeface="Calibri"/></ns4:defRPr></ns4:lvl6pPr><ns4:lvl7pPr algn="ctr"><ns4:buNone/><ns4:defRPr sz="1400" dirty="0"><ns4:solidFill><ns4:srgbClr val="94A3B8"/></ns4:solidFill><ns4:latin typeface="Calibri"/><ns4:ea typeface="Calibri"/></ns4:defRPr></ns4:lvl7pPr><ns4:lvl8pPr algn="ctr"><ns4:buNone/><ns4:defRPr sz="1400" dirty="0"><ns4:solidFill><ns4:srgbClr val="94A3B8"/></ns4:solidFill><ns4:latin typeface="Calibri"/><ns4:ea typeface="Calibri"/></ns4:defRPr></ns4:lvl8pPr><ns4:lvl9pPr algn="ctr"><ns4:buNone/><ns4:defRPr sz="1400" dirty="0"><ns4:solidFill><ns4:srgbClr val="94A3B8"/></ns4:solidFill><ns4:latin typeface="Calibri"/><ns4:ea typeface="Calibri"/></ns4:defRPr></ns4:lvl9pPr></ns4:lstStyle/><ns5:p xmlns:ns5="http://schemas.openxmlformats.org/drawingml/2006/main"><ns5:pPr algn="ctr"><ns5:buNone/></ns5:pPr><ns5:r><ns5:rPr lang="ja-JP"/><ns5:t>チャート 2</ns5:t></ns5:r></ns5:p></ns0:txBody></ns0:sp><ns0:sp><ns0:nvSpPr><ns0:cNvPr id="30" name="SlideNum.Footer"/><ns0:cNvSpPr><ns1:spLocks xmlns:ns1="http://schemas.openxmlformats.org/drawingml/2006/main" noGrp="1"/></ns0:cNvSpPr><ns0:nvPr><ns0:ph idx="50" type="sldNum"/></ns0:nvPr></ns0:nvSpPr><ns0:spPr><ns2:xfrm xmlns:ns2="http://schemas.openxmlformats.org/drawingml/2006/main"><ns2:off x="10972800" y="6446520"/><ns2:ext cx="1097280" cy="274320"/></ns2:xfrm></ns0:spPr><ns0:txBody><ns3:bodyPr xmlns:ns3="http://schemas.openxmlformats.org/drawingml/2006/main" wrap="square" anchor="t" anchorCtr="0"/><ns4:lstStyle><ns4:defPPr algn="r"><ns4:defRPr sz="1000"><ns4:solidFill><ns4:srgbClr val="94A3B8"/></ns4:solidFill></ns4:defRPr></ns4:defPPr></ns4:lstStyle><ns4:defPPr algn="r"><ns4:buNone/><ns4:defRPr sz="1000" dirty="0"><ns4:solidFill><ns4:srgbClr val="94A3B8"/></ns4:solidFill><ns4:latin typeface="Calibri"/><ns4:ea typeface="Calibri"/></ns4:defRPr></ns4:defPPr><ns4:lvl1pPr algn="r"><ns4:buNone/><ns4:defRPr sz="1000" dirty="0"><ns4:solidFill><ns4:srgbClr val="94A3B8"/></ns4:solidFill><ns4:latin typeface="Calibri"/><ns4:ea typeface="Calibri"/></ns4:defRPr></ns4:lvl1pPr><ns4:lvl2pPr algn="r"><ns4:buNone/><ns4:defRPr sz="1000" dirty="0"><ns4:solidFill><ns4:srgbClr val="94A3B8"/></ns4:solidFill><ns4:latin typeface="Calibri"/><ns4:ea typeface="Calibri"/></ns4:defRPr></ns4:lvl2pPr><ns4:lvl3pPr algn="r"><ns4:buNone/><ns4:defRPr sz="1000" dirty="0"><ns4:solidFill><ns4:srgbClr val="94A3B8"/></ns4:solidFill><ns4:latin typeface="Calibri"/><ns4:ea typeface="Calibri"/></ns4:defRPr></ns4:lvl3pPr><ns4:lvl4pPr algn="r"><ns4:buNone/><ns4:defRPr sz="1000" dirty="0"><ns4:solidFill><ns4:srgbClr val="94A3B8"/></ns4:solidFill><ns4:latin typeface="Calibri"/><ns4:ea typeface="Calibri"/></ns4:defRPr></ns4:lvl4pPr><ns4:lvl5pPr algn="r"><ns4:buNone/><ns4:defRPr sz="1000" dirty="0"><ns4:solidFill><ns4:srgbClr val="94A3B8"/></ns4:solidFill><ns4:latin typeface="Calibri"/><ns4:ea typeface="Calibri"/></ns4:defRPr></ns4:lvl5pPr><ns4:lvl6pPr algn="r"><ns4:buNone/><ns4:defRPr sz="1000" dirty="0"><ns4:solidFill><ns4:srgbClr val="94A3B8"/></ns4:solidFill><ns4:latin typeface="Calibri"/><ns4:ea typeface="Calibri"/></ns4:defRPr></ns4:lvl6pPr><ns4:lvl7pPr algn="r"><ns4:buNone/><ns4:defRPr sz="1000" dirty="0"><ns4:solidFill><ns4:srgbClr val="94A3B8"/></ns4:solidFill><ns4:latin typeface="Calibri"/><ns4:ea typeface="Calibri"/></ns4:defRPr></ns4:lvl7pPr><ns4:lvl8pPr algn="r"><ns4:buNone/><ns4:defRPr sz="1000" dirty="0"><ns4:solidFill><ns4:srgbClr val="94A3B8"/></ns4:solidFill><ns4:latin typeface="Calibri"/><ns4:ea typeface="Calibri"/></ns4:defRPr></ns4:lvl8pPr><ns4:lvl9pPr algn="r"><ns4:buNone/><ns4:defRPr sz="1000" dirty="0"><ns4:solidFill><ns4:srgbClr val="94A3B8"/></ns4:solidFill><ns4:latin typeface="Calibri"/><ns4:ea typeface="Calibri"/></ns4:defRPr></ns4:lvl9pPr></ns4:lstStyle><ns5:p xmlns:ns5="http://schemas.openxmlformats.org/drawingml/2006/main"><ns5:pPr algn="r"><ns5:buNone/></ns5:pPr><ns5:r><ns5:rPr lang="ja-JP"/><ns5:t>&lt;#&gt;</ns5:t></ns5:r></ns5:p></ns0:txBody></ns0:sp></ns0:spTree></ns0:cSld><ns0:clrMapOvr/></ns0:sldLayout>
</file>

<file path=ppt/slideLayouts/slideLayout21.xml><?xml version='1.0' encoding='UTF-8' standalone='yes'?>
<ns0:sldLayout xmlns:ns0="http://schemas.openxmlformats.org/presentationml/2006/main" type="blank" preserve="1"><ns0:cSld name="Table.1Table.Single+1Source"><ns0:spTree><ns0:nvGrpSpPr><ns0:cNvPr id="1" name=""/><ns0:cNvGrpSpPr/><ns0:nvPr/></ns0:nvGrpSpPr><ns0:grpSpPr><ns1:xfrm xmlns:ns1="http://schemas.openxmlformats.org/drawingml/2006/main"><ns1:off x="0" y="0"/><ns1:ext cx="0" cy="0"/><ns1:chOff x="0" y="0"/><ns1:chExt cx="0" cy="0"/></ns1:xfrm></ns0:grpSpPr><ns0:sp><ns0:nvSpPr><ns0:cNvPr id="2" name="HeaderBar"/><ns0:cNvSpPr><ns1:spLocks xmlns:ns1="http://schemas.openxmlformats.org/drawingml/2006/main" noGrp="1" noSelect="0" noRot="1" noMove="1"/></ns0:cNvSpPr><ns0:nvPr/></ns0:nvSpPr><ns0:spPr><ns2:xfrm xmlns:ns2="http://schemas.openxmlformats.org/drawingml/2006/main"><ns2:off x="0" y="0"/><ns2:ext cx="12192000" cy="1051560"/></ns2:xfrm><ns3:prstGeom xmlns:ns3="http://schemas.openxmlformats.org/drawingml/2006/main" prst="rect"/><ns4:solidFill xmlns:ns4="http://schemas.openxmlformats.org/drawingml/2006/main"><ns4:srgbClr val="1E2761"/></ns4:solidFill><ns5:ln xmlns:ns5="http://schemas.openxmlformats.org/drawingml/2006/main"><ns5:noFill/></ns5:ln></ns0:spPr></ns0:sp><ns0:sp><ns0:nvSpPr><ns0:cNvPr id="10" name="SlideTitle.Header"/><ns0:cNvSpPr><ns1:spLocks xmlns:ns1="http://schemas.openxmlformats.org/drawingml/2006/main" noGrp="1"/></ns0:cNvSpPr><ns0:nvPr><ns0:ph idx="15" type="body"/></ns0:nvPr></ns0:nvSpPr><ns0:spPr><ns2:xfrm xmlns:ns2="http://schemas.openxmlformats.org/drawingml/2006/main"><ns2:off x="731520" y="91440"/><ns2:ext cx="9144000" cy="475488"/></ns2:xfrm></ns0:spPr><ns0:txBody><ns3:bodyPr xmlns:ns3="http://schemas.openxmlformats.org/drawingml/2006/main" wrap="square" anchor="t" anchorCtr="0"/><ns4:lstStyle><ns4:defPPr><ns4:defRPr sz="2800" b="1"><ns4:solidFill><ns4:srgbClr val="FFFFFF"/></ns4:solidFill></ns4:defRPr></ns4:defPPr></ns4:lstStyle><ns4:defPPr algn="l"><ns4:buNone/><ns4:defRPr sz="2800" dirty="0" b="1"><ns4:solidFill><ns4:srgbClr val="FFFFFF"/></ns4:solidFill><ns4:latin typeface="Georgia"/><ns4:ea typeface="Georgia"/></ns4:defRPr></ns4:defPPr><ns4:lvl1pPr algn="l"><ns4:buNone/><ns4:defRPr sz="2800" dirty="0" b="1"><ns4:solidFill><ns4:srgbClr val="FFFFFF"/></ns4:solidFill><ns4:latin typeface="Georgia"/><ns4:ea typeface="Georgia"/></ns4:defRPr></ns4:lvl1pPr><ns4:lvl2pPr algn="l"><ns4:buNone/><ns4:defRPr sz="2800" dirty="0" b="1"><ns4:solidFill><ns4:srgbClr val="FFFFFF"/></ns4:solidFill><ns4:latin typeface="Georgia"/><ns4:ea typeface="Georgia"/></ns4:defRPr></ns4:lvl2pPr><ns4:lvl3pPr algn="l"><ns4:buNone/><ns4:defRPr sz="2800" dirty="0" b="1"><ns4:solidFill><ns4:srgbClr val="FFFFFF"/></ns4:solidFill><ns4:latin typeface="Georgia"/><ns4:ea typeface="Georgia"/></ns4:defRPr></ns4:lvl3pPr><ns4:lvl4pPr algn="l"><ns4:buNone/><ns4:defRPr sz="2800" dirty="0" b="1"><ns4:solidFill><ns4:srgbClr val="FFFFFF"/></ns4:solidFill><ns4:latin typeface="Georgia"/><ns4:ea typeface="Georgia"/></ns4:defRPr></ns4:lvl4pPr><ns4:lvl5pPr algn="l"><ns4:buNone/><ns4:defRPr sz="2800" dirty="0" b="1"><ns4:solidFill><ns4:srgbClr val="FFFFFF"/></ns4:solidFill><ns4:latin typeface="Georgia"/><ns4:ea typeface="Georgia"/></ns4:defRPr></ns4:lvl5pPr><ns4:lvl6pPr algn="l"><ns4:buNone/><ns4:defRPr sz="2800" dirty="0" b="1"><ns4:solidFill><ns4:srgbClr val="FFFFFF"/></ns4:solidFill><ns4:latin typeface="Georgia"/><ns4:ea typeface="Georgia"/></ns4:defRPr></ns4:lvl6pPr><ns4:lvl7pPr algn="l"><ns4:buNone/><ns4:defRPr sz="2800" dirty="0" b="1"><ns4:solidFill><ns4:srgbClr val="FFFFFF"/></ns4:solidFill><ns4:latin typeface="Georgia"/><ns4:ea typeface="Georgia"/></ns4:defRPr></ns4:lvl7pPr><ns4:lvl8pPr algn="l"><ns4:buNone/><ns4:defRPr sz="2800" dirty="0" b="1"><ns4:solidFill><ns4:srgbClr val="FFFFFF"/></ns4:solidFill><ns4:latin typeface="Georgia"/><ns4:ea typeface="Georgia"/></ns4:defRPr></ns4:lvl8pPr><ns4:lvl9pPr algn="l"><ns4:buNone/><ns4:defRPr sz="2800" dirty="0" b="1"><ns4:solidFill><ns4:srgbClr val="FFFFFF"/></ns4:solidFill><ns4:latin typeface="Georgia"/><ns4:ea typeface="Georgia"/></ns4:defRPr></ns4:lvl9pPr></ns4:lstStyle/><ns5:p xmlns:ns5="http://schemas.openxmlformats.org/drawingml/2006/main"><ns5:pPr algn="l"><ns5:buNone/></ns5:pPr><ns5:r><ns5:rPr lang="ja-JP"/><ns5:t>サブタイトル</ns5:t></ns5:r></ns5:p></ns0:txBody></ns0:sp><ns0:sp><ns0:nvSpPr><ns0:cNvPr id="20" name="Body.Center"/><ns0:cNvSpPr><ns1:spLocks xmlns:ns1="http://schemas.openxmlformats.org/drawingml/2006/main" noGrp="1"/></ns0:cNvSpPr><ns0:nvPr><ns0:ph idx="1" type="body"/></ns0:nvPr></ns0:nvSpPr><ns0:spPr><ns2:xfrm xmlns:ns2="http://schemas.openxmlformats.org/drawingml/2006/main"><ns2:off x="457200" y="1325880"/><ns2:ext cx="11247120" cy="4572000"/></ns2:xfrm></ns0:spPr><ns0:txBody><ns3:bodyPr xmlns:ns3="http://schemas.openxmlformats.org/drawingml/2006/main" wrap="square" anchor="t" anchorCtr="0"/><ns4:lstStyle/><ns4:defPPr algn="l"><ns4:buNone/><ns4:defRPr sz="1400" dirty="0"><ns4:solidFill><ns4:srgbClr val="1E293B"/></ns4:solidFill><ns4:latin typeface="Calibri"/><ns4:ea typeface="Calibri"/></ns4:defRPr></ns4:defPPr><ns4:lvl1pPr algn="l"><ns4:buNone/><ns4:defRPr sz="1400" dirty="0"><ns4:solidFill><ns4:srgbClr val="1E293B"/></ns4:solidFill><ns4:latin typeface="Calibri"/><ns4:ea typeface="Calibri"/></ns4:defRPr></ns4:lvl1pPr><ns4:lvl2pPr algn="l"><ns4:buNone/><ns4:defRPr sz="1400" dirty="0"><ns4:solidFill><ns4:srgbClr val="1E293B"/></ns4:solidFill><ns4:latin typeface="Calibri"/><ns4:ea typeface="Calibri"/></ns4:defRPr></ns4:lvl2pPr><ns4:lvl3pPr algn="l"><ns4:buNone/><ns4:defRPr sz="1400" dirty="0"><ns4:solidFill><ns4:srgbClr val="1E293B"/></ns4:solidFill><ns4:latin typeface="Calibri"/><ns4:ea typeface="Calibri"/></ns4:defRPr></ns4:lvl3pPr><ns4:lvl4pPr algn="l"><ns4:buNone/><ns4:defRPr sz="1400" dirty="0"><ns4:solidFill><ns4:srgbClr val="1E293B"/></ns4:solidFill><ns4:latin typeface="Calibri"/><ns4:ea typeface="Calibri"/></ns4:defRPr></ns4:lvl4pPr><ns4:lvl5pPr algn="l"><ns4:buNone/><ns4:defRPr sz="1400" dirty="0"><ns4:solidFill><ns4:srgbClr val="1E293B"/></ns4:solidFill><ns4:latin typeface="Calibri"/><ns4:ea typeface="Calibri"/></ns4:defRPr></ns4:lvl5pPr><ns4:lvl6pPr algn="l"><ns4:buNone/><ns4:defRPr sz="1400" dirty="0"><ns4:solidFill><ns4:srgbClr val="1E293B"/></ns4:solidFill><ns4:latin typeface="Calibri"/><ns4:ea typeface="Calibri"/></ns4:defRPr></ns4:lvl6pPr><ns4:lvl7pPr algn="l"><ns4:buNone/><ns4:defRPr sz="1400" dirty="0"><ns4:solidFill><ns4:srgbClr val="1E293B"/></ns4:solidFill><ns4:latin typeface="Calibri"/><ns4:ea typeface="Calibri"/></ns4:defRPr></ns4:lvl7pPr><ns4:lvl8pPr algn="l"><ns4:buNone/><ns4:defRPr sz="1400" dirty="0"><ns4:solidFill><ns4:srgbClr val="1E293B"/></ns4:solidFill><ns4:latin typeface="Calibri"/><ns4:ea typeface="Calibri"/></ns4:defRPr></ns4:lvl8pPr><ns4:lvl9pPr algn="l"><ns4:buNone/><ns4:defRPr sz="1400" dirty="0"><ns4:solidFill><ns4:srgbClr val="1E293B"/></ns4:solidFill><ns4:latin typeface="Calibri"/><ns4:ea typeface="Calibri"/></ns4:defRPr></ns4:lvl9pPr></ns4:lstStyle/><ns5:p xmlns:ns5="http://schemas.openxmlformats.org/drawingml/2006/main"><ns5:pPr algn="l"><ns5:buNone/></ns5:pPr><ns5:r><ns5:rPr lang="ja-JP"/><ns5:t>出典：</ns5:t></ns5:r></ns5:p></ns0:txBody></ns0:sp><ns0:sp><ns0:nvSpPr><ns0:cNvPr id="30" name="SlideNum.Footer"/><ns0:cNvSpPr><ns1:spLocks xmlns:ns1="http://schemas.openxmlformats.org/drawingml/2006/main" noGrp="1"/></ns0:cNvSpPr><ns0:nvPr><ns0:ph idx="50" type="sldNum"/></ns0:nvPr></ns0:nvSpPr><ns0:spPr><ns2:xfrm xmlns:ns2="http://schemas.openxmlformats.org/drawingml/2006/main"><ns2:off x="10972800" y="6446520"/><ns2:ext cx="1097280" cy="274320"/></ns2:xfrm></ns0:spPr><ns0:txBody><ns3:bodyPr xmlns:ns3="http://schemas.openxmlformats.org/drawingml/2006/main" wrap="square" anchor="t" anchorCtr="0"/><ns4:lstStyle><ns4:defPPr algn="r"><ns4:defRPr sz="1000"><ns4:solidFill><ns4:srgbClr val="94A3B8"/></ns4:solidFill></ns4:defRPr></ns4:defPPr></ns4:lstStyle><ns4:defPPr algn="r"><ns4:buNone/><ns4:defRPr sz="1000" dirty="0"><ns4:solidFill><ns4:srgbClr val="94A3B8"/></ns4:solidFill><ns4:latin typeface="Calibri"/><ns4:ea typeface="Calibri"/></ns4:defRPr></ns4:defPPr><ns4:lvl1pPr algn="r"><ns4:buNone/><ns4:defRPr sz="1000" dirty="0"><ns4:solidFill><ns4:srgbClr val="94A3B8"/></ns4:solidFill><ns4:latin typeface="Calibri"/><ns4:ea typeface="Calibri"/></ns4:defRPr></ns4:lvl1pPr><ns4:lvl2pPr algn="r"><ns4:buNone/><ns4:defRPr sz="1000" dirty="0"><ns4:solidFill><ns4:srgbClr val="94A3B8"/></ns4:solidFill><ns4:latin typeface="Calibri"/><ns4:ea typeface="Calibri"/></ns4:defRPr></ns4:lvl2pPr><ns4:lvl3pPr algn="r"><ns4:buNone/><ns4:defRPr sz="1000" dirty="0"><ns4:solidFill><ns4:srgbClr val="94A3B8"/></ns4:solidFill><ns4:latin typeface="Calibri"/><ns4:ea typeface="Calibri"/></ns4:defRPr></ns4:lvl3pPr><ns4:lvl4pPr algn="r"><ns4:buNone/><ns4:defRPr sz="1000" dirty="0"><ns4:solidFill><ns4:srgbClr val="94A3B8"/></ns4:solidFill><ns4:latin typeface="Calibri"/><ns4:ea typeface="Calibri"/></ns4:defRPr></ns4:lvl4pPr><ns4:lvl5pPr algn="r"><ns4:buNone/><ns4:defRPr sz="1000" dirty="0"><ns4:solidFill><ns4:srgbClr val="94A3B8"/></ns4:solidFill><ns4:latin typeface="Calibri"/><ns4:ea typeface="Calibri"/></ns4:defRPr></ns4:lvl5pPr><ns4:lvl6pPr algn="r"><ns4:buNone/><ns4:defRPr sz="1000" dirty="0"><ns4:solidFill><ns4:srgbClr val="94A3B8"/></ns4:solidFill><ns4:latin typeface="Calibri"/><ns4:ea typeface="Calibri"/></ns4:defRPr></ns4:lvl6pPr><ns4:lvl7pPr algn="r"><ns4:buNone/><ns4:defRPr sz="1000" dirty="0"><ns4:solidFill><ns4:srgbClr val="94A3B8"/></ns4:solidFill><ns4:latin typeface="Calibri"/><ns4:ea typeface="Calibri"/></ns4:defRPr></ns4:lvl7pPr><ns4:lvl8pPr algn="r"><ns4:buNone/><ns4:defRPr sz="1000" dirty="0"><ns4:solidFill><ns4:srgbClr val="94A3B8"/></ns4:solidFill><ns4:latin typeface="Calibri"/><ns4:ea typeface="Calibri"/></ns4:defRPr></ns4:lvl8pPr><ns4:lvl9pPr algn="r"><ns4:buNone/><ns4:defRPr sz="1000" dirty="0"><ns4:solidFill><ns4:srgbClr val="94A3B8"/></ns4:solidFill><ns4:latin typeface="Calibri"/><ns4:ea typeface="Calibri"/></ns4:defRPr></ns4:lvl9pPr></ns4:lstStyle><ns5:p xmlns:ns5="http://schemas.openxmlformats.org/drawingml/2006/main"><ns5:pPr algn="r"><ns5:buNone/></ns5:pPr><ns5:r><ns5:rPr lang="ja-JP"/><ns5:t>&lt;#&gt;</ns5:t></ns5:r></ns5:p></ns0:txBody></ns0:sp></ns0:spTree></ns0:cSld><ns0:clrMapOvr/></ns0:sldLayout>
</file>

<file path=ppt/slideLayouts/slideLayout22.xml><?xml version='1.0' encoding='UTF-8' standalone='yes'?>
<ns0:sldLayout xmlns:ns0="http://schemas.openxmlformats.org/presentationml/2006/main" type="blank" preserve="1"><ns0:cSld name="Table.1Table.Single+1Notes"><ns0:spTree><ns0:nvGrpSpPr><ns0:cNvPr id="1" name=""/><ns0:cNvGrpSpPr/><ns0:nvPr/></ns0:nvGrpSpPr><ns0:grpSpPr><ns1:xfrm xmlns:ns1="http://schemas.openxmlformats.org/drawingml/2006/main"><ns1:off x="0" y="0"/><ns1:ext cx="0" cy="0"/><ns1:chOff x="0" y="0"/><ns1:chExt cx="0" cy="0"/></ns1:xfrm></ns0:grpSpPr><ns0:sp><ns0:nvSpPr><ns0:cNvPr id="2" name="HeaderBar"/><ns0:cNvSpPr><ns1:spLocks xmlns:ns1="http://schemas.openxmlformats.org/drawingml/2006/main" noGrp="1" noSelect="0" noRot="1" noMove="1"/></ns0:cNvSpPr><ns0:nvPr/></ns0:nvSpPr><ns0:spPr><ns2:xfrm xmlns:ns2="http://schemas.openxmlformats.org/drawingml/2006/main"><ns2:off x="0" y="0"/><ns2:ext cx="12192000" cy="1051560"/></ns2:xfrm><ns3:prstGeom xmlns:ns3="http://schemas.openxmlformats.org/drawingml/2006/main" prst="rect"/><ns4:solidFill xmlns:ns4="http://schemas.openxmlformats.org/drawingml/2006/main"><ns4:srgbClr val="1E2761"/></ns4:solidFill><ns5:ln xmlns:ns5="http://schemas.openxmlformats.org/drawingml/2006/main"><ns5:noFill/></ns5:ln></ns0:spPr></ns0:sp><ns0:sp><ns0:nvSpPr><ns0:cNvPr id="10" name="SlideTitle.Header"/><ns0:cNvSpPr><ns1:spLocks xmlns:ns1="http://schemas.openxmlformats.org/drawingml/2006/main" noGrp="1"/></ns0:cNvSpPr><ns0:nvPr><ns0:ph idx="15" type="body"/></ns0:nvPr></ns0:nvSpPr><ns0:spPr><ns2:xfrm xmlns:ns2="http://schemas.openxmlformats.org/drawingml/2006/main"><ns2:off x="731520" y="91440"/><ns2:ext cx="9144000" cy="475488"/></ns2:xfrm></ns0:spPr><ns0:txBody><ns3:bodyPr xmlns:ns3="http://schemas.openxmlformats.org/drawingml/2006/main" wrap="square" anchor="t" anchorCtr="0"/><ns4:lstStyle><ns4:defPPr><ns4:defRPr sz="2800" b="1"><ns4:solidFill><ns4:srgbClr val="FFFFFF"/></ns4:solidFill></ns4:defRPr></ns4:defPPr></ns4:lstStyle><ns4:defPPr algn="l"><ns4:buNone/><ns4:defRPr sz="2800" dirty="0" b="1"><ns4:solidFill><ns4:srgbClr val="FFFFFF"/></ns4:solidFill><ns4:latin typeface="Georgia"/><ns4:ea typeface="Georgia"/></ns4:defRPr></ns4:defPPr><ns4:lvl1pPr algn="l"><ns4:buNone/><ns4:defRPr sz="2800" dirty="0" b="1"><ns4:solidFill><ns4:srgbClr val="FFFFFF"/></ns4:solidFill><ns4:latin typeface="Georgia"/><ns4:ea typeface="Georgia"/></ns4:defRPr></ns4:lvl1pPr><ns4:lvl2pPr algn="l"><ns4:buNone/><ns4:defRPr sz="2800" dirty="0" b="1"><ns4:solidFill><ns4:srgbClr val="FFFFFF"/></ns4:solidFill><ns4:latin typeface="Georgia"/><ns4:ea typeface="Georgia"/></ns4:defRPr></ns4:lvl2pPr><ns4:lvl3pPr algn="l"><ns4:buNone/><ns4:defRPr sz="2800" dirty="0" b="1"><ns4:solidFill><ns4:srgbClr val="FFFFFF"/></ns4:solidFill><ns4:latin typeface="Georgia"/><ns4:ea typeface="Georgia"/></ns4:defRPr></ns4:lvl3pPr><ns4:lvl4pPr algn="l"><ns4:buNone/><ns4:defRPr sz="2800" dirty="0" b="1"><ns4:solidFill><ns4:srgbClr val="FFFFFF"/></ns4:solidFill><ns4:latin typeface="Georgia"/><ns4:ea typeface="Georgia"/></ns4:defRPr></ns4:lvl4pPr><ns4:lvl5pPr algn="l"><ns4:buNone/><ns4:defRPr sz="2800" dirty="0" b="1"><ns4:solidFill><ns4:srgbClr val="FFFFFF"/></ns4:solidFill><ns4:latin typeface="Georgia"/><ns4:ea typeface="Georgia"/></ns4:defRPr></ns4:lvl5pPr><ns4:lvl6pPr algn="l"><ns4:buNone/><ns4:defRPr sz="2800" dirty="0" b="1"><ns4:solidFill><ns4:srgbClr val="FFFFFF"/></ns4:solidFill><ns4:latin typeface="Georgia"/><ns4:ea typeface="Georgia"/></ns4:defRPr></ns4:lvl6pPr><ns4:lvl7pPr algn="l"><ns4:buNone/><ns4:defRPr sz="2800" dirty="0" b="1"><ns4:solidFill><ns4:srgbClr val="FFFFFF"/></ns4:solidFill><ns4:latin typeface="Georgia"/><ns4:ea typeface="Georgia"/></ns4:defRPr></ns4:lvl7pPr><ns4:lvl8pPr algn="l"><ns4:buNone/><ns4:defRPr sz="2800" dirty="0" b="1"><ns4:solidFill><ns4:srgbClr val="FFFFFF"/></ns4:solidFill><ns4:latin typeface="Georgia"/><ns4:ea typeface="Georgia"/></ns4:defRPr></ns4:lvl8pPr><ns4:lvl9pPr algn="l"><ns4:buNone/><ns4:defRPr sz="2800" dirty="0" b="1"><ns4:solidFill><ns4:srgbClr val="FFFFFF"/></ns4:solidFill><ns4:latin typeface="Georgia"/><ns4:ea typeface="Georgia"/></ns4:defRPr></ns4:lvl9pPr></ns4:lstStyle/><ns5:p xmlns:ns5="http://schemas.openxmlformats.org/drawingml/2006/main"><ns5:pPr algn="l"><ns5:buNone/></ns5:pPr><ns5:r><ns5:rPr lang="ja-JP"/><ns5:t>サブタイトル</ns5:t></ns5:r></ns5:p></ns0:txBody></ns0:sp><ns0:sp><ns0:nvSpPr><ns0:cNvPr id="20" name="Body.Left"/><ns0:cNvSpPr><ns1:spLocks xmlns:ns1="http://schemas.openxmlformats.org/drawingml/2006/main" noGrp="1"/></ns0:cNvSpPr><ns0:nvPr><ns0:ph idx="1" type="body"/></ns0:nvPr></ns0:nvSpPr><ns0:spPr><ns2:xfrm xmlns:ns2="http://schemas.openxmlformats.org/drawingml/2006/main"><ns2:off x="457200" y="1325880"/><ns2:ext cx="7772400" cy="4937760"/></ns2:xfrm></ns0:spPr><ns0:txBody><ns3:bodyPr xmlns:ns3="http://schemas.openxmlformats.org/drawingml/2006/main" wrap="square" anchor="t" anchorCtr="0"/><ns4:lstStyle/><ns4:defPPr algn="l"><ns4:buNone/><ns4:defRPr sz="1400" dirty="0"><ns4:solidFill><ns4:srgbClr val="1E293B"/></ns4:solidFill><ns4:latin typeface="Calibri"/><ns4:ea typeface="Calibri"/></ns4:defRPr></ns4:defPPr><ns4:lvl1pPr algn="l"><ns4:buNone/><ns4:defRPr sz="1400" dirty="0"><ns4:solidFill><ns4:srgbClr val="1E293B"/></ns4:solidFill><ns4:latin typeface="Calibri"/><ns4:ea typeface="Calibri"/></ns4:defRPr></ns4:lvl1pPr><ns4:lvl2pPr algn="l"><ns4:buNone/><ns4:defRPr sz="1400" dirty="0"><ns4:solidFill><ns4:srgbClr val="1E293B"/></ns4:solidFill><ns4:latin typeface="Calibri"/><ns4:ea typeface="Calibri"/></ns4:defRPr></ns4:lvl2pPr><ns4:lvl3pPr algn="l"><ns4:buNone/><ns4:defRPr sz="1400" dirty="0"><ns4:solidFill><ns4:srgbClr val="1E293B"/></ns4:solidFill><ns4:latin typeface="Calibri"/><ns4:ea typeface="Calibri"/></ns4:defRPr></ns4:lvl3pPr><ns4:lvl4pPr algn="l"><ns4:buNone/><ns4:defRPr sz="1400" dirty="0"><ns4:solidFill><ns4:srgbClr val="1E293B"/></ns4:solidFill><ns4:latin typeface="Calibri"/><ns4:ea typeface="Calibri"/></ns4:defRPr></ns4:lvl4pPr><ns4:lvl5pPr algn="l"><ns4:buNone/><ns4:defRPr sz="1400" dirty="0"><ns4:solidFill><ns4:srgbClr val="1E293B"/></ns4:solidFill><ns4:latin typeface="Calibri"/><ns4:ea typeface="Calibri"/></ns4:defRPr></ns4:lvl5pPr><ns4:lvl6pPr algn="l"><ns4:buNone/><ns4:defRPr sz="1400" dirty="0"><ns4:solidFill><ns4:srgbClr val="1E293B"/></ns4:solidFill><ns4:latin typeface="Calibri"/><ns4:ea typeface="Calibri"/></ns4:defRPr></ns4:lvl6pPr><ns4:lvl7pPr algn="l"><ns4:buNone/><ns4:defRPr sz="1400" dirty="0"><ns4:solidFill><ns4:srgbClr val="1E293B"/></ns4:solidFill><ns4:latin typeface="Calibri"/><ns4:ea typeface="Calibri"/></ns4:defRPr></ns4:lvl7pPr><ns4:lvl8pPr algn="l"><ns4:buNone/><ns4:defRPr sz="1400" dirty="0"><ns4:solidFill><ns4:srgbClr val="1E293B"/></ns4:solidFill><ns4:latin typeface="Calibri"/><ns4:ea typeface="Calibri"/></ns4:defRPr></ns4:lvl8pPr><ns4:lvl9pPr algn="l"><ns4:buNone/><ns4:defRPr sz="1400" dirty="0"><ns4:solidFill><ns4:srgbClr val="1E293B"/></ns4:solidFill><ns4:latin typeface="Calibri"/><ns4:ea typeface="Calibri"/></ns4:defRPr></ns4:lvl9pPr></ns4:lstStyle/><ns5:p xmlns:ns5="http://schemas.openxmlformats.org/drawingml/2006/main"><ns5:pPr algn="l"><ns5:buNone/></ns5:pPr><ns5:r><ns5:rPr lang="ja-JP"/><ns5:t>コメント・注記

テーブルの補足情報</ns5:t></ns5:r></ns5:p></ns0:txBody></ns0:sp><ns0:sp><ns0:nvSpPr><ns0:cNvPr id="30" name="SlideNum.Footer"/><ns0:cNvSpPr><ns1:spLocks xmlns:ns1="http://schemas.openxmlformats.org/drawingml/2006/main" noGrp="1"/></ns0:cNvSpPr><ns0:nvPr><ns0:ph idx="50" type="sldNum"/></ns0:nvPr></ns0:nvSpPr><ns0:spPr><ns2:xfrm xmlns:ns2="http://schemas.openxmlformats.org/drawingml/2006/main"><ns2:off x="10972800" y="6446520"/><ns2:ext cx="1097280" cy="274320"/></ns2:xfrm></ns0:spPr><ns0:txBody><ns3:bodyPr xmlns:ns3="http://schemas.openxmlformats.org/drawingml/2006/main" wrap="square" anchor="t" anchorCtr="0"/><ns4:lstStyle><ns4:defPPr algn="r"><ns4:defRPr sz="1000"><ns4:solidFill><ns4:srgbClr val="94A3B8"/></ns4:solidFill></ns4:defRPr></ns4:defPPr></ns4:lstStyle><ns4:defPPr algn="r"><ns4:buNone/><ns4:defRPr sz="1000" dirty="0"><ns4:solidFill><ns4:srgbClr val="94A3B8"/></ns4:solidFill><ns4:latin typeface="Calibri"/><ns4:ea typeface="Calibri"/></ns4:defRPr></ns4:defPPr><ns4:lvl1pPr algn="r"><ns4:buNone/><ns4:defRPr sz="1000" dirty="0"><ns4:solidFill><ns4:srgbClr val="94A3B8"/></ns4:solidFill><ns4:latin typeface="Calibri"/><ns4:ea typeface="Calibri"/></ns4:defRPr></ns4:lvl1pPr><ns4:lvl2pPr algn="r"><ns4:buNone/><ns4:defRPr sz="1000" dirty="0"><ns4:solidFill><ns4:srgbClr val="94A3B8"/></ns4:solidFill><ns4:latin typeface="Calibri"/><ns4:ea typeface="Calibri"/></ns4:defRPr></ns4:lvl2pPr><ns4:lvl3pPr algn="r"><ns4:buNone/><ns4:defRPr sz="1000" dirty="0"><ns4:solidFill><ns4:srgbClr val="94A3B8"/></ns4:solidFill><ns4:latin typeface="Calibri"/><ns4:ea typeface="Calibri"/></ns4:defRPr></ns4:lvl3pPr><ns4:lvl4pPr algn="r"><ns4:buNone/><ns4:defRPr sz="1000" dirty="0"><ns4:solidFill><ns4:srgbClr val="94A3B8"/></ns4:solidFill><ns4:latin typeface="Calibri"/><ns4:ea typeface="Calibri"/></ns4:defRPr></ns4:lvl4pPr><ns4:lvl5pPr algn="r"><ns4:buNone/><ns4:defRPr sz="1000" dirty="0"><ns4:solidFill><ns4:srgbClr val="94A3B8"/></ns4:solidFill><ns4:latin typeface="Calibri"/><ns4:ea typeface="Calibri"/></ns4:defRPr></ns4:lvl5pPr><ns4:lvl6pPr algn="r"><ns4:buNone/><ns4:defRPr sz="1000" dirty="0"><ns4:solidFill><ns4:srgbClr val="94A3B8"/></ns4:solidFill><ns4:latin typeface="Calibri"/><ns4:ea typeface="Calibri"/></ns4:defRPr></ns4:lvl6pPr><ns4:lvl7pPr algn="r"><ns4:buNone/><ns4:defRPr sz="1000" dirty="0"><ns4:solidFill><ns4:srgbClr val="94A3B8"/></ns4:solidFill><ns4:latin typeface="Calibri"/><ns4:ea typeface="Calibri"/></ns4:defRPr></ns4:lvl7pPr><ns4:lvl8pPr algn="r"><ns4:buNone/><ns4:defRPr sz="1000" dirty="0"><ns4:solidFill><ns4:srgbClr val="94A3B8"/></ns4:solidFill><ns4:latin typeface="Calibri"/><ns4:ea typeface="Calibri"/></ns4:defRPr></ns4:lvl8pPr><ns4:lvl9pPr algn="r"><ns4:buNone/><ns4:defRPr sz="1000" dirty="0"><ns4:solidFill><ns4:srgbClr val="94A3B8"/></ns4:solidFill><ns4:latin typeface="Calibri"/><ns4:ea typeface="Calibri"/></ns4:defRPr></ns4:lvl9pPr></ns4:lstStyle><ns5:p xmlns:ns5="http://schemas.openxmlformats.org/drawingml/2006/main"><ns5:pPr algn="r"><ns5:buNone/></ns5:pPr><ns5:r><ns5:rPr lang="ja-JP"/><ns5:t>&lt;#&gt;</ns5:t></ns5:r></ns5:p></ns0:txBody></ns0:sp></ns0:spTree></ns0:cSld><ns0:clrMapOvr/></ns0:sldLayout>
</file>

<file path=ppt/slideLayouts/slideLayout23.xml><?xml version='1.0' encoding='UTF-8' standalone='yes'?>
<ns0:sldLayout xmlns:ns0="http://schemas.openxmlformats.org/presentationml/2006/main" type="blank" preserve="1"><ns0:cSld name="Compare.2Option.Versus"><ns0:spTree><ns0:nvGrpSpPr><ns0:cNvPr id="1" name=""/><ns0:cNvGrpSpPr/><ns0:nvPr/></ns0:nvGrpSpPr><ns0:grpSpPr><ns1:xfrm xmlns:ns1="http://schemas.openxmlformats.org/drawingml/2006/main"><ns1:off x="0" y="0"/><ns1:ext cx="0" cy="0"/><ns1:chOff x="0" y="0"/><ns1:chExt cx="0" cy="0"/></ns1:xfrm></ns0:grpSpPr><ns0:sp><ns0:nvSpPr><ns0:cNvPr id="2" name="HeaderBar"/><ns0:cNvSpPr><ns1:spLocks xmlns:ns1="http://schemas.openxmlformats.org/drawingml/2006/main" noGrp="1" noSelect="0" noRot="1" noMove="1"/></ns0:cNvSpPr><ns0:nvPr/></ns0:nvSpPr><ns0:spPr><ns2:xfrm xmlns:ns2="http://schemas.openxmlformats.org/drawingml/2006/main"><ns2:off x="0" y="0"/><ns2:ext cx="12192000" cy="1051560"/></ns2:xfrm><ns3:prstGeom xmlns:ns3="http://schemas.openxmlformats.org/drawingml/2006/main" prst="rect"/><ns4:solidFill xmlns:ns4="http://schemas.openxmlformats.org/drawingml/2006/main"><ns4:srgbClr val="1E2761"/></ns4:solidFill><ns5:ln xmlns:ns5="http://schemas.openxmlformats.org/drawingml/2006/main"><ns5:noFill/></ns5:ln></ns0:spPr></ns0:sp><ns0:sp><ns0:nvSpPr><ns0:cNvPr id="10" name="SlideTitle.Header"/><ns0:cNvSpPr><ns1:spLocks xmlns:ns1="http://schemas.openxmlformats.org/drawingml/2006/main" noGrp="1"/></ns0:cNvSpPr><ns0:nvPr><ns0:ph idx="15" type="body"/></ns0:nvPr></ns0:nvSpPr><ns0:spPr><ns2:xfrm xmlns:ns2="http://schemas.openxmlformats.org/drawingml/2006/main"><ns2:off x="731520" y="91440"/><ns2:ext cx="9144000" cy="475488"/></ns2:xfrm></ns0:spPr><ns0:txBody><ns3:bodyPr xmlns:ns3="http://schemas.openxmlformats.org/drawingml/2006/main" wrap="square" anchor="t" anchorCtr="0"/><ns4:lstStyle><ns4:defPPr><ns4:defRPr sz="2800" b="1"><ns4:solidFill><ns4:srgbClr val="FFFFFF"/></ns4:solidFill></ns4:defRPr></ns4:defPPr></ns4:lstStyle><ns4:defPPr algn="l"><ns4:buNone/><ns4:defRPr sz="2800" dirty="0" b="1"><ns4:solidFill><ns4:srgbClr val="FFFFFF"/></ns4:solidFill><ns4:latin typeface="Georgia"/><ns4:ea typeface="Georgia"/></ns4:defRPr></ns4:defPPr><ns4:lvl1pPr algn="l"><ns4:buNone/><ns4:defRPr sz="2800" dirty="0" b="1"><ns4:solidFill><ns4:srgbClr val="FFFFFF"/></ns4:solidFill><ns4:latin typeface="Georgia"/><ns4:ea typeface="Georgia"/></ns4:defRPr></ns4:lvl1pPr><ns4:lvl2pPr algn="l"><ns4:buNone/><ns4:defRPr sz="2800" dirty="0" b="1"><ns4:solidFill><ns4:srgbClr val="FFFFFF"/></ns4:solidFill><ns4:latin typeface="Georgia"/><ns4:ea typeface="Georgia"/></ns4:defRPr></ns4:lvl2pPr><ns4:lvl3pPr algn="l"><ns4:buNone/><ns4:defRPr sz="2800" dirty="0" b="1"><ns4:solidFill><ns4:srgbClr val="FFFFFF"/></ns4:solidFill><ns4:latin typeface="Georgia"/><ns4:ea typeface="Georgia"/></ns4:defRPr></ns4:lvl3pPr><ns4:lvl4pPr algn="l"><ns4:buNone/><ns4:defRPr sz="2800" dirty="0" b="1"><ns4:solidFill><ns4:srgbClr val="FFFFFF"/></ns4:solidFill><ns4:latin typeface="Georgia"/><ns4:ea typeface="Georgia"/></ns4:defRPr></ns4:lvl4pPr><ns4:lvl5pPr algn="l"><ns4:buNone/><ns4:defRPr sz="2800" dirty="0" b="1"><ns4:solidFill><ns4:srgbClr val="FFFFFF"/></ns4:solidFill><ns4:latin typeface="Georgia"/><ns4:ea typeface="Georgia"/></ns4:defRPr></ns4:lvl5pPr><ns4:lvl6pPr algn="l"><ns4:buNone/><ns4:defRPr sz="2800" dirty="0" b="1"><ns4:solidFill><ns4:srgbClr val="FFFFFF"/></ns4:solidFill><ns4:latin typeface="Georgia"/><ns4:ea typeface="Georgia"/></ns4:defRPr></ns4:lvl6pPr><ns4:lvl7pPr algn="l"><ns4:buNone/><ns4:defRPr sz="2800" dirty="0" b="1"><ns4:solidFill><ns4:srgbClr val="FFFFFF"/></ns4:solidFill><ns4:latin typeface="Georgia"/><ns4:ea typeface="Georgia"/></ns4:defRPr></ns4:lvl7pPr><ns4:lvl8pPr algn="l"><ns4:buNone/><ns4:defRPr sz="2800" dirty="0" b="1"><ns4:solidFill><ns4:srgbClr val="FFFFFF"/></ns4:solidFill><ns4:latin typeface="Georgia"/><ns4:ea typeface="Georgia"/></ns4:defRPr></ns4:lvl8pPr><ns4:lvl9pPr algn="l"><ns4:buNone/><ns4:defRPr sz="2800" dirty="0" b="1"><ns4:solidFill><ns4:srgbClr val="FFFFFF"/></ns4:solidFill><ns4:latin typeface="Georgia"/><ns4:ea typeface="Georgia"/></ns4:defRPr></ns4:lvl9pPr></ns4:lstStyle/><ns5:p xmlns:ns5="http://schemas.openxmlformats.org/drawingml/2006/main"><ns5:pPr algn="l"><ns5:buNone/></ns5:pPr><ns5:r><ns5:rPr lang="ja-JP"/><ns5:t>サブタイトル</ns5:t></ns5:r></ns5:p></ns0:txBody></ns0:sp><ns0:sp><ns0:nvSpPr><ns0:cNvPr id="5" name="PanelL"/><ns0:cNvSpPr><ns1:spLocks xmlns:ns1="http://schemas.openxmlformats.org/drawingml/2006/main" noGrp="1" noSelect="0" noRot="1" noMove="1"/></ns0:cNvSpPr><ns0:nvPr/></ns0:nvSpPr><ns0:spPr><ns2:xfrm xmlns:ns2="http://schemas.openxmlformats.org/drawingml/2006/main"><ns2:off x="457200" y="1280160"/><ns2:ext cx="5303520" cy="4937760"/></ns2:xfrm><ns3:prstGeom xmlns:ns3="http://schemas.openxmlformats.org/drawingml/2006/main" prst="roundRect"><ns3:avLst><ns3:gd name="adj" fmla="val 8000"/></ns3:avLst></ns3:prstGeom><ns4:solidFill xmlns:ns4="http://schemas.openxmlformats.org/drawingml/2006/main"><ns4:srgbClr val="EDF0F7"/></ns4:solidFill><ns5:ln xmlns:ns5="http://schemas.openxmlformats.org/drawingml/2006/main"><ns5:noFill/></ns5:ln></ns0:spPr></ns0:sp><ns0:sp><ns0:nvSpPr><ns0:cNvPr id="6" name="PanelR"/><ns0:cNvSpPr><ns1:spLocks xmlns:ns1="http://schemas.openxmlformats.org/drawingml/2006/main" noGrp="1" noSelect="0" noRot="1" noMove="1"/></ns0:cNvSpPr><ns0:nvPr/></ns0:nvSpPr><ns0:spPr><ns2:xfrm xmlns:ns2="http://schemas.openxmlformats.org/drawingml/2006/main"><ns2:off x="6126480" y="1280160"/><ns2:ext cx="5394960" cy="4937760"/></ns2:xfrm><ns3:prstGeom xmlns:ns3="http://schemas.openxmlformats.org/drawingml/2006/main" prst="roundRect"><ns3:avLst><ns3:gd name="adj" fmla="val 8000"/></ns3:avLst></ns3:prstGeom><ns4:solidFill xmlns:ns4="http://schemas.openxmlformats.org/drawingml/2006/main"><ns4:srgbClr val="EDF0F7"/></ns4:solidFill><ns5:ln xmlns:ns5="http://schemas.openxmlformats.org/drawingml/2006/main"><ns5:noFill/></ns5:ln></ns0:spPr></ns0:sp><ns0:sp><ns0:nvSpPr><ns0:cNvPr id="7" name="AccentL"/><ns0:cNvSpPr><ns1:spLocks xmlns:ns1="http://schemas.openxmlformats.org/drawingml/2006/main" noGrp="1" noSelect="0" noRot="1" noMove="1"/></ns0:cNvSpPr><ns0:nvPr/></ns0:nvSpPr><ns0:spPr><ns2:xfrm xmlns:ns2="http://schemas.openxmlformats.org/drawingml/2006/main"><ns2:off x="457200" y="1280160"/><ns2:ext cx="5303520" cy="54864"/></ns2:xfrm><ns3:prstGeom xmlns:ns3="http://schemas.openxmlformats.org/drawingml/2006/main" prst="rect"/><ns4:solidFill xmlns:ns4="http://schemas.openxmlformats.org/drawingml/2006/main"><ns4:srgbClr val="3B82F6"/></ns4:solidFill><ns5:ln xmlns:ns5="http://schemas.openxmlformats.org/drawingml/2006/main"><ns5:noFill/></ns5:ln></ns0:spPr></ns0:sp><ns0:sp><ns0:nvSpPr><ns0:cNvPr id="8" name="AccentR"/><ns0:cNvSpPr><ns1:spLocks xmlns:ns1="http://schemas.openxmlformats.org/drawingml/2006/main" noGrp="1" noSelect="0" noRot="1" noMove="1"/></ns0:cNvSpPr><ns0:nvPr/></ns0:nvSpPr><ns0:spPr><ns2:xfrm xmlns:ns2="http://schemas.openxmlformats.org/drawingml/2006/main"><ns2:off x="6126480" y="1280160"/><ns2:ext cx="5394960" cy="54864"/></ns2:xfrm><ns3:prstGeom xmlns:ns3="http://schemas.openxmlformats.org/drawingml/2006/main" prst="rect"/><ns4:solidFill xmlns:ns4="http://schemas.openxmlformats.org/drawingml/2006/main"><ns4:srgbClr val="06B6D4"/></ns4:solidFill><ns5:ln xmlns:ns5="http://schemas.openxmlformats.org/drawingml/2006/main"><ns5:noFill/></ns5:ln></ns0:spPr></ns0:sp><ns0:sp><ns0:nvSpPr><ns0:cNvPr id="9" name="VS"/><ns0:cNvSpPr><ns1:spLocks xmlns:ns1="http://schemas.openxmlformats.org/drawingml/2006/main" noGrp="1"/></ns0:cNvSpPr><ns0:nvPr/></ns0:nvSpPr><ns0:spPr><ns2:xfrm xmlns:ns2="http://schemas.openxmlformats.org/drawingml/2006/main"><ns2:off x="5309408461680" y="3428121901679"/><ns2:ext cx="548640" cy="548640"/></ns2:xfrm><ns3:prstGeom xmlns:ns3="http://schemas.openxmlformats.org/drawingml/2006/main" prst="ellipse"/><ns4:solidFill xmlns:ns4="http://schemas.openxmlformats.org/drawingml/2006/main"><ns4:srgbClr val="1E2761"/></ns4:solidFill><ns5:ln xmlns:ns5="http://schemas.openxmlformats.org/drawingml/2006/main"><ns5:noFill/></ns5:ln></ns0:spPr></ns0:sp><ns0:sp><ns0:nvSpPr><ns0:cNvPr id="20" name="OptionLabel1.Left"/><ns0:cNvSpPr><ns1:spLocks xmlns:ns1="http://schemas.openxmlformats.org/drawingml/2006/main" noGrp="1"/></ns0:cNvSpPr><ns0:nvPr><ns0:ph idx="1" type="body"/></ns0:nvPr></ns0:nvSpPr><ns0:spPr><ns2:xfrm xmlns:ns2="http://schemas.openxmlformats.org/drawingml/2006/main"><ns2:off x="731520" y="1554480"/><ns2:ext cx="4754880" cy="457200"/></ns2:xfrm></ns0:spPr><ns0:txBody><ns3:bodyPr xmlns:ns3="http://schemas.openxmlformats.org/drawingml/2006/main" wrap="square" anchor="t" anchorCtr="0"/><ns4:lstStyle><ns4:defPPr><ns4:defRPr sz="1600" b="1"><ns4:solidFill><ns4:srgbClr val="3B82F6"/></ns4:solidFill></ns4:defRPr></ns4:defPPr></ns4:lstStyle><ns4:defPPr algn="l"><ns4:buNone/><ns4:defRPr sz="1600" dirty="0" b="1"><ns4:solidFill><ns4:srgbClr val="3B82F6"/></ns4:solidFill><ns4:latin typeface="Calibri"/><ns4:ea typeface="Calibri"/></ns4:defRPr></ns4:defPPr><ns4:lvl1pPr algn="l"><ns4:buNone/><ns4:defRPr sz="1600" dirty="0" b="1"><ns4:solidFill><ns4:srgbClr val="3B82F6"/></ns4:solidFill><ns4:latin typeface="Calibri"/><ns4:ea typeface="Calibri"/></ns4:defRPr></ns4:lvl1pPr><ns4:lvl2pPr algn="l"><ns4:buNone/><ns4:defRPr sz="1600" dirty="0" b="1"><ns4:solidFill><ns4:srgbClr val="3B82F6"/></ns4:solidFill><ns4:latin typeface="Calibri"/><ns4:ea typeface="Calibri"/></ns4:defRPr></ns4:lvl2pPr><ns4:lvl3pPr algn="l"><ns4:buNone/><ns4:defRPr sz="1600" dirty="0" b="1"><ns4:solidFill><ns4:srgbClr val="3B82F6"/></ns4:solidFill><ns4:latin typeface="Calibri"/><ns4:ea typeface="Calibri"/></ns4:defRPr></ns4:lvl3pPr><ns4:lvl4pPr algn="l"><ns4:buNone/><ns4:defRPr sz="1600" dirty="0" b="1"><ns4:solidFill><ns4:srgbClr val="3B82F6"/></ns4:solidFill><ns4:latin typeface="Calibri"/><ns4:ea typeface="Calibri"/></ns4:defRPr></ns4:lvl4pPr><ns4:lvl5pPr algn="l"><ns4:buNone/><ns4:defRPr sz="1600" dirty="0" b="1"><ns4:solidFill><ns4:srgbClr val="3B82F6"/></ns4:solidFill><ns4:latin typeface="Calibri"/><ns4:ea typeface="Calibri"/></ns4:defRPr></ns4:lvl5pPr><ns4:lvl6pPr algn="l"><ns4:buNone/><ns4:defRPr sz="1600" dirty="0" b="1"><ns4:solidFill><ns4:srgbClr val="3B82F6"/></ns4:solidFill><ns4:latin typeface="Calibri"/><ns4:ea typeface="Calibri"/></ns4:defRPr></ns4:lvl6pPr><ns4:lvl7pPr algn="l"><ns4:buNone/><ns4:defRPr sz="1600" dirty="0" b="1"><ns4:solidFill><ns4:srgbClr val="3B82F6"/></ns4:solidFill><ns4:latin typeface="Calibri"/><ns4:ea typeface="Calibri"/></ns4:defRPr></ns4:lvl7pPr><ns4:lvl8pPr algn="l"><ns4:buNone/><ns4:defRPr sz="1600" dirty="0" b="1"><ns4:solidFill><ns4:srgbClr val="3B82F6"/></ns4:solidFill><ns4:latin typeface="Calibri"/><ns4:ea typeface="Calibri"/></ns4:defRPr></ns4:lvl8pPr><ns4:lvl9pPr algn="l"><ns4:buNone/><ns4:defRPr sz="1600" dirty="0" b="1"><ns4:solidFill><ns4:srgbClr val="3B82F6"/></ns4:solidFill><ns4:latin typeface="Calibri"/><ns4:ea typeface="Calibri"/></ns4:defRPr></ns4:lvl9pPr></ns4:lstStyle/><ns5:p xmlns:ns5="http://schemas.openxmlformats.org/drawingml/2006/main"><ns5:pPr algn="l"><ns5:buNone/></ns5:pPr><ns5:r><ns5:rPr lang="ja-JP"/><ns5:t>内容を入力</ns5:t></ns5:r></ns5:p></ns0:txBody></ns0:sp><ns0:sp><ns0:nvSpPr><ns0:cNvPr id="22" name="OptionLabel2.Right"/><ns0:cNvSpPr><ns1:spLocks xmlns:ns1="http://schemas.openxmlformats.org/drawingml/2006/main" noGrp="1"/></ns0:cNvSpPr><ns0:nvPr><ns0:ph idx="3" type="body"/></ns0:nvPr></ns0:nvSpPr><ns0:spPr><ns2:xfrm xmlns:ns2="http://schemas.openxmlformats.org/drawingml/2006/main"><ns2:off x="6400800" y="1554480"/><ns2:ext cx="4846320" cy="457200"/></ns2:xfrm></ns0:spPr><ns0:txBody><ns3:bodyPr xmlns:ns3="http://schemas.openxmlformats.org/drawingml/2006/main" wrap="square" anchor="t" anchorCtr="0"/><ns4:lstStyle><ns4:defPPr><ns4:defRPr sz="1600" b="1"><ns4:solidFill><ns4:srgbClr val="06B6D4"/></ns4:solidFill></ns4:defRPr></ns4:defPPr></ns4:lstStyle><ns4:defPPr algn="l"><ns4:buNone/><ns4:defRPr sz="1600" dirty="0" b="1"><ns4:solidFill><ns4:srgbClr val="06B6D4"/></ns4:solidFill><ns4:latin typeface="Calibri"/><ns4:ea typeface="Calibri"/></ns4:defRPr></ns4:defPPr><ns4:lvl1pPr algn="l"><ns4:buNone/><ns4:defRPr sz="1600" dirty="0" b="1"><ns4:solidFill><ns4:srgbClr val="06B6D4"/></ns4:solidFill><ns4:latin typeface="Calibri"/><ns4:ea typeface="Calibri"/></ns4:defRPr></ns4:lvl1pPr><ns4:lvl2pPr algn="l"><ns4:buNone/><ns4:defRPr sz="1600" dirty="0" b="1"><ns4:solidFill><ns4:srgbClr val="06B6D4"/></ns4:solidFill><ns4:latin typeface="Calibri"/><ns4:ea typeface="Calibri"/></ns4:defRPr></ns4:lvl2pPr><ns4:lvl3pPr algn="l"><ns4:buNone/><ns4:defRPr sz="1600" dirty="0" b="1"><ns4:solidFill><ns4:srgbClr val="06B6D4"/></ns4:solidFill><ns4:latin typeface="Calibri"/><ns4:ea typeface="Calibri"/></ns4:defRPr></ns4:lvl3pPr><ns4:lvl4pPr algn="l"><ns4:buNone/><ns4:defRPr sz="1600" dirty="0" b="1"><ns4:solidFill><ns4:srgbClr val="06B6D4"/></ns4:solidFill><ns4:latin typeface="Calibri"/><ns4:ea typeface="Calibri"/></ns4:defRPr></ns4:lvl4pPr><ns4:lvl5pPr algn="l"><ns4:buNone/><ns4:defRPr sz="1600" dirty="0" b="1"><ns4:solidFill><ns4:srgbClr val="06B6D4"/></ns4:solidFill><ns4:latin typeface="Calibri"/><ns4:ea typeface="Calibri"/></ns4:defRPr></ns4:lvl5pPr><ns4:lvl6pPr algn="l"><ns4:buNone/><ns4:defRPr sz="1600" dirty="0" b="1"><ns4:solidFill><ns4:srgbClr val="06B6D4"/></ns4:solidFill><ns4:latin typeface="Calibri"/><ns4:ea typeface="Calibri"/></ns4:defRPr></ns4:lvl6pPr><ns4:lvl7pPr algn="l"><ns4:buNone/><ns4:defRPr sz="1600" dirty="0" b="1"><ns4:solidFill><ns4:srgbClr val="06B6D4"/></ns4:solidFill><ns4:latin typeface="Calibri"/><ns4:ea typeface="Calibri"/></ns4:defRPr></ns4:lvl7pPr><ns4:lvl8pPr algn="l"><ns4:buNone/><ns4:defRPr sz="1600" dirty="0" b="1"><ns4:solidFill><ns4:srgbClr val="06B6D4"/></ns4:solidFill><ns4:latin typeface="Calibri"/><ns4:ea typeface="Calibri"/></ns4:defRPr></ns4:lvl8pPr><ns4:lvl9pPr algn="l"><ns4:buNone/><ns4:defRPr sz="1600" dirty="0" b="1"><ns4:solidFill><ns4:srgbClr val="06B6D4"/></ns4:solidFill><ns4:latin typeface="Calibri"/><ns4:ea typeface="Calibri"/></ns4:defRPr></ns4:lvl9pPr></ns4:lstStyle/><ns5:p xmlns:ns5="http://schemas.openxmlformats.org/drawingml/2006/main"><ns5:pPr algn="l"><ns5:buNone/></ns5:pPr><ns5:r><ns5:rPr lang="ja-JP"/><ns5:t>内容を入力</ns5:t></ns5:r></ns5:p></ns0:txBody></ns0:sp><ns0:sp><ns0:nvSpPr><ns0:cNvPr id="30" name="SlideNum.Footer"/><ns0:cNvSpPr><ns1:spLocks xmlns:ns1="http://schemas.openxmlformats.org/drawingml/2006/main" noGrp="1"/></ns0:cNvSpPr><ns0:nvPr><ns0:ph idx="50" type="sldNum"/></ns0:nvPr></ns0:nvSpPr><ns0:spPr><ns2:xfrm xmlns:ns2="http://schemas.openxmlformats.org/drawingml/2006/main"><ns2:off x="10972800" y="6446520"/><ns2:ext cx="1097280" cy="274320"/></ns2:xfrm></ns0:spPr><ns0:txBody><ns3:bodyPr xmlns:ns3="http://schemas.openxmlformats.org/drawingml/2006/main" wrap="square" anchor="t" anchorCtr="0"/><ns4:lstStyle><ns4:defPPr algn="r"><ns4:defRPr sz="1000"><ns4:solidFill><ns4:srgbClr val="94A3B8"/></ns4:solidFill></ns4:defRPr></ns4:defPPr></ns4:lstStyle><ns4:defPPr algn="r"><ns4:buNone/><ns4:defRPr sz="1000" dirty="0"><ns4:solidFill><ns4:srgbClr val="94A3B8"/></ns4:solidFill><ns4:latin typeface="Calibri"/><ns4:ea typeface="Calibri"/></ns4:defRPr></ns4:defPPr><ns4:lvl1pPr algn="r"><ns4:buNone/><ns4:defRPr sz="1000" dirty="0"><ns4:solidFill><ns4:srgbClr val="94A3B8"/></ns4:solidFill><ns4:latin typeface="Calibri"/><ns4:ea typeface="Calibri"/></ns4:defRPr></ns4:lvl1pPr><ns4:lvl2pPr algn="r"><ns4:buNone/><ns4:defRPr sz="1000" dirty="0"><ns4:solidFill><ns4:srgbClr val="94A3B8"/></ns4:solidFill><ns4:latin typeface="Calibri"/><ns4:ea typeface="Calibri"/></ns4:defRPr></ns4:lvl2pPr><ns4:lvl3pPr algn="r"><ns4:buNone/><ns4:defRPr sz="1000" dirty="0"><ns4:solidFill><ns4:srgbClr val="94A3B8"/></ns4:solidFill><ns4:latin typeface="Calibri"/><ns4:ea typeface="Calibri"/></ns4:defRPr></ns4:lvl3pPr><ns4:lvl4pPr algn="r"><ns4:buNone/><ns4:defRPr sz="1000" dirty="0"><ns4:solidFill><ns4:srgbClr val="94A3B8"/></ns4:solidFill><ns4:latin typeface="Calibri"/><ns4:ea typeface="Calibri"/></ns4:defRPr></ns4:lvl4pPr><ns4:lvl5pPr algn="r"><ns4:buNone/><ns4:defRPr sz="1000" dirty="0"><ns4:solidFill><ns4:srgbClr val="94A3B8"/></ns4:solidFill><ns4:latin typeface="Calibri"/><ns4:ea typeface="Calibri"/></ns4:defRPr></ns4:lvl5pPr><ns4:lvl6pPr algn="r"><ns4:buNone/><ns4:defRPr sz="1000" dirty="0"><ns4:solidFill><ns4:srgbClr val="94A3B8"/></ns4:solidFill><ns4:latin typeface="Calibri"/><ns4:ea typeface="Calibri"/></ns4:defRPr></ns4:lvl6pPr><ns4:lvl7pPr algn="r"><ns4:buNone/><ns4:defRPr sz="1000" dirty="0"><ns4:solidFill><ns4:srgbClr val="94A3B8"/></ns4:solidFill><ns4:latin typeface="Calibri"/><ns4:ea typeface="Calibri"/></ns4:defRPr></ns4:lvl7pPr><ns4:lvl8pPr algn="r"><ns4:buNone/><ns4:defRPr sz="1000" dirty="0"><ns4:solidFill><ns4:srgbClr val="94A3B8"/></ns4:solidFill><ns4:latin typeface="Calibri"/><ns4:ea typeface="Calibri"/></ns4:defRPr></ns4:lvl8pPr><ns4:lvl9pPr algn="r"><ns4:buNone/><ns4:defRPr sz="1000" dirty="0"><ns4:solidFill><ns4:srgbClr val="94A3B8"/></ns4:solidFill><ns4:latin typeface="Calibri"/><ns4:ea typeface="Calibri"/></ns4:defRPr></ns4:lvl9pPr></ns4:lstStyle><ns5:p xmlns:ns5="http://schemas.openxmlformats.org/drawingml/2006/main"><ns5:pPr algn="r"><ns5:buNone/></ns5:pPr><ns5:r><ns5:rPr lang="ja-JP"/><ns5:t>&lt;#&gt;</ns5:t></ns5:r></ns5:p></ns0:txBody></ns0:sp></ns0:spTree></ns0:cSld><ns0:clrMapOvr/></ns0:sldLayout>
</file>

<file path=ppt/slideLayouts/slideLayout24.xml><?xml version='1.0' encoding='UTF-8' standalone='yes'?>
<ns0:sldLayout xmlns:ns0="http://schemas.openxmlformats.org/presentationml/2006/main" type="blank" preserve="1"><ns0:cSld name="Compare.1Matrix.Single"><ns0:spTree><ns0:nvGrpSpPr><ns0:cNvPr id="1" name=""/><ns0:cNvGrpSpPr/><ns0:nvPr/></ns0:nvGrpSpPr><ns0:grpSpPr><ns1:xfrm xmlns:ns1="http://schemas.openxmlformats.org/drawingml/2006/main"><ns1:off x="0" y="0"/><ns1:ext cx="0" cy="0"/><ns1:chOff x="0" y="0"/><ns1:chExt cx="0" cy="0"/></ns1:xfrm></ns0:grpSpPr><ns0:sp><ns0:nvSpPr><ns0:cNvPr id="2" name="HeaderBar"/><ns0:cNvSpPr><ns1:spLocks xmlns:ns1="http://schemas.openxmlformats.org/drawingml/2006/main" noGrp="1" noSelect="0" noRot="1" noMove="1"/></ns0:cNvSpPr><ns0:nvPr/></ns0:nvSpPr><ns0:spPr><ns2:xfrm xmlns:ns2="http://schemas.openxmlformats.org/drawingml/2006/main"><ns2:off x="0" y="0"/><ns2:ext cx="12192000" cy="1051560"/></ns2:xfrm><ns3:prstGeom xmlns:ns3="http://schemas.openxmlformats.org/drawingml/2006/main" prst="rect"/><ns4:solidFill xmlns:ns4="http://schemas.openxmlformats.org/drawingml/2006/main"><ns4:srgbClr val="1E2761"/></ns4:solidFill><ns5:ln xmlns:ns5="http://schemas.openxmlformats.org/drawingml/2006/main"><ns5:noFill/></ns5:ln></ns0:spPr></ns0:sp><ns0:sp><ns0:nvSpPr><ns0:cNvPr id="10" name="SlideTitle.Header"/><ns0:cNvSpPr><ns1:spLocks xmlns:ns1="http://schemas.openxmlformats.org/drawingml/2006/main" noGrp="1"/></ns0:cNvSpPr><ns0:nvPr><ns0:ph idx="15" type="body"/></ns0:nvPr></ns0:nvSpPr><ns0:spPr><ns2:xfrm xmlns:ns2="http://schemas.openxmlformats.org/drawingml/2006/main"><ns2:off x="731520" y="91440"/><ns2:ext cx="9144000" cy="475488"/></ns2:xfrm></ns0:spPr><ns0:txBody><ns3:bodyPr xmlns:ns3="http://schemas.openxmlformats.org/drawingml/2006/main" wrap="square" anchor="t" anchorCtr="0"/><ns4:lstStyle><ns4:defPPr><ns4:defRPr sz="2800" b="1"><ns4:solidFill><ns4:srgbClr val="FFFFFF"/></ns4:solidFill></ns4:defRPr></ns4:defPPr></ns4:lstStyle><ns4:defPPr algn="l"><ns4:buNone/><ns4:defRPr sz="2800" dirty="0" b="1"><ns4:solidFill><ns4:srgbClr val="FFFFFF"/></ns4:solidFill><ns4:latin typeface="Georgia"/><ns4:ea typeface="Georgia"/></ns4:defRPr></ns4:defPPr><ns4:lvl1pPr algn="l"><ns4:buNone/><ns4:defRPr sz="2800" dirty="0" b="1"><ns4:solidFill><ns4:srgbClr val="FFFFFF"/></ns4:solidFill><ns4:latin typeface="Georgia"/><ns4:ea typeface="Georgia"/></ns4:defRPr></ns4:lvl1pPr><ns4:lvl2pPr algn="l"><ns4:buNone/><ns4:defRPr sz="2800" dirty="0" b="1"><ns4:solidFill><ns4:srgbClr val="FFFFFF"/></ns4:solidFill><ns4:latin typeface="Georgia"/><ns4:ea typeface="Georgia"/></ns4:defRPr></ns4:lvl2pPr><ns4:lvl3pPr algn="l"><ns4:buNone/><ns4:defRPr sz="2800" dirty="0" b="1"><ns4:solidFill><ns4:srgbClr val="FFFFFF"/></ns4:solidFill><ns4:latin typeface="Georgia"/><ns4:ea typeface="Georgia"/></ns4:defRPr></ns4:lvl3pPr><ns4:lvl4pPr algn="l"><ns4:buNone/><ns4:defRPr sz="2800" dirty="0" b="1"><ns4:solidFill><ns4:srgbClr val="FFFFFF"/></ns4:solidFill><ns4:latin typeface="Georgia"/><ns4:ea typeface="Georgia"/></ns4:defRPr></ns4:lvl4pPr><ns4:lvl5pPr algn="l"><ns4:buNone/><ns4:defRPr sz="2800" dirty="0" b="1"><ns4:solidFill><ns4:srgbClr val="FFFFFF"/></ns4:solidFill><ns4:latin typeface="Georgia"/><ns4:ea typeface="Georgia"/></ns4:defRPr></ns4:lvl5pPr><ns4:lvl6pPr algn="l"><ns4:buNone/><ns4:defRPr sz="2800" dirty="0" b="1"><ns4:solidFill><ns4:srgbClr val="FFFFFF"/></ns4:solidFill><ns4:latin typeface="Georgia"/><ns4:ea typeface="Georgia"/></ns4:defRPr></ns4:lvl6pPr><ns4:lvl7pPr algn="l"><ns4:buNone/><ns4:defRPr sz="2800" dirty="0" b="1"><ns4:solidFill><ns4:srgbClr val="FFFFFF"/></ns4:solidFill><ns4:latin typeface="Georgia"/><ns4:ea typeface="Georgia"/></ns4:defRPr></ns4:lvl7pPr><ns4:lvl8pPr algn="l"><ns4:buNone/><ns4:defRPr sz="2800" dirty="0" b="1"><ns4:solidFill><ns4:srgbClr val="FFFFFF"/></ns4:solidFill><ns4:latin typeface="Georgia"/><ns4:ea typeface="Georgia"/></ns4:defRPr></ns4:lvl8pPr><ns4:lvl9pPr algn="l"><ns4:buNone/><ns4:defRPr sz="2800" dirty="0" b="1"><ns4:solidFill><ns4:srgbClr val="FFFFFF"/></ns4:solidFill><ns4:latin typeface="Georgia"/><ns4:ea typeface="Georgia"/></ns4:defRPr></ns4:lvl9pPr></ns4:lstStyle/><ns5:p xmlns:ns5="http://schemas.openxmlformats.org/drawingml/2006/main"><ns5:pPr algn="l"><ns5:buNone/></ns5:pPr><ns5:r><ns5:rPr lang="ja-JP"/><ns5:t>サブタイトル</ns5:t></ns5:r></ns5:p></ns0:txBody></ns0:sp><ns0:sp><ns0:nvSpPr><ns0:cNvPr id="5" name="ContentBG"/><ns0:cNvSpPr><ns1:spLocks xmlns:ns1="http://schemas.openxmlformats.org/drawingml/2006/main" noGrp="1" noSelect="0" noRot="1" noMove="1"/></ns0:cNvSpPr><ns0:nvPr/></ns0:nvSpPr><ns0:spPr><ns2:xfrm xmlns:ns2="http://schemas.openxmlformats.org/drawingml/2006/main"><ns2:off x="457200" y="1280160"/><ns2:ext cx="11247120" cy="5029200"/></ns2:xfrm><ns3:prstGeom xmlns:ns3="http://schemas.openxmlformats.org/drawingml/2006/main" prst="rect"/><ns4:solidFill xmlns:ns4="http://schemas.openxmlformats.org/drawingml/2006/main"><ns4:srgbClr val="FFFFFF"/></ns4:solidFill><ns5:ln xmlns:ns5="http://schemas.openxmlformats.org/drawingml/2006/main"><ns5:noFill/></ns5:ln></ns0:spPr></ns0:sp><ns0:sp><ns0:nvSpPr><ns0:cNvPr id="30" name="SlideNum.Footer"/><ns0:cNvSpPr><ns1:spLocks xmlns:ns1="http://schemas.openxmlformats.org/drawingml/2006/main" noGrp="1"/></ns0:cNvSpPr><ns0:nvPr><ns0:ph idx="50" type="sldNum"/></ns0:nvPr></ns0:nvSpPr><ns0:spPr><ns2:xfrm xmlns:ns2="http://schemas.openxmlformats.org/drawingml/2006/main"><ns2:off x="10972800" y="6446520"/><ns2:ext cx="1097280" cy="274320"/></ns2:xfrm></ns0:spPr><ns0:txBody><ns3:bodyPr xmlns:ns3="http://schemas.openxmlformats.org/drawingml/2006/main" wrap="square" anchor="t" anchorCtr="0"/><ns4:lstStyle><ns4:defPPr algn="r"><ns4:defRPr sz="1000"><ns4:solidFill><ns4:srgbClr val="94A3B8"/></ns4:solidFill></ns4:defRPr></ns4:defPPr></ns4:lstStyle><ns4:defPPr algn="r"><ns4:buNone/><ns4:defRPr sz="1000" dirty="0"><ns4:solidFill><ns4:srgbClr val="94A3B8"/></ns4:solidFill><ns4:latin typeface="Calibri"/><ns4:ea typeface="Calibri"/></ns4:defRPr></ns4:defPPr><ns4:lvl1pPr algn="r"><ns4:buNone/><ns4:defRPr sz="1000" dirty="0"><ns4:solidFill><ns4:srgbClr val="94A3B8"/></ns4:solidFill><ns4:latin typeface="Calibri"/><ns4:ea typeface="Calibri"/></ns4:defRPr></ns4:lvl1pPr><ns4:lvl2pPr algn="r"><ns4:buNone/><ns4:defRPr sz="1000" dirty="0"><ns4:solidFill><ns4:srgbClr val="94A3B8"/></ns4:solidFill><ns4:latin typeface="Calibri"/><ns4:ea typeface="Calibri"/></ns4:defRPr></ns4:lvl2pPr><ns4:lvl3pPr algn="r"><ns4:buNone/><ns4:defRPr sz="1000" dirty="0"><ns4:solidFill><ns4:srgbClr val="94A3B8"/></ns4:solidFill><ns4:latin typeface="Calibri"/><ns4:ea typeface="Calibri"/></ns4:defRPr></ns4:lvl3pPr><ns4:lvl4pPr algn="r"><ns4:buNone/><ns4:defRPr sz="1000" dirty="0"><ns4:solidFill><ns4:srgbClr val="94A3B8"/></ns4:solidFill><ns4:latin typeface="Calibri"/><ns4:ea typeface="Calibri"/></ns4:defRPr></ns4:lvl4pPr><ns4:lvl5pPr algn="r"><ns4:buNone/><ns4:defRPr sz="1000" dirty="0"><ns4:solidFill><ns4:srgbClr val="94A3B8"/></ns4:solidFill><ns4:latin typeface="Calibri"/><ns4:ea typeface="Calibri"/></ns4:defRPr></ns4:lvl5pPr><ns4:lvl6pPr algn="r"><ns4:buNone/><ns4:defRPr sz="1000" dirty="0"><ns4:solidFill><ns4:srgbClr val="94A3B8"/></ns4:solidFill><ns4:latin typeface="Calibri"/><ns4:ea typeface="Calibri"/></ns4:defRPr></ns4:lvl6pPr><ns4:lvl7pPr algn="r"><ns4:buNone/><ns4:defRPr sz="1000" dirty="0"><ns4:solidFill><ns4:srgbClr val="94A3B8"/></ns4:solidFill><ns4:latin typeface="Calibri"/><ns4:ea typeface="Calibri"/></ns4:defRPr></ns4:lvl7pPr><ns4:lvl8pPr algn="r"><ns4:buNone/><ns4:defRPr sz="1000" dirty="0"><ns4:solidFill><ns4:srgbClr val="94A3B8"/></ns4:solidFill><ns4:latin typeface="Calibri"/><ns4:ea typeface="Calibri"/></ns4:defRPr></ns4:lvl8pPr><ns4:lvl9pPr algn="r"><ns4:buNone/><ns4:defRPr sz="1000" dirty="0"><ns4:solidFill><ns4:srgbClr val="94A3B8"/></ns4:solidFill><ns4:latin typeface="Calibri"/><ns4:ea typeface="Calibri"/></ns4:defRPr></ns4:lvl9pPr></ns4:lstStyle><ns5:p xmlns:ns5="http://schemas.openxmlformats.org/drawingml/2006/main"><ns5:pPr algn="r"><ns5:buNone/></ns5:pPr><ns5:r><ns5:rPr lang="ja-JP"/><ns5:t>&lt;#&gt;</ns5:t></ns5:r></ns5:p></ns0:txBody></ns0:sp></ns0:spTree></ns0:cSld><ns0:clrMapOvr/></ns0:sldLayout>
</file>

<file path=ppt/slideLayouts/slideLayout25.xml><?xml version='1.0' encoding='UTF-8' standalone='yes'?>
<ns0:sldLayout xmlns:ns0="http://schemas.openxmlformats.org/presentationml/2006/main" type="blank" preserve="1"><ns0:cSld name="Process.4Step.Sequential"><ns0:spTree><ns0:nvGrpSpPr><ns0:cNvPr id="1" name=""/><ns0:cNvGrpSpPr/><ns0:nvPr/></ns0:nvGrpSpPr><ns0:grpSpPr><ns1:xfrm xmlns:ns1="http://schemas.openxmlformats.org/drawingml/2006/main"><ns1:off x="0" y="0"/><ns1:ext cx="0" cy="0"/><ns1:chOff x="0" y="0"/><ns1:chExt cx="0" cy="0"/></ns1:xfrm></ns0:grpSpPr><ns0:sp><ns0:nvSpPr><ns0:cNvPr id="2" name="HeaderBar"/><ns0:cNvSpPr><ns1:spLocks xmlns:ns1="http://schemas.openxmlformats.org/drawingml/2006/main" noGrp="1" noSelect="0" noRot="1" noMove="1"/></ns0:cNvSpPr><ns0:nvPr/></ns0:nvSpPr><ns0:spPr><ns2:xfrm xmlns:ns2="http://schemas.openxmlformats.org/drawingml/2006/main"><ns2:off x="0" y="0"/><ns2:ext cx="12192000" cy="1051560"/></ns2:xfrm><ns3:prstGeom xmlns:ns3="http://schemas.openxmlformats.org/drawingml/2006/main" prst="rect"/><ns4:solidFill xmlns:ns4="http://schemas.openxmlformats.org/drawingml/2006/main"><ns4:srgbClr val="1E2761"/></ns4:solidFill><ns5:ln xmlns:ns5="http://schemas.openxmlformats.org/drawingml/2006/main"><ns5:noFill/></ns5:ln></ns0:spPr></ns0:sp><ns0:sp><ns0:nvSpPr><ns0:cNvPr id="10" name="SlideTitle.Header"/><ns0:cNvSpPr><ns1:spLocks xmlns:ns1="http://schemas.openxmlformats.org/drawingml/2006/main" noGrp="1"/></ns0:cNvSpPr><ns0:nvPr><ns0:ph idx="15" type="body"/></ns0:nvPr></ns0:nvSpPr><ns0:spPr><ns2:xfrm xmlns:ns2="http://schemas.openxmlformats.org/drawingml/2006/main"><ns2:off x="731520" y="91440"/><ns2:ext cx="9144000" cy="475488"/></ns2:xfrm></ns0:spPr><ns0:txBody><ns3:bodyPr xmlns:ns3="http://schemas.openxmlformats.org/drawingml/2006/main" wrap="square" anchor="t" anchorCtr="0"/><ns4:lstStyle><ns4:defPPr><ns4:defRPr sz="2800" b="1"><ns4:solidFill><ns4:srgbClr val="FFFFFF"/></ns4:solidFill></ns4:defRPr></ns4:defPPr></ns4:lstStyle><ns4:defPPr algn="l"><ns4:buNone/><ns4:defRPr sz="2800" dirty="0" b="1"><ns4:solidFill><ns4:srgbClr val="FFFFFF"/></ns4:solidFill><ns4:latin typeface="Georgia"/><ns4:ea typeface="Georgia"/></ns4:defRPr></ns4:defPPr><ns4:lvl1pPr algn="l"><ns4:buNone/><ns4:defRPr sz="2800" dirty="0" b="1"><ns4:solidFill><ns4:srgbClr val="FFFFFF"/></ns4:solidFill><ns4:latin typeface="Georgia"/><ns4:ea typeface="Georgia"/></ns4:defRPr></ns4:lvl1pPr><ns4:lvl2pPr algn="l"><ns4:buNone/><ns4:defRPr sz="2800" dirty="0" b="1"><ns4:solidFill><ns4:srgbClr val="FFFFFF"/></ns4:solidFill><ns4:latin typeface="Georgia"/><ns4:ea typeface="Georgia"/></ns4:defRPr></ns4:lvl2pPr><ns4:lvl3pPr algn="l"><ns4:buNone/><ns4:defRPr sz="2800" dirty="0" b="1"><ns4:solidFill><ns4:srgbClr val="FFFFFF"/></ns4:solidFill><ns4:latin typeface="Georgia"/><ns4:ea typeface="Georgia"/></ns4:defRPr></ns4:lvl3pPr><ns4:lvl4pPr algn="l"><ns4:buNone/><ns4:defRPr sz="2800" dirty="0" b="1"><ns4:solidFill><ns4:srgbClr val="FFFFFF"/></ns4:solidFill><ns4:latin typeface="Georgia"/><ns4:ea typeface="Georgia"/></ns4:defRPr></ns4:lvl4pPr><ns4:lvl5pPr algn="l"><ns4:buNone/><ns4:defRPr sz="2800" dirty="0" b="1"><ns4:solidFill><ns4:srgbClr val="FFFFFF"/></ns4:solidFill><ns4:latin typeface="Georgia"/><ns4:ea typeface="Georgia"/></ns4:defRPr></ns4:lvl5pPr><ns4:lvl6pPr algn="l"><ns4:buNone/><ns4:defRPr sz="2800" dirty="0" b="1"><ns4:solidFill><ns4:srgbClr val="FFFFFF"/></ns4:solidFill><ns4:latin typeface="Georgia"/><ns4:ea typeface="Georgia"/></ns4:defRPr></ns4:lvl6pPr><ns4:lvl7pPr algn="l"><ns4:buNone/><ns4:defRPr sz="2800" dirty="0" b="1"><ns4:solidFill><ns4:srgbClr val="FFFFFF"/></ns4:solidFill><ns4:latin typeface="Georgia"/><ns4:ea typeface="Georgia"/></ns4:defRPr></ns4:lvl7pPr><ns4:lvl8pPr algn="l"><ns4:buNone/><ns4:defRPr sz="2800" dirty="0" b="1"><ns4:solidFill><ns4:srgbClr val="FFFFFF"/></ns4:solidFill><ns4:latin typeface="Georgia"/><ns4:ea typeface="Georgia"/></ns4:defRPr></ns4:lvl8pPr><ns4:lvl9pPr algn="l"><ns4:buNone/><ns4:defRPr sz="2800" dirty="0" b="1"><ns4:solidFill><ns4:srgbClr val="FFFFFF"/></ns4:solidFill><ns4:latin typeface="Georgia"/><ns4:ea typeface="Georgia"/></ns4:defRPr></ns4:lvl9pPr></ns4:lstStyle/><ns5:p xmlns:ns5="http://schemas.openxmlformats.org/drawingml/2006/main"><ns5:pPr algn="l"><ns5:buNone/></ns5:pPr><ns5:r><ns5:rPr lang="ja-JP"/><ns5:t>サブタイトル</ns5:t></ns5:r></ns5:p></ns0:txBody></ns0:sp><ns0:sp><ns0:nvSpPr><ns0:cNvPr id="5" name="ConnLine"/><ns0:cNvSpPr><ns1:spLocks xmlns:ns1="http://schemas.openxmlformats.org/drawingml/2006/main" noGrp="1" noSelect="0" noRot="1" noMove="1"/></ns0:cNvSpPr><ns0:nvPr/></ns0:nvSpPr><ns0:spPr><ns2:xfrm xmlns:ns2="http://schemas.openxmlformats.org/drawingml/2006/main"><ns2:off x="1645920" y="2651760"/><ns2:ext cx="8869680" cy="36576"/></ns2:xfrm><ns3:prstGeom xmlns:ns3="http://schemas.openxmlformats.org/drawingml/2006/main" prst="rect"/><ns4:solidFill xmlns:ns4="http://schemas.openxmlformats.org/drawingml/2006/main"><ns4:srgbClr val="CADCFC"/></ns4:solidFill><ns5:ln xmlns:ns5="http://schemas.openxmlformats.org/drawingml/2006/main"><ns5:noFill/></ns5:ln></ns0:spPr></ns0:sp><ns0:sp><ns0:nvSpPr><ns0:cNvPr id="6" name="C1"/><ns0:cNvSpPr><ns1:spLocks xmlns:ns1="http://schemas.openxmlformats.org/drawingml/2006/main" noGrp="1"/></ns0:cNvSpPr><ns0:nvPr/></ns0:nvSpPr><ns0:spPr><ns2:xfrm xmlns:ns2="http://schemas.openxmlformats.org/drawingml/2006/main"><ns2:off x="1672254463968" y="2466575455968"/><ns2:ext cx="512064" cy="512064"/></ns2:xfrm><ns3:prstGeom xmlns:ns3="http://schemas.openxmlformats.org/drawingml/2006/main" prst="ellipse"/><ns4:solidFill xmlns:ns4="http://schemas.openxmlformats.org/drawingml/2006/main"><ns4:srgbClr val="3B82F6"/></ns4:solidFill><ns5:ln xmlns:ns5="http://schemas.openxmlformats.org/drawingml/2006/main"><ns5:noFill/></ns5:ln></ns0:spPr></ns0:sp><ns0:sp><ns0:nvSpPr><ns0:cNvPr id="7" name="C2"/><ns0:cNvSpPr><ns1:spLocks xmlns:ns1="http://schemas.openxmlformats.org/drawingml/2006/main" noGrp="1"/></ns0:cNvSpPr><ns0:nvPr/></ns0:nvSpPr><ns0:spPr><ns2:xfrm xmlns:ns2="http://schemas.openxmlformats.org/drawingml/2006/main"><ns2:off x="4347862015968" y="2466575455968"/><ns2:ext cx="512064" cy="512064"/></ns2:xfrm><ns3:prstGeom xmlns:ns3="http://schemas.openxmlformats.org/drawingml/2006/main" prst="ellipse"/><ns4:solidFill xmlns:ns4="http://schemas.openxmlformats.org/drawingml/2006/main"><ns4:srgbClr val="3B82F6"/></ns4:solidFill><ns5:ln xmlns:ns5="http://schemas.openxmlformats.org/drawingml/2006/main"><ns5:noFill/></ns5:ln></ns0:spPr></ns0:sp><ns0:sp><ns0:nvSpPr><ns0:cNvPr id="8" name="C3"/><ns0:cNvSpPr><ns1:spLocks xmlns:ns1="http://schemas.openxmlformats.org/drawingml/2006/main" noGrp="1"/></ns0:cNvSpPr><ns0:nvPr/></ns0:nvSpPr><ns0:spPr><ns2:xfrm xmlns:ns2="http://schemas.openxmlformats.org/drawingml/2006/main"><ns2:off x="7023469567968" y="2466575455968"/><ns2:ext cx="512064" cy="512064"/></ns2:xfrm><ns3:prstGeom xmlns:ns3="http://schemas.openxmlformats.org/drawingml/2006/main" prst="ellipse"/><ns4:solidFill xmlns:ns4="http://schemas.openxmlformats.org/drawingml/2006/main"><ns4:srgbClr val="3B82F6"/></ns4:solidFill><ns5:ln xmlns:ns5="http://schemas.openxmlformats.org/drawingml/2006/main"><ns5:noFill/></ns5:ln></ns0:spPr></ns0:sp><ns0:sp><ns0:nvSpPr><ns0:cNvPr id="9" name="C4"/><ns0:cNvSpPr><ns1:spLocks xmlns:ns1="http://schemas.openxmlformats.org/drawingml/2006/main" noGrp="1"/></ns0:cNvSpPr><ns0:nvPr/></ns0:nvSpPr><ns0:spPr><ns2:xfrm xmlns:ns2="http://schemas.openxmlformats.org/drawingml/2006/main"><ns2:off x="9615464383968" y="2466575455968"/><ns2:ext cx="512064" cy="512064"/></ns2:xfrm><ns3:prstGeom xmlns:ns3="http://schemas.openxmlformats.org/drawingml/2006/main" prst="ellipse"/><ns4:solidFill xmlns:ns4="http://schemas.openxmlformats.org/drawingml/2006/main"><ns4:srgbClr val="3B82F6"/></ns4:solidFill><ns5:ln xmlns:ns5="http://schemas.openxmlformats.org/drawingml/2006/main"><ns5:noFill/></ns5:ln></ns0:spPr></ns0:sp><ns0:sp><ns0:nvSpPr><ns0:cNvPr id="20" name="Step1.Left"/><ns0:cNvSpPr><ns1:spLocks xmlns:ns1="http://schemas.openxmlformats.org/drawingml/2006/main" noGrp="1"/></ns0:cNvSpPr><ns0:nvPr><ns0:ph idx="1" type="body"/></ns0:nvPr></ns0:nvSpPr><ns0:spPr><ns2:xfrm xmlns:ns2="http://schemas.openxmlformats.org/drawingml/2006/main"><ns2:off x="457200" y="3291840"/><ns2:ext cx="2560320" cy="2743200"/></ns2:xfrm></ns0:spPr><ns0:txBody><ns3:bodyPr xmlns:ns3="http://schemas.openxmlformats.org/drawingml/2006/main" wrap="square" anchor="t" anchorCtr="0"/><ns4:lstStyle><ns4:defPPr algn="ctr"><ns4:defRPr sz="1300"></ns4:defRPr></ns4:defPPr></ns4:lstStyle><ns4:defPPr algn="ctr"><ns4:buNone/><ns4:defRPr sz="1300" dirty="0"><ns4:solidFill><ns4:srgbClr val="1E293B"/></ns4:solidFill><ns4:latin typeface="Calibri"/><ns4:ea typeface="Calibri"/></ns4:defRPr></ns4:defPPr><ns4:lvl1pPr algn="ctr"><ns4:buNone/><ns4:defRPr sz="1300" dirty="0"><ns4:solidFill><ns4:srgbClr val="1E293B"/></ns4:solidFill><ns4:latin typeface="Calibri"/><ns4:ea typeface="Calibri"/></ns4:defRPr></ns4:lvl1pPr><ns4:lvl2pPr algn="ctr"><ns4:buNone/><ns4:defRPr sz="1300" dirty="0"><ns4:solidFill><ns4:srgbClr val="1E293B"/></ns4:solidFill><ns4:latin typeface="Calibri"/><ns4:ea typeface="Calibri"/></ns4:defRPr></ns4:lvl2pPr><ns4:lvl3pPr algn="ctr"><ns4:buNone/><ns4:defRPr sz="1300" dirty="0"><ns4:solidFill><ns4:srgbClr val="1E293B"/></ns4:solidFill><ns4:latin typeface="Calibri"/><ns4:ea typeface="Calibri"/></ns4:defRPr></ns4:lvl3pPr><ns4:lvl4pPr algn="ctr"><ns4:buNone/><ns4:defRPr sz="1300" dirty="0"><ns4:solidFill><ns4:srgbClr val="1E293B"/></ns4:solidFill><ns4:latin typeface="Calibri"/><ns4:ea typeface="Calibri"/></ns4:defRPr></ns4:lvl4pPr><ns4:lvl5pPr algn="ctr"><ns4:buNone/><ns4:defRPr sz="1300" dirty="0"><ns4:solidFill><ns4:srgbClr val="1E293B"/></ns4:solidFill><ns4:latin typeface="Calibri"/><ns4:ea typeface="Calibri"/></ns4:defRPr></ns4:lvl5pPr><ns4:lvl6pPr algn="ctr"><ns4:buNone/><ns4:defRPr sz="1300" dirty="0"><ns4:solidFill><ns4:srgbClr val="1E293B"/></ns4:solidFill><ns4:latin typeface="Calibri"/><ns4:ea typeface="Calibri"/></ns4:defRPr></ns4:lvl6pPr><ns4:lvl7pPr algn="ctr"><ns4:buNone/><ns4:defRPr sz="1300" dirty="0"><ns4:solidFill><ns4:srgbClr val="1E293B"/></ns4:solidFill><ns4:latin typeface="Calibri"/><ns4:ea typeface="Calibri"/></ns4:defRPr></ns4:lvl7pPr><ns4:lvl8pPr algn="ctr"><ns4:buNone/><ns4:defRPr sz="1300" dirty="0"><ns4:solidFill><ns4:srgbClr val="1E293B"/></ns4:solidFill><ns4:latin typeface="Calibri"/><ns4:ea typeface="Calibri"/></ns4:defRPr></ns4:lvl8pPr><ns4:lvl9pPr algn="ctr"><ns4:buNone/><ns4:defRPr sz="1300" dirty="0"><ns4:solidFill><ns4:srgbClr val="1E293B"/></ns4:solidFill><ns4:latin typeface="Calibri"/><ns4:ea typeface="Calibri"/></ns4:defRPr></ns4:lvl9pPr></ns4:lstStyle/><ns5:p xmlns:ns5="http://schemas.openxmlformats.org/drawingml/2006/main"><ns5:pPr algn="ctr"><ns5:buNone/></ns5:pPr><ns5:r><ns5:rPr lang="ja-JP"/><ns5:t>STEP 2
タイトル
説明テキスト</ns5:t></ns5:r></ns5:p></ns0:txBody></ns0:sp><ns0:sp><ns0:nvSpPr><ns0:cNvPr id="22" name="Step3.CenterRight"/><ns0:cNvSpPr><ns1:spLocks xmlns:ns1="http://schemas.openxmlformats.org/drawingml/2006/main" noGrp="1"/></ns0:cNvSpPr><ns0:nvPr><ns0:ph idx="3" type="body"/></ns0:nvPr></ns0:nvSpPr><ns0:spPr><ns2:xfrm xmlns:ns2="http://schemas.openxmlformats.org/drawingml/2006/main"><ns2:off x="6309360" y="3291840"/><ns2:ext cx="2560320" cy="2743200"/></ns2:xfrm></ns0:spPr><ns0:txBody><ns3:bodyPr xmlns:ns3="http://schemas.openxmlformats.org/drawingml/2006/main" wrap="square" anchor="t" anchorCtr="0"/><ns4:lstStyle><ns4:defPPr algn="ctr"><ns4:defRPr sz="1300"></ns4:defRPr></ns4:defPPr></ns4:lstStyle><ns4:defPPr algn="ctr"><ns4:buNone/><ns4:defRPr sz="1300" dirty="0"><ns4:solidFill><ns4:srgbClr val="1E293B"/></ns4:solidFill><ns4:latin typeface="Calibri"/><ns4:ea typeface="Calibri"/></ns4:defRPr></ns4:defPPr><ns4:lvl1pPr algn="ctr"><ns4:buNone/><ns4:defRPr sz="1300" dirty="0"><ns4:solidFill><ns4:srgbClr val="1E293B"/></ns4:solidFill><ns4:latin typeface="Calibri"/><ns4:ea typeface="Calibri"/></ns4:defRPr></ns4:lvl1pPr><ns4:lvl2pPr algn="ctr"><ns4:buNone/><ns4:defRPr sz="1300" dirty="0"><ns4:solidFill><ns4:srgbClr val="1E293B"/></ns4:solidFill><ns4:latin typeface="Calibri"/><ns4:ea typeface="Calibri"/></ns4:defRPr></ns4:lvl2pPr><ns4:lvl3pPr algn="ctr"><ns4:buNone/><ns4:defRPr sz="1300" dirty="0"><ns4:solidFill><ns4:srgbClr val="1E293B"/></ns4:solidFill><ns4:latin typeface="Calibri"/><ns4:ea typeface="Calibri"/></ns4:defRPr></ns4:lvl3pPr><ns4:lvl4pPr algn="ctr"><ns4:buNone/><ns4:defRPr sz="1300" dirty="0"><ns4:solidFill><ns4:srgbClr val="1E293B"/></ns4:solidFill><ns4:latin typeface="Calibri"/><ns4:ea typeface="Calibri"/></ns4:defRPr></ns4:lvl4pPr><ns4:lvl5pPr algn="ctr"><ns4:buNone/><ns4:defRPr sz="1300" dirty="0"><ns4:solidFill><ns4:srgbClr val="1E293B"/></ns4:solidFill><ns4:latin typeface="Calibri"/><ns4:ea typeface="Calibri"/></ns4:defRPr></ns4:lvl5pPr><ns4:lvl6pPr algn="ctr"><ns4:buNone/><ns4:defRPr sz="1300" dirty="0"><ns4:solidFill><ns4:srgbClr val="1E293B"/></ns4:solidFill><ns4:latin typeface="Calibri"/><ns4:ea typeface="Calibri"/></ns4:defRPr></ns4:lvl6pPr><ns4:lvl7pPr algn="ctr"><ns4:buNone/><ns4:defRPr sz="1300" dirty="0"><ns4:solidFill><ns4:srgbClr val="1E293B"/></ns4:solidFill><ns4:latin typeface="Calibri"/><ns4:ea typeface="Calibri"/></ns4:defRPr></ns4:lvl7pPr><ns4:lvl8pPr algn="ctr"><ns4:buNone/><ns4:defRPr sz="1300" dirty="0"><ns4:solidFill><ns4:srgbClr val="1E293B"/></ns4:solidFill><ns4:latin typeface="Calibri"/><ns4:ea typeface="Calibri"/></ns4:defRPr></ns4:lvl8pPr><ns4:lvl9pPr algn="ctr"><ns4:buNone/><ns4:defRPr sz="1300" dirty="0"><ns4:solidFill><ns4:srgbClr val="1E293B"/></ns4:solidFill><ns4:latin typeface="Calibri"/><ns4:ea typeface="Calibri"/></ns4:defRPr></ns4:lvl9pPr></ns4:lstStyle/><ns5:p xmlns:ns5="http://schemas.openxmlformats.org/drawingml/2006/main"><ns5:pPr algn="ctr"><ns5:buNone/></ns5:pPr><ns5:r><ns5:rPr lang="ja-JP"/><ns5:t>STEP 4
タイトル
説明テキスト</ns5:t></ns5:r></ns5:p></ns0:txBody></ns0:sp><ns0:sp><ns0:nvSpPr><ns0:cNvPr id="30" name="SlideNum.Footer"/><ns0:cNvSpPr><ns1:spLocks xmlns:ns1="http://schemas.openxmlformats.org/drawingml/2006/main" noGrp="1"/></ns0:cNvSpPr><ns0:nvPr><ns0:ph idx="50" type="sldNum"/></ns0:nvPr></ns0:nvSpPr><ns0:spPr><ns2:xfrm xmlns:ns2="http://schemas.openxmlformats.org/drawingml/2006/main"><ns2:off x="10972800" y="6446520"/><ns2:ext cx="1097280" cy="274320"/></ns2:xfrm></ns0:spPr><ns0:txBody><ns3:bodyPr xmlns:ns3="http://schemas.openxmlformats.org/drawingml/2006/main" wrap="square" anchor="t" anchorCtr="0"/><ns4:lstStyle><ns4:defPPr algn="r"><ns4:defRPr sz="1000"><ns4:solidFill><ns4:srgbClr val="94A3B8"/></ns4:solidFill></ns4:defRPr></ns4:defPPr></ns4:lstStyle><ns4:defPPr algn="r"><ns4:buNone/><ns4:defRPr sz="1000" dirty="0"><ns4:solidFill><ns4:srgbClr val="94A3B8"/></ns4:solidFill><ns4:latin typeface="Calibri"/><ns4:ea typeface="Calibri"/></ns4:defRPr></ns4:defPPr><ns4:lvl1pPr algn="r"><ns4:buNone/><ns4:defRPr sz="1000" dirty="0"><ns4:solidFill><ns4:srgbClr val="94A3B8"/></ns4:solidFill><ns4:latin typeface="Calibri"/><ns4:ea typeface="Calibri"/></ns4:defRPr></ns4:lvl1pPr><ns4:lvl2pPr algn="r"><ns4:buNone/><ns4:defRPr sz="1000" dirty="0"><ns4:solidFill><ns4:srgbClr val="94A3B8"/></ns4:solidFill><ns4:latin typeface="Calibri"/><ns4:ea typeface="Calibri"/></ns4:defRPr></ns4:lvl2pPr><ns4:lvl3pPr algn="r"><ns4:buNone/><ns4:defRPr sz="1000" dirty="0"><ns4:solidFill><ns4:srgbClr val="94A3B8"/></ns4:solidFill><ns4:latin typeface="Calibri"/><ns4:ea typeface="Calibri"/></ns4:defRPr></ns4:lvl3pPr><ns4:lvl4pPr algn="r"><ns4:buNone/><ns4:defRPr sz="1000" dirty="0"><ns4:solidFill><ns4:srgbClr val="94A3B8"/></ns4:solidFill><ns4:latin typeface="Calibri"/><ns4:ea typeface="Calibri"/></ns4:defRPr></ns4:lvl4pPr><ns4:lvl5pPr algn="r"><ns4:buNone/><ns4:defRPr sz="1000" dirty="0"><ns4:solidFill><ns4:srgbClr val="94A3B8"/></ns4:solidFill><ns4:latin typeface="Calibri"/><ns4:ea typeface="Calibri"/></ns4:defRPr></ns4:lvl5pPr><ns4:lvl6pPr algn="r"><ns4:buNone/><ns4:defRPr sz="1000" dirty="0"><ns4:solidFill><ns4:srgbClr val="94A3B8"/></ns4:solidFill><ns4:latin typeface="Calibri"/><ns4:ea typeface="Calibri"/></ns4:defRPr></ns4:lvl6pPr><ns4:lvl7pPr algn="r"><ns4:buNone/><ns4:defRPr sz="1000" dirty="0"><ns4:solidFill><ns4:srgbClr val="94A3B8"/></ns4:solidFill><ns4:latin typeface="Calibri"/><ns4:ea typeface="Calibri"/></ns4:defRPr></ns4:lvl7pPr><ns4:lvl8pPr algn="r"><ns4:buNone/><ns4:defRPr sz="1000" dirty="0"><ns4:solidFill><ns4:srgbClr val="94A3B8"/></ns4:solidFill><ns4:latin typeface="Calibri"/><ns4:ea typeface="Calibri"/></ns4:defRPr></ns4:lvl8pPr><ns4:lvl9pPr algn="r"><ns4:buNone/><ns4:defRPr sz="1000" dirty="0"><ns4:solidFill><ns4:srgbClr val="94A3B8"/></ns4:solidFill><ns4:latin typeface="Calibri"/><ns4:ea typeface="Calibri"/></ns4:defRPr></ns4:lvl9pPr></ns4:lstStyle><ns5:p xmlns:ns5="http://schemas.openxmlformats.org/drawingml/2006/main"><ns5:pPr algn="r"><ns5:buNone/></ns5:pPr><ns5:r><ns5:rPr lang="ja-JP"/><ns5:t>&lt;#&gt;</ns5:t></ns5:r></ns5:p></ns0:txBody></ns0:sp></ns0:spTree></ns0:cSld><ns0:clrMapOvr/></ns0:sldLayout>
</file>

<file path=ppt/slideLayouts/slideLayout26.xml><?xml version='1.0' encoding='UTF-8' standalone='yes'?>
<ns0:sldLayout xmlns:ns0="http://schemas.openxmlformats.org/presentationml/2006/main" type="blank" preserve="1"><ns0:cSld name="Process.3Step.Sequential"><ns0:spTree><ns0:nvGrpSpPr><ns0:cNvPr id="1" name=""/><ns0:cNvGrpSpPr/><ns0:nvPr/></ns0:nvGrpSpPr><ns0:grpSpPr><ns1:xfrm xmlns:ns1="http://schemas.openxmlformats.org/drawingml/2006/main"><ns1:off x="0" y="0"/><ns1:ext cx="0" cy="0"/><ns1:chOff x="0" y="0"/><ns1:chExt cx="0" cy="0"/></ns1:xfrm></ns0:grpSpPr><ns0:sp><ns0:nvSpPr><ns0:cNvPr id="2" name="HeaderBar"/><ns0:cNvSpPr><ns1:spLocks xmlns:ns1="http://schemas.openxmlformats.org/drawingml/2006/main" noGrp="1" noSelect="0" noRot="1" noMove="1"/></ns0:cNvSpPr><ns0:nvPr/></ns0:nvSpPr><ns0:spPr><ns2:xfrm xmlns:ns2="http://schemas.openxmlformats.org/drawingml/2006/main"><ns2:off x="0" y="0"/><ns2:ext cx="12192000" cy="1051560"/></ns2:xfrm><ns3:prstGeom xmlns:ns3="http://schemas.openxmlformats.org/drawingml/2006/main" prst="rect"/><ns4:solidFill xmlns:ns4="http://schemas.openxmlformats.org/drawingml/2006/main"><ns4:srgbClr val="1E2761"/></ns4:solidFill><ns5:ln xmlns:ns5="http://schemas.openxmlformats.org/drawingml/2006/main"><ns5:noFill/></ns5:ln></ns0:spPr></ns0:sp><ns0:sp><ns0:nvSpPr><ns0:cNvPr id="10" name="SlideTitle.Header"/><ns0:cNvSpPr><ns1:spLocks xmlns:ns1="http://schemas.openxmlformats.org/drawingml/2006/main" noGrp="1"/></ns0:cNvSpPr><ns0:nvPr><ns0:ph idx="15" type="body"/></ns0:nvPr></ns0:nvSpPr><ns0:spPr><ns2:xfrm xmlns:ns2="http://schemas.openxmlformats.org/drawingml/2006/main"><ns2:off x="731520" y="91440"/><ns2:ext cx="9144000" cy="475488"/></ns2:xfrm></ns0:spPr><ns0:txBody><ns3:bodyPr xmlns:ns3="http://schemas.openxmlformats.org/drawingml/2006/main" wrap="square" anchor="t" anchorCtr="0"/><ns4:lstStyle><ns4:defPPr><ns4:defRPr sz="2800" b="1"><ns4:solidFill><ns4:srgbClr val="FFFFFF"/></ns4:solidFill></ns4:defRPr></ns4:defPPr></ns4:lstStyle><ns4:defPPr algn="l"><ns4:buNone/><ns4:defRPr sz="2800" dirty="0" b="1"><ns4:solidFill><ns4:srgbClr val="FFFFFF"/></ns4:solidFill><ns4:latin typeface="Georgia"/><ns4:ea typeface="Georgia"/></ns4:defRPr></ns4:defPPr><ns4:lvl1pPr algn="l"><ns4:buNone/><ns4:defRPr sz="2800" dirty="0" b="1"><ns4:solidFill><ns4:srgbClr val="FFFFFF"/></ns4:solidFill><ns4:latin typeface="Georgia"/><ns4:ea typeface="Georgia"/></ns4:defRPr></ns4:lvl1pPr><ns4:lvl2pPr algn="l"><ns4:buNone/><ns4:defRPr sz="2800" dirty="0" b="1"><ns4:solidFill><ns4:srgbClr val="FFFFFF"/></ns4:solidFill><ns4:latin typeface="Georgia"/><ns4:ea typeface="Georgia"/></ns4:defRPr></ns4:lvl2pPr><ns4:lvl3pPr algn="l"><ns4:buNone/><ns4:defRPr sz="2800" dirty="0" b="1"><ns4:solidFill><ns4:srgbClr val="FFFFFF"/></ns4:solidFill><ns4:latin typeface="Georgia"/><ns4:ea typeface="Georgia"/></ns4:defRPr></ns4:lvl3pPr><ns4:lvl4pPr algn="l"><ns4:buNone/><ns4:defRPr sz="2800" dirty="0" b="1"><ns4:solidFill><ns4:srgbClr val="FFFFFF"/></ns4:solidFill><ns4:latin typeface="Georgia"/><ns4:ea typeface="Georgia"/></ns4:defRPr></ns4:lvl4pPr><ns4:lvl5pPr algn="l"><ns4:buNone/><ns4:defRPr sz="2800" dirty="0" b="1"><ns4:solidFill><ns4:srgbClr val="FFFFFF"/></ns4:solidFill><ns4:latin typeface="Georgia"/><ns4:ea typeface="Georgia"/></ns4:defRPr></ns4:lvl5pPr><ns4:lvl6pPr algn="l"><ns4:buNone/><ns4:defRPr sz="2800" dirty="0" b="1"><ns4:solidFill><ns4:srgbClr val="FFFFFF"/></ns4:solidFill><ns4:latin typeface="Georgia"/><ns4:ea typeface="Georgia"/></ns4:defRPr></ns4:lvl6pPr><ns4:lvl7pPr algn="l"><ns4:buNone/><ns4:defRPr sz="2800" dirty="0" b="1"><ns4:solidFill><ns4:srgbClr val="FFFFFF"/></ns4:solidFill><ns4:latin typeface="Georgia"/><ns4:ea typeface="Georgia"/></ns4:defRPr></ns4:lvl7pPr><ns4:lvl8pPr algn="l"><ns4:buNone/><ns4:defRPr sz="2800" dirty="0" b="1"><ns4:solidFill><ns4:srgbClr val="FFFFFF"/></ns4:solidFill><ns4:latin typeface="Georgia"/><ns4:ea typeface="Georgia"/></ns4:defRPr></ns4:lvl8pPr><ns4:lvl9pPr algn="l"><ns4:buNone/><ns4:defRPr sz="2800" dirty="0" b="1"><ns4:solidFill><ns4:srgbClr val="FFFFFF"/></ns4:solidFill><ns4:latin typeface="Georgia"/><ns4:ea typeface="Georgia"/></ns4:defRPr></ns4:lvl9pPr></ns4:lstStyle/><ns5:p xmlns:ns5="http://schemas.openxmlformats.org/drawingml/2006/main"><ns5:pPr algn="l"><ns5:buNone/></ns5:pPr><ns5:r><ns5:rPr lang="ja-JP"/><ns5:t>サブタイトル</ns5:t></ns5:r></ns5:p></ns0:txBody></ns0:sp><ns0:sp><ns0:nvSpPr><ns0:cNvPr id="5" name="VLine"/><ns0:cNvSpPr><ns1:spLocks xmlns:ns1="http://schemas.openxmlformats.org/drawingml/2006/main" noGrp="1" noSelect="0" noRot="1" noMove="1"/></ns0:cNvSpPr><ns0:nvPr/></ns0:nvSpPr><ns0:spPr><ns2:xfrm xmlns:ns2="http://schemas.openxmlformats.org/drawingml/2006/main"><ns2:off x="1828800" y="1645920"/><ns2:ext cx="36576" cy="4389120"/></ns2:xfrm><ns3:prstGeom xmlns:ns3="http://schemas.openxmlformats.org/drawingml/2006/main" prst="rect"/><ns4:solidFill xmlns:ns4="http://schemas.openxmlformats.org/drawingml/2006/main"><ns4:srgbClr val="CADCFC"/></ns4:solidFill><ns5:ln xmlns:ns5="http://schemas.openxmlformats.org/drawingml/2006/main"><ns5:noFill/></ns5:ln></ns0:spPr></ns0:sp><ns0:sp><ns0:nvSpPr><ns0:cNvPr id="6" name="S1"/><ns0:cNvSpPr><ns1:spLocks xmlns:ns1="http://schemas.openxmlformats.org/drawingml/2006/main" noGrp="1"/></ns0:cNvSpPr><ns0:nvPr/></ns0:nvSpPr><ns0:spPr><ns2:xfrm xmlns:ns2="http://schemas.openxmlformats.org/drawingml/2006/main"><ns2:off x="1688977066032" y="1839479990832"/><ns2:ext cx="402336" cy="402336"/></ns2:xfrm><ns3:prstGeom xmlns:ns3="http://schemas.openxmlformats.org/drawingml/2006/main" prst="ellipse"/><ns4:solidFill xmlns:ns4="http://schemas.openxmlformats.org/drawingml/2006/main"><ns4:srgbClr val="3B82F6"/></ns4:solidFill><ns5:ln xmlns:ns5="http://schemas.openxmlformats.org/drawingml/2006/main"><ns5:noFill/></ns5:ln></ns0:spPr></ns0:sp><ns0:sp><ns0:nvSpPr><ns0:cNvPr id="7" name="S2"/><ns0:cNvSpPr><ns1:spLocks xmlns:ns1="http://schemas.openxmlformats.org/drawingml/2006/main" noGrp="1"/></ns0:cNvSpPr><ns0:nvPr/></ns0:nvSpPr><ns0:spPr><ns2:xfrm xmlns:ns2="http://schemas.openxmlformats.org/drawingml/2006/main"><ns2:off x="1688977066032" y="3177283766832"/><ns2:ext cx="402336" cy="402336"/></ns2:xfrm><ns3:prstGeom xmlns:ns3="http://schemas.openxmlformats.org/drawingml/2006/main" prst="ellipse"/><ns4:solidFill xmlns:ns4="http://schemas.openxmlformats.org/drawingml/2006/main"><ns4:srgbClr val="3B82F6"/></ns4:solidFill><ns5:ln xmlns:ns5="http://schemas.openxmlformats.org/drawingml/2006/main"><ns5:noFill/></ns5:ln></ns0:spPr></ns0:sp><ns0:sp><ns0:nvSpPr><ns0:cNvPr id="8" name="S3"/><ns0:cNvSpPr><ns1:spLocks xmlns:ns1="http://schemas.openxmlformats.org/drawingml/2006/main" noGrp="1"/></ns0:cNvSpPr><ns0:nvPr/></ns0:nvSpPr><ns0:spPr><ns2:xfrm xmlns:ns2="http://schemas.openxmlformats.org/drawingml/2006/main"><ns2:off x="1688977066032" y="4515087542832"/><ns2:ext cx="402336" cy="402336"/></ns2:xfrm><ns3:prstGeom xmlns:ns3="http://schemas.openxmlformats.org/drawingml/2006/main" prst="ellipse"/><ns4:solidFill xmlns:ns4="http://schemas.openxmlformats.org/drawingml/2006/main"><ns4:srgbClr val="3B82F6"/></ns4:solidFill><ns5:ln xmlns:ns5="http://schemas.openxmlformats.org/drawingml/2006/main"><ns5:noFill/></ns5:ln></ns0:spPr></ns0:sp><ns0:sp><ns0:nvSpPr><ns0:cNvPr id="20" name="Step1.Top"/><ns0:cNvSpPr><ns1:spLocks xmlns:ns1="http://schemas.openxmlformats.org/drawingml/2006/main" noGrp="1"/></ns0:cNvSpPr><ns0:nvPr><ns0:ph idx="1" type="body"/></ns0:nvPr></ns0:nvSpPr><ns0:spPr><ns2:xfrm xmlns:ns2="http://schemas.openxmlformats.org/drawingml/2006/main"><ns2:off x="2560320" y="1554480"/><ns2:ext cx="8686800" cy="1097280"/></ns2:xfrm></ns0:spPr><ns0:txBody><ns3:bodyPr xmlns:ns3="http://schemas.openxmlformats.org/drawingml/2006/main" wrap="square" anchor="t" anchorCtr="0"/><ns4:lstStyle/><ns4:defPPr algn="l"><ns4:buNone/><ns4:defRPr sz="1400" dirty="0"><ns4:solidFill><ns4:srgbClr val="1E293B"/></ns4:solidFill><ns4:latin typeface="Calibri"/><ns4:ea typeface="Calibri"/></ns4:defRPr></ns4:defPPr><ns4:lvl1pPr algn="l"><ns4:buNone/><ns4:defRPr sz="1400" dirty="0"><ns4:solidFill><ns4:srgbClr val="1E293B"/></ns4:solidFill><ns4:latin typeface="Calibri"/><ns4:ea typeface="Calibri"/></ns4:defRPr></ns4:lvl1pPr><ns4:lvl2pPr algn="l"><ns4:buNone/><ns4:defRPr sz="1400" dirty="0"><ns4:solidFill><ns4:srgbClr val="1E293B"/></ns4:solidFill><ns4:latin typeface="Calibri"/><ns4:ea typeface="Calibri"/></ns4:defRPr></ns4:lvl2pPr><ns4:lvl3pPr algn="l"><ns4:buNone/><ns4:defRPr sz="1400" dirty="0"><ns4:solidFill><ns4:srgbClr val="1E293B"/></ns4:solidFill><ns4:latin typeface="Calibri"/><ns4:ea typeface="Calibri"/></ns4:defRPr></ns4:lvl3pPr><ns4:lvl4pPr algn="l"><ns4:buNone/><ns4:defRPr sz="1400" dirty="0"><ns4:solidFill><ns4:srgbClr val="1E293B"/></ns4:solidFill><ns4:latin typeface="Calibri"/><ns4:ea typeface="Calibri"/></ns4:defRPr></ns4:lvl4pPr><ns4:lvl5pPr algn="l"><ns4:buNone/><ns4:defRPr sz="1400" dirty="0"><ns4:solidFill><ns4:srgbClr val="1E293B"/></ns4:solidFill><ns4:latin typeface="Calibri"/><ns4:ea typeface="Calibri"/></ns4:defRPr></ns4:lvl5pPr><ns4:lvl6pPr algn="l"><ns4:buNone/><ns4:defRPr sz="1400" dirty="0"><ns4:solidFill><ns4:srgbClr val="1E293B"/></ns4:solidFill><ns4:latin typeface="Calibri"/><ns4:ea typeface="Calibri"/></ns4:defRPr></ns4:lvl6pPr><ns4:lvl7pPr algn="l"><ns4:buNone/><ns4:defRPr sz="1400" dirty="0"><ns4:solidFill><ns4:srgbClr val="1E293B"/></ns4:solidFill><ns4:latin typeface="Calibri"/><ns4:ea typeface="Calibri"/></ns4:defRPr></ns4:lvl7pPr><ns4:lvl8pPr algn="l"><ns4:buNone/><ns4:defRPr sz="1400" dirty="0"><ns4:solidFill><ns4:srgbClr val="1E293B"/></ns4:solidFill><ns4:latin typeface="Calibri"/><ns4:ea typeface="Calibri"/></ns4:defRPr></ns4:lvl8pPr><ns4:lvl9pPr algn="l"><ns4:buNone/><ns4:defRPr sz="1400" dirty="0"><ns4:solidFill><ns4:srgbClr val="1E293B"/></ns4:solidFill><ns4:latin typeface="Calibri"/><ns4:ea typeface="Calibri"/></ns4:defRPr></ns4:lvl9pPr></ns4:lstStyle/><ns5:p xmlns:ns5="http://schemas.openxmlformats.org/drawingml/2006/main"><ns5:pPr algn="l"><ns5:buNone/></ns5:pPr><ns5:r><ns5:rPr lang="ja-JP"/><ns5:t>ステップ 2：タイトル
説明テキスト</ns5:t></ns5:r></ns5:p></ns0:txBody></ns0:sp><ns0:sp><ns0:nvSpPr><ns0:cNvPr id="22" name="Step3.Bottom"/><ns0:cNvSpPr><ns1:spLocks xmlns:ns1="http://schemas.openxmlformats.org/drawingml/2006/main" noGrp="1"/></ns0:cNvSpPr><ns0:nvPr><ns0:ph idx="3" type="body"/></ns0:nvPr></ns0:nvSpPr><ns0:spPr><ns2:xfrm xmlns:ns2="http://schemas.openxmlformats.org/drawingml/2006/main"><ns2:off x="2560320" y="4480560"/><ns2:ext cx="8686800" cy="1097280"/></ns2:xfrm></ns0:spPr><ns0:txBody><ns3:bodyPr xmlns:ns3="http://schemas.openxmlformats.org/drawingml/2006/main" wrap="square" anchor="t" anchorCtr="0"/><ns4:lstStyle/><ns4:defPPr algn="l"><ns4:buNone/><ns4:defRPr sz="1400" dirty="0"><ns4:solidFill><ns4:srgbClr val="1E293B"/></ns4:solidFill><ns4:latin typeface="Calibri"/><ns4:ea typeface="Calibri"/></ns4:defRPr></ns4:defPPr><ns4:lvl1pPr algn="l"><ns4:buNone/><ns4:defRPr sz="1400" dirty="0"><ns4:solidFill><ns4:srgbClr val="1E293B"/></ns4:solidFill><ns4:latin typeface="Calibri"/><ns4:ea typeface="Calibri"/></ns4:defRPr></ns4:lvl1pPr><ns4:lvl2pPr algn="l"><ns4:buNone/><ns4:defRPr sz="1400" dirty="0"><ns4:solidFill><ns4:srgbClr val="1E293B"/></ns4:solidFill><ns4:latin typeface="Calibri"/><ns4:ea typeface="Calibri"/></ns4:defRPr></ns4:lvl2pPr><ns4:lvl3pPr algn="l"><ns4:buNone/><ns4:defRPr sz="1400" dirty="0"><ns4:solidFill><ns4:srgbClr val="1E293B"/></ns4:solidFill><ns4:latin typeface="Calibri"/><ns4:ea typeface="Calibri"/></ns4:defRPr></ns4:lvl3pPr><ns4:lvl4pPr algn="l"><ns4:buNone/><ns4:defRPr sz="1400" dirty="0"><ns4:solidFill><ns4:srgbClr val="1E293B"/></ns4:solidFill><ns4:latin typeface="Calibri"/><ns4:ea typeface="Calibri"/></ns4:defRPr></ns4:lvl4pPr><ns4:lvl5pPr algn="l"><ns4:buNone/><ns4:defRPr sz="1400" dirty="0"><ns4:solidFill><ns4:srgbClr val="1E293B"/></ns4:solidFill><ns4:latin typeface="Calibri"/><ns4:ea typeface="Calibri"/></ns4:defRPr></ns4:lvl5pPr><ns4:lvl6pPr algn="l"><ns4:buNone/><ns4:defRPr sz="1400" dirty="0"><ns4:solidFill><ns4:srgbClr val="1E293B"/></ns4:solidFill><ns4:latin typeface="Calibri"/><ns4:ea typeface="Calibri"/></ns4:defRPr></ns4:lvl6pPr><ns4:lvl7pPr algn="l"><ns4:buNone/><ns4:defRPr sz="1400" dirty="0"><ns4:solidFill><ns4:srgbClr val="1E293B"/></ns4:solidFill><ns4:latin typeface="Calibri"/><ns4:ea typeface="Calibri"/></ns4:defRPr></ns4:lvl7pPr><ns4:lvl8pPr algn="l"><ns4:buNone/><ns4:defRPr sz="1400" dirty="0"><ns4:solidFill><ns4:srgbClr val="1E293B"/></ns4:solidFill><ns4:latin typeface="Calibri"/><ns4:ea typeface="Calibri"/></ns4:defRPr></ns4:lvl8pPr><ns4:lvl9pPr algn="l"><ns4:buNone/><ns4:defRPr sz="1400" dirty="0"><ns4:solidFill><ns4:srgbClr val="1E293B"/></ns4:solidFill><ns4:latin typeface="Calibri"/><ns4:ea typeface="Calibri"/></ns4:defRPr></ns4:lvl9pPr></ns4:lstStyle/><ns5:p xmlns:ns5="http://schemas.openxmlformats.org/drawingml/2006/main"><ns5:pPr algn="r"><ns5:buNone/></ns5:pPr><ns5:r><ns5:rPr lang="ja-JP"/><ns5:t>&lt;#&gt;</ns5:t></ns5:r></ns5:p></ns0:txBody></ns0:sp></ns0:spTree></ns0:cSld><ns0:clrMapOvr/></ns0:sldLayout>
</file>

<file path=ppt/slideLayouts/slideLayout27.xml><?xml version='1.0' encoding='UTF-8' standalone='yes'?>
<ns0:sldLayout xmlns:ns0="http://schemas.openxmlformats.org/presentationml/2006/main" type="blank" preserve="1"><ns0:cSld name="Summary.1Agenda.Single"><ns0:spTree><ns0:nvGrpSpPr><ns0:cNvPr id="1" name=""/><ns0:cNvGrpSpPr/><ns0:nvPr/></ns0:nvGrpSpPr><ns0:grpSpPr><ns1:xfrm xmlns:ns1="http://schemas.openxmlformats.org/drawingml/2006/main"><ns1:off x="0" y="0"/><ns1:ext cx="0" cy="0"/><ns1:chOff x="0" y="0"/><ns1:chExt cx="0" cy="0"/></ns1:xfrm></ns0:grpSpPr><ns0:sp><ns0:nvSpPr><ns0:cNvPr id="2" name="BG"/><ns0:cNvSpPr><ns1:spLocks xmlns:ns1="http://schemas.openxmlformats.org/drawingml/2006/main" noGrp="1" noSelect="0" noRot="1" noMove="1"/></ns0:cNvSpPr><ns0:nvPr/></ns0:nvSpPr><ns0:spPr><ns2:xfrm xmlns:ns2="http://schemas.openxmlformats.org/drawingml/2006/main"><ns2:off x="0" y="0"/><ns2:ext cx="12192000" cy="6858000"/></ns2:xfrm><ns3:prstGeom xmlns:ns3="http://schemas.openxmlformats.org/drawingml/2006/main" prst="rect"/><ns4:solidFill xmlns:ns4="http://schemas.openxmlformats.org/drawingml/2006/main"><ns4:srgbClr val="FFFFFF"/></ns4:solidFill><ns5:ln xmlns:ns5="http://schemas.openxmlformats.org/drawingml/2006/main"><ns5:noFill/></ns5:ln></ns0:spPr></ns0:sp><ns0:sp><ns0:nvSpPr><ns0:cNvPr id="3" name="LeftPanel"/><ns0:cNvSpPr><ns1:spLocks xmlns:ns1="http://schemas.openxmlformats.org/drawingml/2006/main" noGrp="1" noSelect="0" noRot="1" noMove="1"/></ns0:cNvSpPr><ns0:nvPr/></ns0:nvSpPr><ns0:spPr><ns2:xfrm xmlns:ns2="http://schemas.openxmlformats.org/drawingml/2006/main"><ns2:off x="0" y="0"/><ns2:ext cx="4114800" cy="6858000"/></ns2:xfrm><ns3:prstGeom xmlns:ns3="http://schemas.openxmlformats.org/drawingml/2006/main" prst="rect"/><ns4:solidFill xmlns:ns4="http://schemas.openxmlformats.org/drawingml/2006/main"><ns4:srgbClr val="1E2761"/></ns4:solidFill><ns5:ln xmlns:ns5="http://schemas.openxmlformats.org/drawingml/2006/main"><ns5:noFill/></ns5:ln></ns0:spPr></ns0:sp><ns0:sp><ns0:nvSpPr><ns0:cNvPr id="4" name="AccentBar"/><ns0:cNvSpPr><ns1:spLocks xmlns:ns1="http://schemas.openxmlformats.org/drawingml/2006/main" noGrp="1" noSelect="0" noRot="1" noMove="1"/></ns0:cNvSpPr><ns0:nvPr/></ns0:nvSpPr><ns0:spPr><ns2:xfrm xmlns:ns2="http://schemas.openxmlformats.org/drawingml/2006/main"><ns2:off x="0" y="0"/><ns2:ext cx="164592" cy="6858000"/></ns2:xfrm><ns3:prstGeom xmlns:ns3="http://schemas.openxmlformats.org/drawingml/2006/main" prst="rect"/><ns4:solidFill xmlns:ns4="http://schemas.openxmlformats.org/drawingml/2006/main"><ns4:srgbClr val="3B82F6"/></ns4:solidFill><ns5:ln xmlns:ns5="http://schemas.openxmlformats.org/drawingml/2006/main"><ns5:noFill/></ns5:ln></ns0:spPr></ns0:sp><ns0:sp><ns0:nvSpPr><ns0:cNvPr id="10" name="Title.Left"/><ns0:cNvSpPr><ns1:spLocks xmlns:ns1="http://schemas.openxmlformats.org/drawingml/2006/main" noGrp="1"/></ns0:cNvSpPr><ns0:nvPr><ns0:ph idx="15" type="body"/></ns0:nvPr></ns0:nvSpPr><ns0:spPr><ns2:xfrm xmlns:ns2="http://schemas.openxmlformats.org/drawingml/2006/main"><ns2:off x="548640" y="914400"/><ns2:ext cx="3200400" cy="1371600"/></ns2:xfrm></ns0:spPr><ns0:txBody><ns3:bodyPr xmlns:ns3="http://schemas.openxmlformats.org/drawingml/2006/main" wrap="square" anchor="t" anchorCtr="0"/><ns4:lstStyle><ns4:defPPr><ns4:defRPr sz="3600" b="1"><ns4:solidFill><ns4:srgbClr val="FFFFFF"/></ns4:solidFill></ns4:defRPr></ns4:defPPr></ns4:lstStyle><ns4:defPPr algn="l"><ns4:buNone/><ns4:defRPr sz="3600" dirty="0" b="1"><ns4:solidFill><ns4:srgbClr val="FFFFFF"/></ns4:solidFill><ns4:latin typeface="Georgia"/><ns4:ea typeface="Georgia"/></ns4:defRPr></ns4:defPPr><ns4:lvl1pPr algn="l"><ns4:buNone/><ns4:defRPr sz="3600" dirty="0" b="1"><ns4:solidFill><ns4:srgbClr val="FFFFFF"/></ns4:solidFill><ns4:latin typeface="Georgia"/><ns4:ea typeface="Georgia"/></ns4:defRPr></ns4:lvl1pPr><ns4:lvl2pPr algn="l"><ns4:buNone/><ns4:defRPr sz="3600" dirty="0" b="1"><ns4:solidFill><ns4:srgbClr val="FFFFFF"/></ns4:solidFill><ns4:latin typeface="Georgia"/><ns4:ea typeface="Georgia"/></ns4:defRPr></ns4:lvl2pPr><ns4:lvl3pPr algn="l"><ns4:buNone/><ns4:defRPr sz="3600" dirty="0" b="1"><ns4:solidFill><ns4:srgbClr val="FFFFFF"/></ns4:solidFill><ns4:latin typeface="Georgia"/><ns4:ea typeface="Georgia"/></ns4:defRPr></ns4:lvl3pPr><ns4:lvl4pPr algn="l"><ns4:buNone/><ns4:defRPr sz="3600" dirty="0" b="1"><ns4:solidFill><ns4:srgbClr val="FFFFFF"/></ns4:solidFill><ns4:latin typeface="Georgia"/><ns4:ea typeface="Georgia"/></ns4:defRPr></ns4:lvl4pPr><ns4:lvl5pPr algn="l"><ns4:buNone/><ns4:defRPr sz="3600" dirty="0" b="1"><ns4:solidFill><ns4:srgbClr val="FFFFFF"/></ns4:solidFill><ns4:latin typeface="Georgia"/><ns4:ea typeface="Georgia"/></ns4:defRPr></ns4:lvl5pPr><ns4:lvl6pPr algn="l"><ns4:buNone/><ns4:defRPr sz="3600" dirty="0" b="1"><ns4:solidFill><ns4:srgbClr val="FFFFFF"/></ns4:solidFill><ns4:latin typeface="Georgia"/><ns4:ea typeface="Georgia"/></ns4:defRPr></ns4:lvl6pPr><ns4:lvl7pPr algn="l"><ns4:buNone/><ns4:defRPr sz="3600" dirty="0" b="1"><ns4:solidFill><ns4:srgbClr val="FFFFFF"/></ns4:solidFill><ns4:latin typeface="Georgia"/><ns4:ea typeface="Georgia"/></ns4:defRPr></ns4:lvl7pPr><ns4:lvl8pPr algn="l"><ns4:buNone/><ns4:defRPr sz="3600" dirty="0" b="1"><ns4:solidFill><ns4:srgbClr val="FFFFFF"/></ns4:solidFill><ns4:latin typeface="Georgia"/><ns4:ea typeface="Georgia"/></ns4:defRPr></ns4:lvl8pPr><ns4:lvl9pPr algn="l"><ns4:buNone/><ns4:defRPr sz="3600" dirty="0" b="1"><ns4:solidFill><ns4:srgbClr val="FFFFFF"/></ns4:solidFill><ns4:latin typeface="Georgia"/><ns4:ea typeface="Georgia"/></ns4:defRPr></ns4:lvl9pPr></ns4:lstStyle/><ns5:p xmlns:ns5="http://schemas.openxmlformats.org/drawingml/2006/main"><ns5:pPr algn="l"><ns5:buNone/></ns5:pPr><ns5:r><ns5:rPr lang="ja-JP"/><ns5:t>日時：
場所：
所要時間：</ns5:t></ns5:r></ns5:p></ns0:txBody></ns0:sp><ns0:sp><ns0:nvSpPr><ns0:cNvPr id="20" name="AgendaItems.Right"/><ns0:cNvSpPr><ns1:spLocks xmlns:ns1="http://schemas.openxmlformats.org/drawingml/2006/main" noGrp="1"/></ns0:cNvSpPr><ns0:nvPr><ns0:ph idx="1" type="body"/></ns0:nvPr></ns0:nvSpPr><ns0:spPr><ns2:xfrm xmlns:ns2="http://schemas.openxmlformats.org/drawingml/2006/main"><ns2:off x="4572000" y="731520"/><ns2:ext cx="6858000" cy="5486400"/></ns2:xfrm></ns0:spPr><ns0:txBody><ns3:bodyPr xmlns:ns3="http://schemas.openxmlformats.org/drawingml/2006/main" wrap="square" anchor="t" anchorCtr="0"/><ns4:lstStyle><ns4:defPPr><ns4:defRPr sz="1500"></ns4:defRPr></ns4:defPPr></ns4:lstStyle><ns4:defPPr algn="l"><ns4:buNone/><ns4:defRPr sz="1500" dirty="0"><ns4:solidFill><ns4:srgbClr val="1E293B"/></ns4:solidFill><ns4:latin typeface="Calibri"/><ns4:ea typeface="Calibri"/></ns4:defRPr></ns4:defPPr><ns4:lvl1pPr algn="l"><ns4:buNone/><ns4:defRPr sz="1500" dirty="0"><ns4:solidFill><ns4:srgbClr val="1E293B"/></ns4:solidFill><ns4:latin typeface="Calibri"/><ns4:ea typeface="Calibri"/></ns4:defRPr></ns4:lvl1pPr><ns4:lvl2pPr algn="l"><ns4:buNone/><ns4:defRPr sz="1500" dirty="0"><ns4:solidFill><ns4:srgbClr val="1E293B"/></ns4:solidFill><ns4:latin typeface="Calibri"/><ns4:ea typeface="Calibri"/></ns4:defRPr></ns4:lvl2pPr><ns4:lvl3pPr algn="l"><ns4:buNone/><ns4:defRPr sz="1500" dirty="0"><ns4:solidFill><ns4:srgbClr val="1E293B"/></ns4:solidFill><ns4:latin typeface="Calibri"/><ns4:ea typeface="Calibri"/></ns4:defRPr></ns4:lvl3pPr><ns4:lvl4pPr algn="l"><ns4:buNone/><ns4:defRPr sz="1500" dirty="0"><ns4:solidFill><ns4:srgbClr val="1E293B"/></ns4:solidFill><ns4:latin typeface="Calibri"/><ns4:ea typeface="Calibri"/></ns4:defRPr></ns4:lvl4pPr><ns4:lvl5pPr algn="l"><ns4:buNone/><ns4:defRPr sz="1500" dirty="0"><ns4:solidFill><ns4:srgbClr val="1E293B"/></ns4:solidFill><ns4:latin typeface="Calibri"/><ns4:ea typeface="Calibri"/></ns4:defRPr></ns4:lvl5pPr><ns4:lvl6pPr algn="l"><ns4:buNone/><ns4:defRPr sz="1500" dirty="0"><ns4:solidFill><ns4:srgbClr val="1E293B"/></ns4:solidFill><ns4:latin typeface="Calibri"/><ns4:ea typeface="Calibri"/></ns4:defRPr></ns4:lvl6pPr><ns4:lvl7pPr algn="l"><ns4:buNone/><ns4:defRPr sz="1500" dirty="0"><ns4:solidFill><ns4:srgbClr val="1E293B"/></ns4:solidFill><ns4:latin typeface="Calibri"/><ns4:ea typeface="Calibri"/></ns4:defRPr></ns4:lvl7pPr><ns4:lvl8pPr algn="l"><ns4:buNone/><ns4:defRPr sz="1500" dirty="0"><ns4:solidFill><ns4:srgbClr val="1E293B"/></ns4:solidFill><ns4:latin typeface="Calibri"/><ns4:ea typeface="Calibri"/></ns4:defRPr></ns4:lvl8pPr><ns4:lvl9pPr algn="l"><ns4:buNone/><ns4:defRPr sz="1500" dirty="0"><ns4:solidFill><ns4:srgbClr val="1E293B"/></ns4:solidFill><ns4:latin typeface="Calibri"/><ns4:ea typeface="Calibri"/></ns4:defRPr></ns4:lvl9pPr></ns4:lstStyle><ns5:p xmlns:ns5="http://schemas.openxmlformats.org/drawingml/2006/main"><ns5:pPr algn="l"><ns5:buNone/></ns5:pPr><ns5:r><ns5:rPr lang="ja-JP"/><ns5:t>01  議題タイトル

02  議題タイトル

03  議題タイトル

04  議題タイトル

05  議題タイトル</ns5:t></ns5:r></ns5:p></ns0:txBody></ns0:sp></ns0:spTree></ns0:cSld><ns0:clrMapOvr/></ns0:sldLayout>
</file>

<file path=ppt/slideLayouts/slideLayout28.xml><?xml version='1.0' encoding='UTF-8' standalone='yes'?>
<ns0:sldLayout xmlns:ns0="http://schemas.openxmlformats.org/presentationml/2006/main" type="blank" preserve="1"><ns0:cSld name="Summary.2Block.Equal"><ns0:spTree><ns0:nvGrpSpPr><ns0:cNvPr id="1" name=""/><ns0:cNvGrpSpPr/><ns0:nvPr/></ns0:nvGrpSpPr><ns0:grpSpPr><ns1:xfrm xmlns:ns1="http://schemas.openxmlformats.org/drawingml/2006/main"><ns1:off x="0" y="0"/><ns1:ext cx="0" cy="0"/><ns1:chOff x="0" y="0"/><ns1:chExt cx="0" cy="0"/></ns1:xfrm></ns0:grpSpPr><ns0:sp><ns0:nvSpPr><ns0:cNvPr id="2" name="HeaderBar"/><ns0:cNvSpPr><ns1:spLocks xmlns:ns1="http://schemas.openxmlformats.org/drawingml/2006/main" noGrp="1" noSelect="0" noRot="1" noMove="1"/></ns0:cNvSpPr><ns0:nvPr/></ns0:nvSpPr><ns0:spPr><ns2:xfrm xmlns:ns2="http://schemas.openxmlformats.org/drawingml/2006/main"><ns2:off x="0" y="0"/><ns2:ext cx="12192000" cy="1051560"/></ns2:xfrm><ns3:prstGeom xmlns:ns3="http://schemas.openxmlformats.org/drawingml/2006/main" prst="rect"/><ns4:solidFill xmlns:ns4="http://schemas.openxmlformats.org/drawingml/2006/main"><ns4:srgbClr val="1E2761"/></ns4:solidFill><ns5:ln xmlns:ns5="http://schemas.openxmlformats.org/drawingml/2006/main"><ns5:noFill/></ns5:ln></ns0:spPr></ns0:sp><ns0:sp><ns0:nvSpPr><ns0:cNvPr id="10" name="SlideTitle.Header"/><ns0:cNvSpPr><ns1:spLocks xmlns:ns1="http://schemas.openxmlformats.org/drawingml/2006/main" noGrp="1"/></ns0:cNvSpPr><ns0:nvPr><ns0:ph idx="15" type="body"/></ns0:nvPr></ns0:nvSpPr><ns0:spPr><ns2:xfrm xmlns:ns2="http://schemas.openxmlformats.org/drawingml/2006/main"><ns2:off x="731520" y="91440"/><ns2:ext cx="9144000" cy="475488"/></ns2:xfrm></ns0:spPr><ns0:txBody><ns3:bodyPr xmlns:ns3="http://schemas.openxmlformats.org/drawingml/2006/main" wrap="square" anchor="t" anchorCtr="0"/><ns4:lstStyle><ns4:defPPr><ns4:defRPr sz="2800" b="1"><ns4:solidFill><ns4:srgbClr val="FFFFFF"/></ns4:solidFill></ns4:defRPr></ns4:defPPr></ns4:lstStyle><ns4:defPPr algn="l"><ns4:buNone/><ns4:defRPr sz="2800" dirty="0" b="1"><ns4:solidFill><ns4:srgbClr val="FFFFFF"/></ns4:solidFill><ns4:latin typeface="Georgia"/><ns4:ea typeface="Georgia"/></ns4:defRPr></ns4:defPPr><ns4:lvl1pPr algn="l"><ns4:buNone/><ns4:defRPr sz="2800" dirty="0" b="1"><ns4:solidFill><ns4:srgbClr val="FFFFFF"/></ns4:solidFill><ns4:latin typeface="Georgia"/><ns4:ea typeface="Georgia"/></ns4:defRPr></ns4:lvl1pPr><ns4:lvl2pPr algn="l"><ns4:buNone/><ns4:defRPr sz="2800" dirty="0" b="1"><ns4:solidFill><ns4:srgbClr val="FFFFFF"/></ns4:solidFill><ns4:latin typeface="Georgia"/><ns4:ea typeface="Georgia"/></ns4:defRPr></ns4:lvl2pPr><ns4:lvl3pPr algn="l"><ns4:buNone/><ns4:defRPr sz="2800" dirty="0" b="1"><ns4:solidFill><ns4:srgbClr val="FFFFFF"/></ns4:solidFill><ns4:latin typeface="Georgia"/><ns4:ea typeface="Georgia"/></ns4:defRPr></ns4:lvl3pPr><ns4:lvl4pPr algn="l"><ns4:buNone/><ns4:defRPr sz="2800" dirty="0" b="1"><ns4:solidFill><ns4:srgbClr val="FFFFFF"/></ns4:solidFill><ns4:latin typeface="Georgia"/><ns4:ea typeface="Georgia"/></ns4:defRPr></ns4:lvl4pPr><ns4:lvl5pPr algn="l"><ns4:buNone/><ns4:defRPr sz="2800" dirty="0" b="1"><ns4:solidFill><ns4:srgbClr val="FFFFFF"/></ns4:solidFill><ns4:latin typeface="Georgia"/><ns4:ea typeface="Georgia"/></ns4:defRPr></ns4:lvl5pPr><ns4:lvl6pPr algn="l"><ns4:buNone/><ns4:defRPr sz="2800" dirty="0" b="1"><ns4:solidFill><ns4:srgbClr val="FFFFFF"/></ns4:solidFill><ns4:latin typeface="Georgia"/><ns4:ea typeface="Georgia"/></ns4:defRPr></ns4:lvl6pPr><ns4:lvl7pPr algn="l"><ns4:buNone/><ns4:defRPr sz="2800" dirty="0" b="1"><ns4:solidFill><ns4:srgbClr val="FFFFFF"/></ns4:solidFill><ns4:latin typeface="Georgia"/><ns4:ea typeface="Georgia"/></ns4:defRPr></ns4:lvl7pPr><ns4:lvl8pPr algn="l"><ns4:buNone/><ns4:defRPr sz="2800" dirty="0" b="1"><ns4:solidFill><ns4:srgbClr val="FFFFFF"/></ns4:solidFill><ns4:latin typeface="Georgia"/><ns4:ea typeface="Georgia"/></ns4:defRPr></ns4:lvl8pPr><ns4:lvl9pPr algn="l"><ns4:buNone/><ns4:defRPr sz="2800" dirty="0" b="1"><ns4:solidFill><ns4:srgbClr val="FFFFFF"/></ns4:solidFill><ns4:latin typeface="Georgia"/><ns4:ea typeface="Georgia"/></ns4:defRPr></ns4:lvl9pPr></ns4:lstStyle/><ns5:p xmlns:ns5="http://schemas.openxmlformats.org/drawingml/2006/main"><ns5:pPr algn="l"><ns5:buNone/></ns5:pPr><ns5:r><ns5:rPr lang="ja-JP"/><ns5:t>サブタイトル</ns5:t></ns5:r></ns5:p></ns0:txBody></ns0:sp><ns0:sp><ns0:nvSpPr><ns0:cNvPr id="5" name="FindingsPanel"/><ns0:cNvSpPr><ns1:spLocks xmlns:ns1="http://schemas.openxmlformats.org/drawingml/2006/main" noGrp="1" noSelect="0" noRot="1" noMove="1"/></ns0:cNvSpPr><ns0:nvPr/></ns0:nvSpPr><ns0:spPr><ns2:xfrm xmlns:ns2="http://schemas.openxmlformats.org/drawingml/2006/main"><ns2:off x="457200" y="1280160"/><ns2:ext cx="7132320" cy="5029200"/></ns2:xfrm><ns3:prstGeom xmlns:ns3="http://schemas.openxmlformats.org/drawingml/2006/main" prst="roundRect"><ns3:avLst><ns3:gd name="adj" fmla="val 8000"/></ns3:avLst></ns3:prstGeom><ns4:solidFill xmlns:ns4="http://schemas.openxmlformats.org/drawingml/2006/main"><ns4:srgbClr val="EDF0F7"/></ns4:solidFill><ns5:ln xmlns:ns5="http://schemas.openxmlformats.org/drawingml/2006/main"><ns5:noFill/></ns5:ln></ns0:spPr></ns0:sp><ns0:sp><ns0:nvSpPr><ns0:cNvPr id="6" name="RecPanel"/><ns0:cNvSpPr><ns1:spLocks xmlns:ns1="http://schemas.openxmlformats.org/drawingml/2006/main" noGrp="1" noSelect="0" noRot="1" noMove="1"/></ns0:cNvSpPr><ns0:nvPr/></ns0:nvSpPr><ns0:spPr><ns2:xfrm xmlns:ns2="http://schemas.openxmlformats.org/drawingml/2006/main"><ns2:off x="7863840" y="1280160"/><ns2:ext cx="3749039" cy="5029200"/></ns2:xfrm><ns3:prstGeom xmlns:ns3="http://schemas.openxmlformats.org/drawingml/2006/main" prst="roundRect"><ns3:avLst><ns3:gd name="adj" fmla="val 8000"/></ns3:avLst></ns3:prstGeom><ns4:solidFill xmlns:ns4="http://schemas.openxmlformats.org/drawingml/2006/main"><ns4:srgbClr val="F0F4FF"/></ns4:solidFill><ns5:ln xmlns:ns5="http://schemas.openxmlformats.org/drawingml/2006/main"><ns5:noFill/></ns5:ln></ns0:spPr></ns0:sp><ns0:sp><ns0:nvSpPr><ns0:cNvPr id="7" name="RecAccent"/><ns0:cNvSpPr><ns1:spLocks xmlns:ns1="http://schemas.openxmlformats.org/drawingml/2006/main" noGrp="1" noSelect="0" noRot="1" noMove="1"/></ns0:cNvSpPr><ns0:nvPr/></ns0:nvSpPr><ns0:spPr><ns2:xfrm xmlns:ns2="http://schemas.openxmlformats.org/drawingml/2006/main"><ns2:off x="7863840" y="1280160"/><ns2:ext cx="54864" cy="5029200"/></ns2:xfrm><ns3:prstGeom xmlns:ns3="http://schemas.openxmlformats.org/drawingml/2006/main" prst="rect"/><ns4:solidFill xmlns:ns4="http://schemas.openxmlformats.org/drawingml/2006/main"><ns4:srgbClr val="3B82F6"/></ns4:solidFill><ns5:ln xmlns:ns5="http://schemas.openxmlformats.org/drawingml/2006/main"><ns5:noFill/></ns5:ln></ns0:spPr></ns0:sp><ns0:sp><ns0:nvSpPr><ns0:cNvPr id="20" name="Body1.Left"/><ns0:cNvSpPr><ns1:spLocks xmlns:ns1="http://schemas.openxmlformats.org/drawingml/2006/main" noGrp="1"/></ns0:cNvSpPr><ns0:nvPr><ns0:ph idx="1" type="body"/></ns0:nvPr></ns0:nvSpPr><ns0:spPr><ns2:xfrm xmlns:ns2="http://schemas.openxmlformats.org/drawingml/2006/main"><ns2:off x="822960" y="1554480"/><ns2:ext cx="6400800" cy="4572000"/></ns2:xfrm></ns0:spPr><ns0:txBody><ns3:bodyPr xmlns:ns3="http://schemas.openxmlformats.org/drawingml/2006/main" wrap="square" anchor="t" anchorCtr="0"/><ns4:lstStyle/><ns4:defPPr algn="l"><ns4:buNone/><ns4:defRPr sz="1400" dirty="0"><ns4:solidFill><ns4:srgbClr val="1E293B"/></ns4:solidFill><ns4:latin typeface="Calibri"/><ns4:ea typeface="Calibri"/></ns4:defRPr></ns4:defPPr><ns4:lvl1pPr algn="l"><ns4:buNone/><ns4:defRPr sz="1400" dirty="0"><ns4:solidFill><ns4:srgbClr val="1E293B"/></ns4:solidFill><ns4:latin typeface="Calibri"/><ns4:ea typeface="Calibri"/></ns4:defRPr></ns4:lvl1pPr><ns4:lvl2pPr algn="l"><ns4:buNone/><ns4:defRPr sz="1400" dirty="0"><ns4:solidFill><ns4:srgbClr val="1E293B"/></ns4:solidFill><ns4:latin typeface="Calibri"/><ns4:ea typeface="Calibri"/></ns4:defRPr></ns4:lvl2pPr><ns4:lvl3pPr algn="l"><ns4:buNone/><ns4:defRPr sz="1400" dirty="0"><ns4:solidFill><ns4:srgbClr val="1E293B"/></ns4:solidFill><ns4:latin typeface="Calibri"/><ns4:ea typeface="Calibri"/></ns4:defRPr></ns4:lvl3pPr><ns4:lvl4pPr algn="l"><ns4:buNone/><ns4:defRPr sz="1400" dirty="0"><ns4:solidFill><ns4:srgbClr val="1E293B"/></ns4:solidFill><ns4:latin typeface="Calibri"/><ns4:ea typeface="Calibri"/></ns4:defRPr></ns4:lvl4pPr><ns4:lvl5pPr algn="l"><ns4:buNone/><ns4:defRPr sz="1400" dirty="0"><ns4:solidFill><ns4:srgbClr val="1E293B"/></ns4:solidFill><ns4:latin typeface="Calibri"/><ns4:ea typeface="Calibri"/></ns4:defRPr></ns4:lvl5pPr><ns4:lvl6pPr algn="l"><ns4:buNone/><ns4:defRPr sz="1400" dirty="0"><ns4:solidFill><ns4:srgbClr val="1E293B"/></ns4:solidFill><ns4:latin typeface="Calibri"/><ns4:ea typeface="Calibri"/></ns4:defRPr></ns4:lvl6pPr><ns4:lvl7pPr algn="l"><ns4:buNone/><ns4:defRPr sz="1400" dirty="0"><ns4:solidFill><ns4:srgbClr val="1E293B"/></ns4:solidFill><ns4:latin typeface="Calibri"/><ns4:ea typeface="Calibri"/></ns4:defRPr></ns4:lvl7pPr><ns4:lvl8pPr algn="l"><ns4:buNone/><ns4:defRPr sz="1400" dirty="0"><ns4:solidFill><ns4:srgbClr val="1E293B"/></ns4:solidFill><ns4:latin typeface="Calibri"/><ns4:ea typeface="Calibri"/></ns4:defRPr></ns4:lvl8pPr><ns4:lvl9pPr algn="l"><ns4:buNone/><ns4:defRPr sz="1400" dirty="0"><ns4:solidFill><ns4:srgbClr val="1E293B"/></ns4:solidFill><ns4:latin typeface="Calibri"/><ns4:ea typeface="Calibri"/></ns4:defRPr></ns4:lvl9pPr></ns4:lstStyle/><ns5:p xmlns:ns5="http://schemas.openxmlformats.org/drawingml/2006/main"><ns5:pPr algn="l"><ns5:buNone/></ns5:pPr><ns5:r><ns5:rPr lang="ja-JP"/><ns5:t>推奨アクション

優先度：高

対応策を記入</ns5:t></ns5:r></ns5:p></ns0:txBody></ns0:sp><ns0:sp><ns0:nvSpPr><ns0:cNvPr id="30" name="SlideNum.Footer"/><ns0:cNvSpPr><ns1:spLocks xmlns:ns1="http://schemas.openxmlformats.org/drawingml/2006/main" noGrp="1"/></ns0:cNvSpPr><ns0:nvPr><ns0:ph idx="50" type="sldNum"/></ns0:nvPr></ns0:nvSpPr><ns0:spPr><ns2:xfrm xmlns:ns2="http://schemas.openxmlformats.org/drawingml/2006/main"><ns2:off x="10972800" y="6446520"/><ns2:ext cx="1097280" cy="274320"/></ns2:xfrm></ns0:spPr><ns0:txBody><ns3:bodyPr xmlns:ns3="http://schemas.openxmlformats.org/drawingml/2006/main" wrap="square" anchor="t" anchorCtr="0"/><ns4:lstStyle><ns4:defPPr algn="r"><ns4:defRPr sz="1000"><ns4:solidFill><ns4:srgbClr val="94A3B8"/></ns4:solidFill></ns4:defRPr></ns4:defPPr></ns4:lstStyle><ns4:defPPr algn="r"><ns4:buNone/><ns4:defRPr sz="1000" dirty="0"><ns4:solidFill><ns4:srgbClr val="94A3B8"/></ns4:solidFill><ns4:latin typeface="Calibri"/><ns4:ea typeface="Calibri"/></ns4:defRPr></ns4:defPPr><ns4:lvl1pPr algn="r"><ns4:buNone/><ns4:defRPr sz="1000" dirty="0"><ns4:solidFill><ns4:srgbClr val="94A3B8"/></ns4:solidFill><ns4:latin typeface="Calibri"/><ns4:ea typeface="Calibri"/></ns4:defRPr></ns4:lvl1pPr><ns4:lvl2pPr algn="r"><ns4:buNone/><ns4:defRPr sz="1000" dirty="0"><ns4:solidFill><ns4:srgbClr val="94A3B8"/></ns4:solidFill><ns4:latin typeface="Calibri"/><ns4:ea typeface="Calibri"/></ns4:defRPr></ns4:lvl2pPr><ns4:lvl3pPr algn="r"><ns4:buNone/><ns4:defRPr sz="1000" dirty="0"><ns4:solidFill><ns4:srgbClr val="94A3B8"/></ns4:solidFill><ns4:latin typeface="Calibri"/><ns4:ea typeface="Calibri"/></ns4:defRPr></ns4:lvl3pPr><ns4:lvl4pPr algn="r"><ns4:buNone/><ns4:defRPr sz="1000" dirty="0"><ns4:solidFill><ns4:srgbClr val="94A3B8"/></ns4:solidFill><ns4:latin typeface="Calibri"/><ns4:ea typeface="Calibri"/></ns4:defRPr></ns4:lvl4pPr><ns4:lvl5pPr algn="r"><ns4:buNone/><ns4:defRPr sz="1000" dirty="0"><ns4:solidFill><ns4:srgbClr val="94A3B8"/></ns4:solidFill><ns4:latin typeface="Calibri"/><ns4:ea typeface="Calibri"/></ns4:defRPr></ns4:lvl5pPr><ns4:lvl6pPr algn="r"><ns4:buNone/><ns4:defRPr sz="1000" dirty="0"><ns4:solidFill><ns4:srgbClr val="94A3B8"/></ns4:solidFill><ns4:latin typeface="Calibri"/><ns4:ea typeface="Calibri"/></ns4:defRPr></ns4:lvl6pPr><ns4:lvl7pPr algn="r"><ns4:buNone/><ns4:defRPr sz="1000" dirty="0"><ns4:solidFill><ns4:srgbClr val="94A3B8"/></ns4:solidFill><ns4:latin typeface="Calibri"/><ns4:ea typeface="Calibri"/></ns4:defRPr></ns4:lvl7pPr><ns4:lvl8pPr algn="r"><ns4:buNone/><ns4:defRPr sz="1000" dirty="0"><ns4:solidFill><ns4:srgbClr val="94A3B8"/></ns4:solidFill><ns4:latin typeface="Calibri"/><ns4:ea typeface="Calibri"/></ns4:defRPr></ns4:lvl8pPr><ns4:lvl9pPr algn="r"><ns4:buNone/><ns4:defRPr sz="1000" dirty="0"><ns4:solidFill><ns4:srgbClr val="94A3B8"/></ns4:solidFill><ns4:latin typeface="Calibri"/><ns4:ea typeface="Calibri"/></ns4:defRPr></ns4:lvl9pPr></ns4:lstStyle><ns5:p xmlns:ns5="http://schemas.openxmlformats.org/drawingml/2006/main"><ns5:pPr algn="r"><ns5:buNone/></ns5:pPr><ns5:r><ns5:rPr lang="ja-JP"/><ns5:t>&lt;#&gt;</ns5:t></ns5:r></ns5:p></ns0:txBody></ns0:sp></ns0:spTree></ns0:cSld><ns0:clrMapOvr/></ns0:sldLayout>
</file>

<file path=ppt/slideLayouts/slideLayout29.xml><?xml version='1.0' encoding='UTF-8' standalone='yes'?>
<ns0:sldLayout xmlns:ns0="http://schemas.openxmlformats.org/presentationml/2006/main" type="blank" preserve="1"><ns0:cSld name="Closing.1Message.Single"><ns0:spTree><ns0:nvGrpSpPr><ns0:cNvPr id="1" name=""/><ns0:cNvGrpSpPr/><ns0:nvPr/></ns0:nvGrpSpPr><ns0:grpSpPr><ns1:xfrm xmlns:ns1="http://schemas.openxmlformats.org/drawingml/2006/main"><ns1:off x="0" y="0"/><ns1:ext cx="0" cy="0"/><ns1:chOff x="0" y="0"/><ns1:chExt cx="0" cy="0"/></ns1:xfrm></ns0:grpSpPr><ns0:sp><ns0:nvSpPr><ns0:cNvPr id="2" name="BG"/><ns0:cNvSpPr><ns1:spLocks xmlns:ns1="http://schemas.openxmlformats.org/drawingml/2006/main" noGrp="1" noSelect="0" noRot="1" noMove="1"/></ns0:cNvSpPr><ns0:nvPr/></ns0:nvSpPr><ns0:spPr><ns2:xfrm xmlns:ns2="http://schemas.openxmlformats.org/drawingml/2006/main"><ns2:off x="0" y="0"/><ns2:ext cx="12192000" cy="6858000"/></ns2:xfrm><ns3:prstGeom xmlns:ns3="http://schemas.openxmlformats.org/drawingml/2006/main" prst="rect"/><ns4:solidFill xmlns:ns4="http://schemas.openxmlformats.org/drawingml/2006/main"><ns4:srgbClr val="1E2761"/></ns4:solidFill><ns5:ln xmlns:ns5="http://schemas.openxmlformats.org/drawingml/2006/main"><ns5:noFill/></ns5:ln></ns0:spPr></ns0:sp><ns0:sp><ns0:nvSpPr><ns0:cNvPr id="3" name="AccentBar"/><ns0:cNvSpPr><ns1:spLocks xmlns:ns1="http://schemas.openxmlformats.org/drawingml/2006/main" noGrp="1" noSelect="0" noRot="1" noMove="1"/></ns0:cNvSpPr><ns0:nvPr/></ns0:nvSpPr><ns0:spPr><ns2:xfrm xmlns:ns2="http://schemas.openxmlformats.org/drawingml/2006/main"><ns2:off x="0" y="0"/><ns2:ext cx="164592" cy="6858000"/></ns2:xfrm><ns3:prstGeom xmlns:ns3="http://schemas.openxmlformats.org/drawingml/2006/main" prst="rect"/><ns4:solidFill xmlns:ns4="http://schemas.openxmlformats.org/drawingml/2006/main"><ns4:srgbClr val="3B82F6"/></ns4:solidFill><ns5:ln xmlns:ns5="http://schemas.openxmlformats.org/drawingml/2006/main"><ns5:noFill/></ns5:ln></ns0:spPr></ns0:sp><ns0:sp><ns0:nvSpPr><ns0:cNvPr id="4" name="BottomPanel"/><ns0:cNvSpPr><ns1:spLocks xmlns:ns1="http://schemas.openxmlformats.org/drawingml/2006/main" noGrp="1" noSelect="0" noRot="1" noMove="1"/></ns0:cNvSpPr><ns0:nvPr/></ns0:nvSpPr><ns0:spPr><ns2:xfrm xmlns:ns2="http://schemas.openxmlformats.org/drawingml/2006/main"><ns2:off x="0" y="4389120"/><ns2:ext cx="12192000" cy="2468880"/></ns2:xfrm><ns3:prstGeom xmlns:ns3="http://schemas.openxmlformats.org/drawingml/2006/main" prst="rect"/><ns4:solidFill xmlns:ns4="http://schemas.openxmlformats.org/drawingml/2006/main"><ns4:srgbClr val="141B41"/></ns4:solidFill><ns5:ln xmlns:ns5="http://schemas.openxmlformats.org/drawingml/2006/main"><ns5:noFill/></ns5:ln></ns0:spPr></ns0:sp><ns0:sp><ns0:nvSpPr><ns0:cNvPr id="10" name="CategoryLabel.Top"/><ns0:cNvSpPr><ns1:spLocks xmlns:ns1="http://schemas.openxmlformats.org/drawingml/2006/main" noGrp="1"/></ns0:cNvSpPr><ns0:nvPr><ns0:ph idx="10" type="body"/></ns0:nvPr></ns0:nvSpPr><ns0:spPr><ns2:xfrm xmlns:ns2="http://schemas.openxmlformats.org/drawingml/2006/main"><ns2:off x="1097280" y="1371600"/><ns2:ext cx="9144000" cy="457200"/></ns2:xfrm></ns0:spPr><ns0:txBody><ns3:bodyPr xmlns:ns3="http://schemas.openxmlformats.org/drawingml/2006/main" wrap="square" anchor="t" anchorCtr="0"/><ns4:lstStyle><ns4:defPPr><ns4:defRPr sz="1800" b="1"><ns4:solidFill><ns4:srgbClr val="3B82F6"/></ns4:solidFill></ns4:defRPr></ns4:defPPr></ns4:lstStyle><ns4:defPPr algn="l"><ns4:buNone/><ns4:defRPr sz="1800" dirty="0" b="1"><ns4:solidFill><ns4:srgbClr val="3B82F6"/></ns4:solidFill><ns4:latin typeface="Calibri"/><ns4:ea typeface="Calibri"/></ns4:defRPr></ns4:defPPr><ns4:lvl1pPr algn="l"><ns4:buNone/><ns4:defRPr sz="1800" dirty="0" b="1"><ns4:solidFill><ns4:srgbClr val="3B82F6"/></ns4:solidFill><ns4:latin typeface="Calibri"/><ns4:ea typeface="Calibri"/></ns4:defRPr></ns4:lvl1pPr><ns4:lvl2pPr algn="l"><ns4:buNone/><ns4:defRPr sz="1800" dirty="0" b="1"><ns4:solidFill><ns4:srgbClr val="3B82F6"/></ns4:solidFill><ns4:latin typeface="Calibri"/><ns4:ea typeface="Calibri"/></ns4:defRPr></ns4:lvl2pPr><ns4:lvl3pPr algn="l"><ns4:buNone/><ns4:defRPr sz="1800" dirty="0" b="1"><ns4:solidFill><ns4:srgbClr val="3B82F6"/></ns4:solidFill><ns4:latin typeface="Calibri"/><ns4:ea typeface="Calibri"/></ns4:defRPr></ns4:lvl3pPr><ns4:lvl4pPr algn="l"><ns4:buNone/><ns4:defRPr sz="1800" dirty="0" b="1"><ns4:solidFill><ns4:srgbClr val="3B82F6"/></ns4:solidFill><ns4:latin typeface="Calibri"/><ns4:ea typeface="Calibri"/></ns4:defRPr></ns4:lvl4pPr><ns4:lvl5pPr algn="l"><ns4:buNone/><ns4:defRPr sz="1800" dirty="0" b="1"><ns4:solidFill><ns4:srgbClr val="3B82F6"/></ns4:solidFill><ns4:latin typeface="Calibri"/><ns4:ea typeface="Calibri"/></ns4:defRPr></ns4:lvl5pPr><ns4:lvl6pPr algn="l"><ns4:buNone/><ns4:defRPr sz="1800" dirty="0" b="1"><ns4:solidFill><ns4:srgbClr val="3B82F6"/></ns4:solidFill><ns4:latin typeface="Calibri"/><ns4:ea typeface="Calibri"/></ns4:defRPr></ns4:lvl6pPr><ns4:lvl7pPr algn="l"><ns4:buNone/><ns4:defRPr sz="1800" dirty="0" b="1"><ns4:solidFill><ns4:srgbClr val="3B82F6"/></ns4:solidFill><ns4:latin typeface="Calibri"/><ns4:ea typeface="Calibri"/></ns4:defRPr></ns4:lvl7pPr><ns4:lvl8pPr algn="l"><ns4:buNone/><ns4:defRPr sz="1800" dirty="0" b="1"><ns4:solidFill><ns4:srgbClr val="3B82F6"/></ns4:solidFill><ns4:latin typeface="Calibri"/><ns4:ea typeface="Calibri"/></ns4:defRPr></ns4:lvl8pPr><ns4:lvl9pPr algn="l"><ns4:buNone/><ns4:defRPr sz="1800" dirty="0" b="1"><ns4:solidFill><ns4:srgbClr val="3B82F6"/></ns4:solidFill><ns4:latin typeface="Calibri"/><ns4:ea typeface="Calibri"/></ns4:defRPr></ns4:lvl9pPr></ns4:lstStyle/><ns5:p xmlns:ns5="http://schemas.openxmlformats.org/drawingml/2006/main"><ns5:pPr algn="l"><ns5:buNone/></ns5:pPr><ns5:r><ns5:rPr lang="ja-JP"/><ns5:t>ご質問をお待ちしています</ns5:t></ns5:r></ns5:p></ns0:txBody></ns0:sp><ns0:sp><ns0:nvSpPr><ns0:cNvPr id="12" name="PresenterName.Bottom"/><ns0:cNvSpPr><ns1:spLocks xmlns:ns1="http://schemas.openxmlformats.org/drawingml/2006/main" noGrp="1"/></ns0:cNvSpPr><ns0:nvPr><ns0:ph idx="11" type="body"/></ns0:nvPr></ns0:nvSpPr><ns0:spPr><ns2:xfrm xmlns:ns2="http://schemas.openxmlformats.org/drawingml/2006/main"><ns2:off x="1097280" y="4754880"/><ns2:ext cx="7315200" cy="457200"/></ns2:xfrm></ns0:spPr><ns0:txBody><ns3:bodyPr xmlns:ns3="http://schemas.openxmlformats.org/drawingml/2006/main" wrap="square" anchor="t" anchorCtr="0"/><ns4:lstStyle><ns4:defPPr><ns4:defRPr sz="1600"><ns4:solidFill><ns4:srgbClr val="CADCFC"/></ns4:solidFill></ns4:defRPr></ns4:defPPr></ns4:lstStyle><ns4:defPPr algn="l"><ns4:buNone/><ns4:defRPr sz="1600" dirty="0"><ns4:solidFill><ns4:srgbClr val="CADCFC"/></ns4:solidFill><ns4:latin typeface="Calibri"/><ns4:ea typeface="Calibri"/></ns4:defRPr></ns4:defPPr><ns4:lvl1pPr algn="l"><ns4:buNone/><ns4:defRPr sz="1600" dirty="0"><ns4:solidFill><ns4:srgbClr val="CADCFC"/></ns4:solidFill><ns4:latin typeface="Calibri"/><ns4:ea typeface="Calibri"/></ns4:defRPr></ns4:lvl1pPr><ns4:lvl2pPr algn="l"><ns4:buNone/><ns4:defRPr sz="1600" dirty="0"><ns4:solidFill><ns4:srgbClr val="CADCFC"/></ns4:solidFill><ns4:latin typeface="Calibri"/><ns4:ea typeface="Calibri"/></ns4:defRPr></ns4:lvl2pPr><ns4:lvl3pPr algn="l"><ns4:buNone/><ns4:defRPr sz="1600" dirty="0"><ns4:solidFill><ns4:srgbClr val="CADCFC"/></ns4:solidFill><ns4:latin typeface="Calibri"/><ns4:ea typeface="Calibri"/></ns4:defRPr></ns4:lvl3pPr><ns4:lvl4pPr algn="l"><ns4:buNone/><ns4:defRPr sz="1600" dirty="0"><ns4:solidFill><ns4:srgbClr val="CADCFC"/></ns4:solidFill><ns4:latin typeface="Calibri"/><ns4:ea typeface="Calibri"/></ns4:defRPr></ns4:lvl4pPr><ns4:lvl5pPr algn="l"><ns4:buNone/><ns4:defRPr sz="1600" dirty="0"><ns4:solidFill><ns4:srgbClr val="CADCFC"/></ns4:solidFill><ns4:latin typeface="Calibri"/><ns4:ea typeface="Calibri"/></ns4:defRPr></ns4:lvl5pPr><ns4:lvl6pPr algn="l"><ns4:buNone/><ns4:defRPr sz="1600" dirty="0"><ns4:solidFill><ns4:srgbClr val="CADCFC"/></ns4:solidFill><ns4:latin typeface="Calibri"/><ns4:ea typeface="Calibri"/></ns4:defRPr></ns4:lvl6pPr><ns4:lvl7pPr algn="l"><ns4:buNone/><ns4:defRPr sz="1600" dirty="0"><ns4:solidFill><ns4:srgbClr val="CADCFC"/></ns4:solidFill><ns4:latin typeface="Calibri"/><ns4:ea typeface="Calibri"/></ns4:defRPr></ns4:lvl7pPr><ns4:lvl8pPr algn="l"><ns4:buNone/><ns4:defRPr sz="1600" dirty="0"><ns4:solidFill><ns4:srgbClr val="CADCFC"/></ns4:solidFill><ns4:latin typeface="Calibri"/><ns4:ea typeface="Calibri"/></ns4:defRPr></ns4:lvl8pPr><ns4:lvl9pPr algn="l"><ns4:buNone/><ns4:defRPr sz="1600" dirty="0"><ns4:solidFill><ns4:srgbClr val="CADCFC"/></ns4:solidFill><ns4:latin typeface="Calibri"/><ns4:ea typeface="Calibri"/></ns4:defRPr></ns4:lvl9pPr></ns4:lstStyle/><ns5:p xmlns:ns5="http://schemas.openxmlformats.org/drawingml/2006/main"><ns5:pPr algn="l"><ns5:buNone/></ns5:pPr><ns5:r><ns5:rPr lang="ja-JP"/><ns5:t>email@example.com  |  内線: 0000
Slack: #channel</ns5:t></ns5:r></ns5:p></ns0:txBody></ns0:sp></ns0:spTree></ns0:cSld><ns0:clrMapOvr/></ns0:sldLayout>
</file>

<file path=ppt/slideLayouts/slideLayout30.xml><?xml version='1.0' encoding='UTF-8' standalone='yes'?>
<ns0:sldLayout xmlns:ns0="http://schemas.openxmlformats.org/presentationml/2006/main" type="blank" preserve="1"><ns0:cSld name="Closing.1Steps.Single+1Notes"><ns0:spTree><ns0:nvGrpSpPr><ns0:cNvPr id="1" name=""/><ns0:cNvGrpSpPr/><ns0:nvPr/></ns0:nvGrpSpPr><ns0:grpSpPr><ns1:xfrm xmlns:ns1="http://schemas.openxmlformats.org/drawingml/2006/main"><ns1:off x="0" y="0"/><ns1:ext cx="0" cy="0"/><ns1:chOff x="0" y="0"/><ns1:chExt cx="0" cy="0"/></ns1:xfrm></ns0:grpSpPr><ns0:sp><ns0:nvSpPr><ns0:cNvPr id="2" name="BG"/><ns0:cNvSpPr><ns1:spLocks xmlns:ns1="http://schemas.openxmlformats.org/drawingml/2006/main" noGrp="1" noSelect="0" noRot="1" noMove="1"/></ns0:cNvSpPr><ns0:nvPr/></ns0:nvSpPr><ns0:spPr><ns2:xfrm xmlns:ns2="http://schemas.openxmlformats.org/drawingml/2006/main"><ns2:off x="0" y="0"/><ns2:ext cx="12192000" cy="6858000"/></ns2:xfrm><ns3:prstGeom xmlns:ns3="http://schemas.openxmlformats.org/drawingml/2006/main" prst="rect"/><ns4:solidFill xmlns:ns4="http://schemas.openxmlformats.org/drawingml/2006/main"><ns4:srgbClr val="1E2761"/></ns4:solidFill><ns5:ln xmlns:ns5="http://schemas.openxmlformats.org/drawingml/2006/main"><ns5:noFill/></ns5:ln></ns0:spPr></ns0:sp><ns0:sp><ns0:nvSpPr><ns0:cNvPr id="3" name="AccentBar"/><ns0:cNvSpPr><ns1:spLocks xmlns:ns1="http://schemas.openxmlformats.org/drawingml/2006/main" noGrp="1" noSelect="0" noRot="1" noMove="1"/></ns0:cNvSpPr><ns0:nvPr/></ns0:nvSpPr><ns0:spPr><ns2:xfrm xmlns:ns2="http://schemas.openxmlformats.org/drawingml/2006/main"><ns2:off x="0" y="0"/><ns2:ext cx="164592" cy="6858000"/></ns2:xfrm><ns3:prstGeom xmlns:ns3="http://schemas.openxmlformats.org/drawingml/2006/main" prst="rect"/><ns4:solidFill xmlns:ns4="http://schemas.openxmlformats.org/drawingml/2006/main"><ns4:srgbClr val="3B82F6"/></ns4:solidFill><ns5:ln xmlns:ns5="http://schemas.openxmlformats.org/drawingml/2006/main"><ns5:noFill/></ns5:ln></ns0:spPr></ns0:sp><ns0:sp><ns0:nvSpPr><ns0:cNvPr id="4" name="StepsPanel"/><ns0:cNvSpPr><ns1:spLocks xmlns:ns1="http://schemas.openxmlformats.org/drawingml/2006/main" noGrp="1" noSelect="0" noRot="1" noMove="1"/></ns0:cNvSpPr><ns0:nvPr/></ns0:nvSpPr><ns0:spPr><ns2:xfrm xmlns:ns2="http://schemas.openxmlformats.org/drawingml/2006/main"><ns2:off x="731520" y="914400"/><ns2:ext cx="6858000" cy="5029200"/></ns2:xfrm><ns3:prstGeom xmlns:ns3="http://schemas.openxmlformats.org/drawingml/2006/main" prst="roundRect"><ns3:avLst><ns3:gd name="adj" fmla="val 10000"/></ns3:avLst></ns3:prstGeom><ns4:solidFill xmlns:ns4="http://schemas.openxmlformats.org/drawingml/2006/main"><ns4:srgbClr val="141B41"/></ns4:solidFill><ns5:ln xmlns:ns5="http://schemas.openxmlformats.org/drawingml/2006/main"><ns5:noFill/></ns5:ln></ns0:spPr></ns0:sp><ns0:sp><ns0:nvSpPr><ns0:cNvPr id="5" name="CTAPanel"/><ns0:cNvSpPr><ns1:spLocks xmlns:ns1="http://schemas.openxmlformats.org/drawingml/2006/main" noGrp="1" noSelect="0" noRot="1" noMove="1"/></ns0:cNvSpPr><ns0:nvPr/></ns0:nvSpPr><ns0:spPr><ns2:xfrm xmlns:ns2="http://schemas.openxmlformats.org/drawingml/2006/main"><ns2:off x="8046720" y="914400"/><ns2:ext cx="3657600" cy="5029200"/></ns2:xfrm><ns3:prstGeom xmlns:ns3="http://schemas.openxmlformats.org/drawingml/2006/main" prst="roundRect"><ns3:avLst><ns3:gd name="adj" fmla="val 10000"/></ns3:avLst></ns3:prstGeom><ns4:solidFill xmlns:ns4="http://schemas.openxmlformats.org/drawingml/2006/main"><ns4:srgbClr val="2D3A6E"/></ns4:solidFill><ns5:ln xmlns:ns5="http://schemas.openxmlformats.org/drawingml/2006/main"><ns5:noFill/></ns5:ln></ns0:spPr></ns0:sp><ns0:sp><ns0:nvSpPr><ns0:cNvPr id="10" name="Title.Left"/><ns0:cNvSpPr><ns1:spLocks xmlns:ns1="http://schemas.openxmlformats.org/drawingml/2006/main" noGrp="1"/></ns0:cNvSpPr><ns0:nvPr><ns0:ph idx="15" type="body"/></ns0:nvPr></ns0:nvSpPr><ns0:spPr><ns2:xfrm xmlns:ns2="http://schemas.openxmlformats.org/drawingml/2006/main"><ns2:off x="1097280" y="1188720"/><ns2:ext cx="6217920" cy="640080"/></ns2:xfrm></ns0:spPr><ns0:txBody><ns3:bodyPr xmlns:ns3="http://schemas.openxmlformats.org/drawingml/2006/main" wrap="square" anchor="t" anchorCtr="0"/><ns4:lstStyle><ns4:defPPr><ns4:defRPr sz="2800" b="1"><ns4:solidFill><ns4:srgbClr val="FFFFFF"/></ns4:solidFill></ns4:defRPr></ns4:defPPr></ns4:lstStyle><ns4:defPPr algn="l"><ns4:buNone/><ns4:defRPr sz="2800" dirty="0" b="1"><ns4:solidFill><ns4:srgbClr val="FFFFFF"/></ns4:solidFill><ns4:latin typeface="Georgia"/><ns4:ea typeface="Georgia"/></ns4:defRPr></ns4:defPPr><ns4:lvl1pPr algn="l"><ns4:buNone/><ns4:defRPr sz="2800" dirty="0" b="1"><ns4:solidFill><ns4:srgbClr val="FFFFFF"/></ns4:solidFill><ns4:latin typeface="Georgia"/><ns4:ea typeface="Georgia"/></ns4:defRPr></ns4:lvl1pPr><ns4:lvl2pPr algn="l"><ns4:buNone/><ns4:defRPr sz="2800" dirty="0" b="1"><ns4:solidFill><ns4:srgbClr val="FFFFFF"/></ns4:solidFill><ns4:latin typeface="Georgia"/><ns4:ea typeface="Georgia"/></ns4:defRPr></ns4:lvl2pPr><ns4:lvl3pPr algn="l"><ns4:buNone/><ns4:defRPr sz="2800" dirty="0" b="1"><ns4:solidFill><ns4:srgbClr val="FFFFFF"/></ns4:solidFill><ns4:latin typeface="Georgia"/><ns4:ea typeface="Georgia"/></ns4:defRPr></ns4:lvl3pPr><ns4:lvl4pPr algn="l"><ns4:buNone/><ns4:defRPr sz="2800" dirty="0" b="1"><ns4:solidFill><ns4:srgbClr val="FFFFFF"/></ns4:solidFill><ns4:latin typeface="Georgia"/><ns4:ea typeface="Georgia"/></ns4:defRPr></ns4:lvl4pPr><ns4:lvl5pPr algn="l"><ns4:buNone/><ns4:defRPr sz="2800" dirty="0" b="1"><ns4:solidFill><ns4:srgbClr val="FFFFFF"/></ns4:solidFill><ns4:latin typeface="Georgia"/><ns4:ea typeface="Georgia"/></ns4:defRPr></ns4:lvl5pPr><ns4:lvl6pPr algn="l"><ns4:buNone/><ns4:defRPr sz="2800" dirty="0" b="1"><ns4:solidFill><ns4:srgbClr val="FFFFFF"/></ns4:solidFill><ns4:latin typeface="Georgia"/><ns4:ea typeface="Georgia"/></ns4:defRPr></ns4:lvl6pPr><ns4:lvl7pPr algn="l"><ns4:buNone/><ns4:defRPr sz="2800" dirty="0" b="1"><ns4:solidFill><ns4:srgbClr val="FFFFFF"/></ns4:solidFill><ns4:latin typeface="Georgia"/><ns4:ea typeface="Georgia"/></ns4:defRPr></ns4:lvl7pPr><ns4:lvl8pPr algn="l"><ns4:buNone/><ns4:defRPr sz="2800" dirty="0" b="1"><ns4:solidFill><ns4:srgbClr val="FFFFFF"/></ns4:solidFill><ns4:latin typeface="Georgia"/><ns4:ea typeface="Georgia"/></ns4:defRPr></ns4:lvl8pPr><ns4:lvl9pPr algn="l"><ns4:buNone/><ns4:defRPr sz="2800" dirty="0" b="1"><ns4:solidFill><ns4:srgbClr val="FFFFFF"/></ns4:solidFill><ns4:latin typeface="Georgia"/><ns4:ea typeface="Georgia"/></ns4:defRPr></ns4:lvl9pPr></ns4:lstStyle/><ns5:p xmlns:ns5="http://schemas.openxmlformats.org/drawingml/2006/main"><ns5:pPr algn="l"><ns5:buNone/></ns5:pPr><ns5:r><ns5:rPr lang="ja-JP"/><ns5:t>1. アクション項目

2. アクション項目

3. アクション項目</ns5:t></ns5:r></ns5:p></ns0:txBody></ns0:sp><ns0:sp><ns0:nvSpPr><ns0:cNvPr id="21" name="Notes.Right"/><ns0:cNvSpPr><ns1:spLocks xmlns:ns1="http://schemas.openxmlformats.org/drawingml/2006/main" noGrp="1"/></ns0:cNvSpPr><ns0:nvPr><ns0:ph idx="2" type="body"/></ns0:nvPr></ns0:nvSpPr><ns0:spPr><ns2:xfrm xmlns:ns2="http://schemas.openxmlformats.org/drawingml/2006/main"><ns2:off x="8321040" y="1188720"/><ns2:ext cx="3108960" cy="4572000"/></ns2:xfrm></ns0:spPr><ns0:txBody><ns3:bodyPr xmlns:ns3="http://schemas.openxmlformats.org/drawingml/2006/main" wrap="square" anchor="t" anchorCtr="0"/><ns4:lstStyle><ns4:defPPr><ns4:defRPr><ns4:solidFill><ns4:srgbClr val="FFFFFF"/></ns4:solidFill></ns4:defRPr></ns4:defPPr></ns4:lstStyle><ns4:defPPr algn="l"><ns4:buNone/><ns4:defRPr sz="1400" dirty="0"><ns4:solidFill><ns4:srgbClr val="FFFFFF"/></ns4:solidFill><ns4:latin typeface="Calibri"/><ns4:ea typeface="Calibri"/></ns4:defRPr></ns4:defPPr><ns4:lvl1pPr algn="l"><ns4:buNone/><ns4:defRPr sz="1400" dirty="0"><ns4:solidFill><ns4:srgbClr val="FFFFFF"/></ns4:solidFill><ns4:latin typeface="Calibri"/><ns4:ea typeface="Calibri"/></ns4:defRPr></ns4:lvl1pPr><ns4:lvl2pPr algn="l"><ns4:buNone/><ns4:defRPr sz="1400" dirty="0"><ns4:solidFill><ns4:srgbClr val="FFFFFF"/></ns4:solidFill><ns4:latin typeface="Calibri"/><ns4:ea typeface="Calibri"/></ns4:defRPr></ns4:lvl2pPr><ns4:lvl3pPr algn="l"><ns4:buNone/><ns4:defRPr sz="1400" dirty="0"><ns4:solidFill><ns4:srgbClr val="FFFFFF"/></ns4:solidFill><ns4:latin typeface="Calibri"/><ns4:ea typeface="Calibri"/></ns4:defRPr></ns4:lvl3pPr><ns4:lvl4pPr algn="l"><ns4:buNone/><ns4:defRPr sz="1400" dirty="0"><ns4:solidFill><ns4:srgbClr val="FFFFFF"/></ns4:solidFill><ns4:latin typeface="Calibri"/><ns4:ea typeface="Calibri"/></ns4:defRPr></ns4:lvl4pPr><ns4:lvl5pPr algn="l"><ns4:buNone/><ns4:defRPr sz="1400" dirty="0"><ns4:solidFill><ns4:srgbClr val="FFFFFF"/></ns4:solidFill><ns4:latin typeface="Calibri"/><ns4:ea typeface="Calibri"/></ns4:defRPr></ns4:lvl5pPr><ns4:lvl6pPr algn="l"><ns4:buNone/><ns4:defRPr sz="1400" dirty="0"><ns4:solidFill><ns4:srgbClr val="FFFFFF"/></ns4:solidFill><ns4:latin typeface="Calibri"/><ns4:ea typeface="Calibri"/></ns4:defRPr></ns4:lvl6pPr><ns4:lvl7pPr algn="l"><ns4:buNone/><ns4:defRPr sz="1400" dirty="0"><ns4:solidFill><ns4:srgbClr val="FFFFFF"/></ns4:solidFill><ns4:latin typeface="Calibri"/><ns4:ea typeface="Calibri"/></ns4:defRPr></ns4:lvl7pPr><ns4:lvl8pPr algn="l"><ns4:buNone/><ns4:defRPr sz="1400" dirty="0"><ns4:solidFill><ns4:srgbClr val="FFFFFF"/></ns4:solidFill><ns4:latin typeface="Calibri"/><ns4:ea typeface="Calibri"/></ns4:defRPr></ns4:lvl8pPr><ns4:lvl9pPr algn="l"><ns4:buNone/><ns4:defRPr sz="1400" dirty="0"><ns4:solidFill><ns4:srgbClr val="FFFFFF"/></ns4:solidFill><ns4:latin typeface="Calibri"/><ns4:ea typeface="Calibri"/></ns4:defRPr></ns4:lvl9pPr></ns4:lstStyle><ns5:p xmlns:ns5="http://schemas.openxmlformats.org/drawingml/2006/main"><ns5:pPr algn="l"><ns5:buNone/></ns5:pPr><ns5:r><ns5:rPr lang="ja-JP"/><ns5:t>期限

担当者

連絡先

次回MTG日程</ns5:t></ns5:r></ns5:p></ns0:txBody></ns0:sp></ns0:spTree></ns0:cSld><ns0:clrMapOvr/></ns0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3" Type="http://schemas.openxmlformats.org/officeDocument/2006/relationships/slideLayout" Target="../slideLayouts/slideLayout12.xml"/><Relationship Id="rId14" Type="http://schemas.openxmlformats.org/officeDocument/2006/relationships/slideLayout" Target="../slideLayouts/slideLayout13.xml"/><Relationship Id="rId15" Type="http://schemas.openxmlformats.org/officeDocument/2006/relationships/slideLayout" Target="../slideLayouts/slideLayout14.xml"/><Relationship Id="rId16" Type="http://schemas.openxmlformats.org/officeDocument/2006/relationships/slideLayout" Target="../slideLayouts/slideLayout15.xml"/><Relationship Id="rId17" Type="http://schemas.openxmlformats.org/officeDocument/2006/relationships/slideLayout" Target="../slideLayouts/slideLayout16.xml"/><Relationship Id="rId18" Type="http://schemas.openxmlformats.org/officeDocument/2006/relationships/slideLayout" Target="../slideLayouts/slideLayout17.xml"/><Relationship Id="rId19" Type="http://schemas.openxmlformats.org/officeDocument/2006/relationships/slideLayout" Target="../slideLayouts/slideLayout18.xml"/><Relationship Id="rId20" Type="http://schemas.openxmlformats.org/officeDocument/2006/relationships/slideLayout" Target="../slideLayouts/slideLayout19.xml"/><Relationship Id="rId21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1.xml"/><Relationship Id="rId23" Type="http://schemas.openxmlformats.org/officeDocument/2006/relationships/slideLayout" Target="../slideLayouts/slideLayout22.xml"/><Relationship Id="rId24" Type="http://schemas.openxmlformats.org/officeDocument/2006/relationships/slideLayout" Target="../slideLayouts/slideLayout23.xml"/><Relationship Id="rId25" Type="http://schemas.openxmlformats.org/officeDocument/2006/relationships/slideLayout" Target="../slideLayouts/slideLayout24.xml"/><Relationship Id="rId26" Type="http://schemas.openxmlformats.org/officeDocument/2006/relationships/slideLayout" Target="../slideLayouts/slideLayout25.xml"/><Relationship Id="rId27" Type="http://schemas.openxmlformats.org/officeDocument/2006/relationships/slideLayout" Target="../slideLayouts/slideLayout26.xml"/><Relationship Id="rId28" Type="http://schemas.openxmlformats.org/officeDocument/2006/relationships/slideLayout" Target="../slideLayouts/slideLayout27.xml"/><Relationship Id="rId29" Type="http://schemas.openxmlformats.org/officeDocument/2006/relationships/slideLayout" Target="../slideLayouts/slideLayout28.xml"/><Relationship Id="rId30" Type="http://schemas.openxmlformats.org/officeDocument/2006/relationships/slideLayout" Target="../slideLayouts/slideLayout29.xml"/><Relationship Id="rId31" Type="http://schemas.openxmlformats.org/officeDocument/2006/relationships/slideLayout" Target="../slideLayouts/slideLayout3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71" r:id="rId13"/>
    <p:sldLayoutId id="2147483672" r:id="rId14"/>
    <p:sldLayoutId id="2147483673" r:id="rId15"/>
    <p:sldLayoutId id="2147483674" r:id="rId16"/>
    <p:sldLayoutId id="2147483675" r:id="rId17"/>
    <p:sldLayoutId id="2147483676" r:id="rId18"/>
    <p:sldLayoutId id="2147483677" r:id="rId19"/>
    <p:sldLayoutId id="2147483678" r:id="rId20"/>
    <p:sldLayoutId id="2147483679" r:id="rId21"/>
    <p:sldLayoutId id="2147483680" r:id="rId22"/>
    <p:sldLayoutId id="2147483681" r:id="rId23"/>
    <p:sldLayoutId id="2147483682" r:id="rId24"/>
    <p:sldLayoutId id="2147483683" r:id="rId25"/>
    <p:sldLayoutId id="2147483684" r:id="rId26"/>
    <p:sldLayoutId id="2147483685" r:id="rId27"/>
    <p:sldLayoutId id="2147483686" r:id="rId28"/>
    <p:sldLayoutId id="2147483687" r:id="rId29"/>
    <p:sldLayoutId id="2147483688" r:id="rId30"/>
    <p:sldLayoutId id="2147483689" r:id="rId31"/>
  </p:sldLayoutIdLst>
  <p:txStyles>
    <p:titleStyle>
      <a:lvl1pPr algn="l">
        <a:buNone/>
        <a:defRPr sz="4400" b="1">
          <a:solidFill>
            <a:srgbClr val="FFFFFF"/>
          </a:solidFill>
          <a:latin typeface="+mj-lt"/>
          <a:ea typeface="+mj-ea"/>
        </a:defRPr>
      </a:lvl1pPr>
    </p:titleStyle>
    <p:bodyStyle>
      <a:lvl1pPr algn="l">
        <a:buNone/>
        <a:defRPr sz="1400">
          <a:solidFill>
            <a:srgbClr val="1E293B"/>
          </a:solidFill>
          <a:latin typeface="+mn-lt"/>
          <a:ea typeface="+mn-ea"/>
        </a:defRPr>
      </a:lvl1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Georg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