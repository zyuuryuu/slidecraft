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BottomPanel"/>
          <p:cNvSpPr>
            <a:spLocks noGrp="1" noSelect="0" noRot="1" noMove="1"/>
          </p:cNvSpPr>
          <p:nvPr/>
        </p:nvSpPr>
        <p:spPr>
          <a:xfrm>
            <a:off x="0" y="4754880"/>
            <a:ext cx="12192000" cy="21031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8229600" cy="411480"/>
          </a:xfrm>
        </p:spPr>
        <p:txBody>
          <a:bodyPr wrap="square" anchor="t" anchorCtr="0"/>
          <a:lstStyle>
            <a:defPPr>
              <a:defRPr sz="15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ctrTitle" idx="0"/>
          </p:nvPr>
        </p:nvSpPr>
        <p:spPr>
          <a:xfrm>
            <a:off x="1097280" y="1920240"/>
            <a:ext cx="9601200" cy="1371600"/>
          </a:xfrm>
        </p:spPr>
        <p:txBody>
          <a:bodyPr wrap="square" anchor="t" anchorCtr="0"/>
          <a:lstStyle>
            <a:defPPr>
              <a:defRPr sz="48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ubtitle.Center"/>
          <p:cNvSpPr>
            <a:spLocks noGrp="1"/>
          </p:cNvSpPr>
          <p:nvPr>
            <p:ph type="subTitle" idx="1"/>
          </p:nvPr>
        </p:nvSpPr>
        <p:spPr>
          <a:xfrm>
            <a:off x="1097280" y="3383280"/>
            <a:ext cx="8229600" cy="640080"/>
          </a:xfrm>
        </p:spPr>
        <p:txBody>
          <a:bodyPr wrap="square" anchor="t" anchorCtr="0"/>
          <a:lstStyle>
            <a:defPPr>
              <a:defRPr sz="20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Date.Bottom"/>
          <p:cNvSpPr>
            <a:spLocks noGrp="1"/>
          </p:cNvSpPr>
          <p:nvPr>
            <p:ph type="body" idx="11"/>
          </p:nvPr>
        </p:nvSpPr>
        <p:spPr>
          <a:xfrm>
            <a:off x="1097280" y="5120640"/>
            <a:ext cx="7315200" cy="365760"/>
          </a:xfrm>
        </p:spPr>
        <p:txBody>
          <a:bodyPr wrap="square" anchor="t" anchorCtr="0"/>
          <a:lstStyle>
            <a:defPPr>
              <a:defRPr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Footer.Bottom"/>
          <p:cNvSpPr>
            <a:spLocks noGrp="1"/>
          </p:cNvSpPr>
          <p:nvPr>
            <p:ph type="body" idx="12"/>
          </p:nvPr>
        </p:nvSpPr>
        <p:spPr>
          <a:xfrm>
            <a:off x="1097280" y="5577840"/>
            <a:ext cx="36576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+1Me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MetaPanel"/>
          <p:cNvSpPr>
            <a:spLocks noGrp="1" noSelect="0" noRot="1" noMove="1"/>
          </p:cNvSpPr>
          <p:nvPr/>
        </p:nvSpPr>
        <p:spPr>
          <a:xfrm>
            <a:off x="8046720" y="1097280"/>
            <a:ext cx="3474720" cy="41148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5943600" cy="365760"/>
          </a:xfrm>
        </p:spPr>
        <p:txBody>
          <a:bodyPr wrap="square" anchor="t" anchorCtr="0"/>
          <a:lstStyle>
            <a:defPPr>
              <a:defRPr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Left"/>
          <p:cNvSpPr>
            <a:spLocks noGrp="1"/>
          </p:cNvSpPr>
          <p:nvPr>
            <p:ph type="ctrTitle" idx="0"/>
          </p:nvPr>
        </p:nvSpPr>
        <p:spPr>
          <a:xfrm>
            <a:off x="1097280" y="1645920"/>
            <a:ext cx="6400800" cy="16459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ubtitle.Left"/>
          <p:cNvSpPr>
            <a:spLocks noGrp="1"/>
          </p:cNvSpPr>
          <p:nvPr>
            <p:ph type="subTitle" idx="1"/>
          </p:nvPr>
        </p:nvSpPr>
        <p:spPr>
          <a:xfrm>
            <a:off x="1097280" y="3474720"/>
            <a:ext cx="6400800" cy="548640"/>
          </a:xfrm>
        </p:spPr>
        <p:txBody>
          <a:bodyPr wrap="square" anchor="t" anchorCtr="0"/>
          <a:lstStyle>
            <a:defPPr>
              <a:defRPr sz="18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Meta.Right"/>
          <p:cNvSpPr>
            <a:spLocks noGrp="1"/>
          </p:cNvSpPr>
          <p:nvPr>
            <p:ph type="body" idx="11"/>
          </p:nvPr>
        </p:nvSpPr>
        <p:spPr>
          <a:xfrm>
            <a:off x="8321040" y="1463040"/>
            <a:ext cx="2926080" cy="3474720"/>
          </a:xfrm>
        </p:spPr>
        <p:txBody>
          <a:bodyPr wrap="square" anchor="t" anchorCtr="0"/>
          <a:lstStyle>
            <a:defPPr>
              <a:defRPr sz="13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Footer.Bottom"/>
          <p:cNvSpPr>
            <a:spLocks noGrp="1"/>
          </p:cNvSpPr>
          <p:nvPr>
            <p:ph type="body" idx="12"/>
          </p:nvPr>
        </p:nvSpPr>
        <p:spPr>
          <a:xfrm>
            <a:off x="1097280" y="5669280"/>
            <a:ext cx="54864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type="title" preserve="1">
  <p:cSld name="Title.1Title.Single+1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Panel"/>
          <p:cNvSpPr>
            <a:spLocks noGrp="1" noSelect="0" noRot="1" noMove="1"/>
          </p:cNvSpPr>
          <p:nvPr/>
        </p:nvSpPr>
        <p:spPr>
          <a:xfrm>
            <a:off x="0" y="0"/>
            <a:ext cx="6858000" cy="685800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RightPanel"/>
          <p:cNvSpPr>
            <a:spLocks noGrp="1" noSelect="0" noRot="1" noMove="1"/>
          </p:cNvSpPr>
          <p:nvPr/>
        </p:nvSpPr>
        <p:spPr>
          <a:xfrm>
            <a:off x="6858000" y="0"/>
            <a:ext cx="5333695" cy="6858000"/>
          </a:xfrm>
          <a:prstGeom prst="rect"/>
          <a:solidFill>
            <a:srgbClr val="F5F7FA"/>
          </a:solidFill>
          <a:ln>
            <a:noFill/>
          </a:ln>
        </p:spPr>
      </p:sp>
      <p:sp>
        <p:nvSpPr>
          <p:cNvPr id="4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CornerBlock"/>
          <p:cNvSpPr>
            <a:spLocks noGrp="1" noSelect="0" noRot="1" noMove="1"/>
          </p:cNvSpPr>
          <p:nvPr/>
        </p:nvSpPr>
        <p:spPr>
          <a:xfrm>
            <a:off x="6858000" y="0"/>
            <a:ext cx="365760" cy="36576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CategoryLabel.Left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5029200" cy="365760"/>
          </a:xfrm>
        </p:spPr>
        <p:txBody>
          <a:bodyPr wrap="square" anchor="t" anchorCtr="0"/>
          <a:lstStyle>
            <a:defPPr>
              <a:defRPr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Title.Left"/>
          <p:cNvSpPr>
            <a:spLocks noGrp="1"/>
          </p:cNvSpPr>
          <p:nvPr>
            <p:ph type="ctrTitle" idx="0"/>
          </p:nvPr>
        </p:nvSpPr>
        <p:spPr>
          <a:xfrm>
            <a:off x="1097280" y="1920240"/>
            <a:ext cx="5303520" cy="1828800"/>
          </a:xfrm>
        </p:spPr>
        <p:txBody>
          <a:bodyPr wrap="square" anchor="t" anchorCtr="0"/>
          <a:lstStyle>
            <a:defPPr>
              <a:defRPr sz="4200"/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ubtitle.Left"/>
          <p:cNvSpPr>
            <a:spLocks noGrp="1"/>
          </p:cNvSpPr>
          <p:nvPr>
            <p:ph type="subTitle" idx="1"/>
          </p:nvPr>
        </p:nvSpPr>
        <p:spPr>
          <a:xfrm>
            <a:off x="1097280" y="3931920"/>
            <a:ext cx="5029200" cy="54864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ummary.Right"/>
          <p:cNvSpPr>
            <a:spLocks noGrp="1"/>
          </p:cNvSpPr>
          <p:nvPr>
            <p:ph type="body" idx="11"/>
          </p:nvPr>
        </p:nvSpPr>
        <p:spPr>
          <a:xfrm>
            <a:off x="7315200" y="1097280"/>
            <a:ext cx="4389120" cy="50292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0" name="Date.Bottom"/>
          <p:cNvSpPr>
            <a:spLocks noGrp="1"/>
          </p:cNvSpPr>
          <p:nvPr>
            <p:ph type="body" idx="12"/>
          </p:nvPr>
        </p:nvSpPr>
        <p:spPr>
          <a:xfrm>
            <a:off x="1097280" y="5669280"/>
            <a:ext cx="4572000" cy="274320"/>
          </a:xfrm>
        </p:spPr>
        <p:txBody>
          <a:bodyPr wrap="square" anchor="t" anchorCtr="0"/>
          <a:lstStyle>
            <a:defPPr>
              <a:defRPr sz="11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AccentBar"/>
          <p:cNvSpPr>
            <a:spLocks noGrp="1" noSelect="0" noRot="1" noMove="1"/>
          </p:cNvSpPr>
          <p:nvPr/>
        </p:nvSpPr>
        <p:spPr>
          <a:xfrm>
            <a:off x="0" y="0"/>
            <a:ext cx="164592" cy="685800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4" name="TopBlock"/>
          <p:cNvSpPr>
            <a:spLocks noGrp="1" noSelect="0" noRot="1" noMove="1"/>
          </p:cNvSpPr>
          <p:nvPr/>
        </p:nvSpPr>
        <p:spPr>
          <a:xfrm>
            <a:off x="1097280" y="731520"/>
            <a:ext cx="548640" cy="73152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SectionLabel.Top"/>
          <p:cNvSpPr>
            <a:spLocks noGrp="1"/>
          </p:cNvSpPr>
          <p:nvPr>
            <p:ph type="body" idx="10"/>
          </p:nvPr>
        </p:nvSpPr>
        <p:spPr>
          <a:xfrm>
            <a:off x="1097280" y="1005840"/>
            <a:ext cx="4572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body" idx="15"/>
          </p:nvPr>
        </p:nvSpPr>
        <p:spPr>
          <a:xfrm>
            <a:off x="1097280" y="1645920"/>
            <a:ext cx="9601200" cy="2011680"/>
          </a:xfrm>
        </p:spPr>
        <p:txBody>
          <a:bodyPr wrap="square" anchor="t" anchorCtr="0"/>
          <a:lstStyle>
            <a:defPPr>
              <a:defRPr sz="40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Description.Bottom"/>
          <p:cNvSpPr>
            <a:spLocks noGrp="1"/>
          </p:cNvSpPr>
          <p:nvPr>
            <p:ph type="body" idx="11"/>
          </p:nvPr>
        </p:nvSpPr>
        <p:spPr>
          <a:xfrm>
            <a:off x="1097280" y="4114800"/>
            <a:ext cx="9144000" cy="13716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Nav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 noSelect="0" noRot="1" noMove="1"/>
          </p:cNvSpPr>
          <p:nvPr/>
        </p:nvSpPr>
        <p:spPr>
          <a:xfrm>
            <a:off x="0" y="0"/>
            <a:ext cx="12192000" cy="6858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NumPanel"/>
          <p:cNvSpPr>
            <a:spLocks noGrp="1" noSelect="0" noRot="1" noMove="1"/>
          </p:cNvSpPr>
          <p:nvPr/>
        </p:nvSpPr>
        <p:spPr>
          <a:xfrm>
            <a:off x="731520" y="914400"/>
            <a:ext cx="2560320" cy="4572000"/>
          </a:xfrm>
          <a:prstGeom prst="roundRect">
            <a:avLst>
              <a:gd name="adj" fmla="val 10000"/>
            </a:avLst>
          </a:prstGeom>
          <a:solidFill>
            <a:srgbClr val="2D3A6E"/>
          </a:solidFill>
          <a:ln>
            <a:noFill/>
          </a:ln>
        </p:spPr>
      </p:sp>
      <p:sp>
        <p:nvSpPr>
          <p:cNvPr id="4" name="SectionNumber.Left"/>
          <p:cNvSpPr>
            <a:spLocks noGrp="1"/>
          </p:cNvSpPr>
          <p:nvPr>
            <p:ph type="body" idx="10"/>
          </p:nvPr>
        </p:nvSpPr>
        <p:spPr>
          <a:xfrm>
            <a:off x="914400" y="1371600"/>
            <a:ext cx="2194560" cy="2286000"/>
          </a:xfrm>
        </p:spPr>
        <p:txBody>
          <a:bodyPr wrap="square" anchor="t" anchorCtr="0"/>
          <a:lstStyle>
            <a:defPPr algn="ctr">
              <a:defRPr sz="80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ectionLabel.Left"/>
          <p:cNvSpPr>
            <a:spLocks noGrp="1"/>
          </p:cNvSpPr>
          <p:nvPr>
            <p:ph type="body" idx="11"/>
          </p:nvPr>
        </p:nvSpPr>
        <p:spPr>
          <a:xfrm>
            <a:off x="914400" y="3657600"/>
            <a:ext cx="2194560" cy="365760"/>
          </a:xfrm>
        </p:spPr>
        <p:txBody>
          <a:bodyPr wrap="square" anchor="t" anchorCtr="0"/>
          <a:lstStyle>
            <a:defPPr algn="ctr"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Right"/>
          <p:cNvSpPr>
            <a:spLocks noGrp="1"/>
          </p:cNvSpPr>
          <p:nvPr>
            <p:ph type="body" idx="15"/>
          </p:nvPr>
        </p:nvSpPr>
        <p:spPr>
          <a:xfrm>
            <a:off x="3840480" y="1371600"/>
            <a:ext cx="7772400" cy="1828800"/>
          </a:xfrm>
        </p:spPr>
        <p:txBody>
          <a:bodyPr wrap="square" anchor="t" anchorCtr="0"/>
          <a:lstStyle>
            <a:defPPr>
              <a:defRPr sz="3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Description.Right"/>
          <p:cNvSpPr>
            <a:spLocks noGrp="1"/>
          </p:cNvSpPr>
          <p:nvPr>
            <p:ph type="body" idx="12"/>
          </p:nvPr>
        </p:nvSpPr>
        <p:spPr>
          <a:xfrm>
            <a:off x="3840480" y="3657600"/>
            <a:ext cx="7772400" cy="18288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type="secHead" preserve="1">
  <p:cSld name="SectionBreak.1Titl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G"/>
          <p:cNvSpPr>
            <a:spLocks noGrp="1" noSelect="0" noRot="1" noMove="1"/>
          </p:cNvSpPr>
          <p:nvPr/>
        </p:nvSpPr>
        <p:spPr>
          <a:xfrm>
            <a:off x="0" y="0"/>
            <a:ext cx="12192000" cy="256032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3" name="Banner"/>
          <p:cNvSpPr>
            <a:spLocks noGrp="1" noSelect="0" noRot="1" noMove="1"/>
          </p:cNvSpPr>
          <p:nvPr/>
        </p:nvSpPr>
        <p:spPr>
          <a:xfrm>
            <a:off x="0" y="2560320"/>
            <a:ext cx="12192000" cy="201168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4" name="BottomBG"/>
          <p:cNvSpPr>
            <a:spLocks noGrp="1" noSelect="0" noRot="1" noMove="1"/>
          </p:cNvSpPr>
          <p:nvPr/>
        </p:nvSpPr>
        <p:spPr>
          <a:xfrm>
            <a:off x="0" y="4572000"/>
            <a:ext cx="12192000" cy="2286000"/>
          </a:xfrm>
          <a:prstGeom prst="rect"/>
          <a:solidFill>
            <a:srgbClr val="141B41"/>
          </a:solidFill>
          <a:ln>
            <a:noFill/>
          </a:ln>
        </p:spPr>
      </p:sp>
      <p:sp>
        <p:nvSpPr>
          <p:cNvPr id="5" name="AccentTop"/>
          <p:cNvSpPr>
            <a:spLocks noGrp="1" noSelect="0" noRot="1" noMove="1"/>
          </p:cNvSpPr>
          <p:nvPr/>
        </p:nvSpPr>
        <p:spPr>
          <a:xfrm>
            <a:off x="0" y="2560320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6" name="AccentBottom"/>
          <p:cNvSpPr>
            <a:spLocks noGrp="1" noSelect="0" noRot="1" noMove="1"/>
          </p:cNvSpPr>
          <p:nvPr/>
        </p:nvSpPr>
        <p:spPr>
          <a:xfrm>
            <a:off x="0" y="4517136"/>
            <a:ext cx="12192000" cy="54864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7" name="SectionLabel.Top"/>
          <p:cNvSpPr>
            <a:spLocks noGrp="1"/>
          </p:cNvSpPr>
          <p:nvPr>
            <p:ph type="body" idx="10"/>
          </p:nvPr>
        </p:nvSpPr>
        <p:spPr>
          <a:xfrm>
            <a:off x="1097280" y="1097280"/>
            <a:ext cx="9144000" cy="365760"/>
          </a:xfrm>
        </p:spPr>
        <p:txBody>
          <a:bodyPr wrap="square" anchor="t" anchorCtr="0"/>
          <a:lstStyle>
            <a:defPPr>
              <a:defRPr sz="13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Title.Center"/>
          <p:cNvSpPr>
            <a:spLocks noGrp="1"/>
          </p:cNvSpPr>
          <p:nvPr>
            <p:ph type="body" idx="15"/>
          </p:nvPr>
        </p:nvSpPr>
        <p:spPr>
          <a:xfrm>
            <a:off x="1097280" y="2743200"/>
            <a:ext cx="9601200" cy="1371600"/>
          </a:xfrm>
        </p:spPr>
        <p:txBody>
          <a:bodyPr wrap="square" anchor="t" anchorCtr="0"/>
          <a:lstStyle>
            <a:defPPr>
              <a:defRPr sz="44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Description.Bottom"/>
          <p:cNvSpPr>
            <a:spLocks noGrp="1"/>
          </p:cNvSpPr>
          <p:nvPr>
            <p:ph type="body" idx="11"/>
          </p:nvPr>
        </p:nvSpPr>
        <p:spPr>
          <a:xfrm>
            <a:off x="1097280" y="4846320"/>
            <a:ext cx="9144000" cy="1097280"/>
          </a:xfrm>
        </p:spPr>
        <p:txBody>
          <a:bodyPr wrap="square" anchor="t" anchorCtr="0"/>
          <a:lstStyle>
            <a:defPPr>
              <a:defRPr sz="15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idePanel"/>
          <p:cNvSpPr>
            <a:spLocks noGrp="1" noSelect="0" noRot="1" noMove="1"/>
          </p:cNvSpPr>
          <p:nvPr/>
        </p:nvSpPr>
        <p:spPr>
          <a:xfrm>
            <a:off x="8595360" y="1234440"/>
            <a:ext cx="3200400" cy="5120640"/>
          </a:xfrm>
          <a:prstGeom prst="roundRect">
            <a:avLst>
              <a:gd name="adj" fmla="val 8000"/>
            </a:avLst>
          </a:prstGeom>
          <a:solidFill>
            <a:srgbClr val="EDF0F7"/>
          </a:solidFill>
          <a:ln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74980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Notes.Right"/>
          <p:cNvSpPr>
            <a:spLocks noGrp="1"/>
          </p:cNvSpPr>
          <p:nvPr>
            <p:ph type="body" idx="2"/>
          </p:nvPr>
        </p:nvSpPr>
        <p:spPr>
          <a:xfrm>
            <a:off x="8869680" y="1508760"/>
            <a:ext cx="2743200" cy="4663440"/>
          </a:xfrm>
        </p:spPr>
        <p:txBody>
          <a:bodyPr wrap="square" anchor="t" anchorCtr="0"/>
          <a:lstStyle>
            <a:defPPr>
              <a:defRPr sz="1200"/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FooterBar"/>
          <p:cNvSpPr>
            <a:spLocks noGrp="1" noSelect="0" noRot="1" noMove="1"/>
          </p:cNvSpPr>
          <p:nvPr/>
        </p:nvSpPr>
        <p:spPr>
          <a:xfrm>
            <a:off x="0" y="5943600"/>
            <a:ext cx="12192000" cy="914400"/>
          </a:xfrm>
          <a:prstGeom prst="rect"/>
          <a:solidFill>
            <a:srgbClr val="EDF0F7"/>
          </a:solidFill>
          <a:ln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Body.Center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10698480" cy="438912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ource.Bottom"/>
          <p:cNvSpPr>
            <a:spLocks noGrp="1"/>
          </p:cNvSpPr>
          <p:nvPr>
            <p:ph type="body" idx="2"/>
          </p:nvPr>
        </p:nvSpPr>
        <p:spPr>
          <a:xfrm>
            <a:off x="731520" y="6080760"/>
            <a:ext cx="10058400" cy="548640"/>
          </a:xfrm>
        </p:spPr>
        <p:txBody>
          <a:bodyPr wrap="square" anchor="t" anchorCtr="0"/>
          <a:lstStyle>
            <a:defPPr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type="obj" preserve="1">
  <p:cSld name="Content.1Body.Single+1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Callout"/>
          <p:cNvSpPr>
            <a:spLocks noGrp="1" noSelect="0" noRot="1" noMove="1"/>
          </p:cNvSpPr>
          <p:nvPr/>
        </p:nvSpPr>
        <p:spPr>
          <a:xfrm>
            <a:off x="640080" y="123444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F0F4FF"/>
          </a:solidFill>
          <a:ln>
            <a:noFill/>
          </a:ln>
        </p:spPr>
      </p:sp>
      <p:sp>
        <p:nvSpPr>
          <p:cNvPr id="4" name="CalloutAccent"/>
          <p:cNvSpPr>
            <a:spLocks noGrp="1" noSelect="0" noRot="1" noMove="1"/>
          </p:cNvSpPr>
          <p:nvPr/>
        </p:nvSpPr>
        <p:spPr>
          <a:xfrm>
            <a:off x="640080" y="1234440"/>
            <a:ext cx="73152" cy="1097280"/>
          </a:xfrm>
          <a:prstGeom prst="rect"/>
          <a:solidFill>
            <a:srgbClr val="3B82F6"/>
          </a:solidFill>
          <a:ln>
            <a:noFill/>
          </a:ln>
        </p:spPr>
      </p:sp>
      <p:sp>
        <p:nvSpPr>
          <p:cNvPr id="5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Callout.Top"/>
          <p:cNvSpPr>
            <a:spLocks noGrp="1"/>
          </p:cNvSpPr>
          <p:nvPr>
            <p:ph type="body" idx="2"/>
          </p:nvPr>
        </p:nvSpPr>
        <p:spPr>
          <a:xfrm>
            <a:off x="1005840" y="1371600"/>
            <a:ext cx="10241280" cy="777240"/>
          </a:xfrm>
        </p:spPr>
        <p:txBody>
          <a:bodyPr wrap="square" anchor="t" anchorCtr="0"/>
          <a:lstStyle>
            <a:defPPr>
              <a:defRPr sz="1300">
                <a:solidFill>
                  <a:srgbClr val="1E2761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Body.Center"/>
          <p:cNvSpPr>
            <a:spLocks noGrp="1"/>
          </p:cNvSpPr>
          <p:nvPr>
            <p:ph type="body" idx="1"/>
          </p:nvPr>
        </p:nvSpPr>
        <p:spPr>
          <a:xfrm>
            <a:off x="731520" y="2560320"/>
            <a:ext cx="10698480" cy="374904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9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Column.2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noGrp="1" noSelect="0" noRot="1" noMove="1"/>
          </p:cNvSpPr>
          <p:nvPr/>
        </p:nvSpPr>
        <p:spPr>
          <a:xfrm>
            <a:off x="0" y="0"/>
            <a:ext cx="12192000" cy="1051560"/>
          </a:xfrm>
          <a:prstGeom prst="rect"/>
          <a:solidFill>
            <a:srgbClr val="1E2761"/>
          </a:solidFill>
          <a:ln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50292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Right"/>
          <p:cNvSpPr>
            <a:spLocks noGrp="1"/>
          </p:cNvSpPr>
          <p:nvPr>
            <p:ph type="body" idx="2"/>
          </p:nvPr>
        </p:nvSpPr>
        <p:spPr>
          <a:xfrm>
            <a:off x="6217920" y="1325880"/>
            <a:ext cx="521208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type="twoObj" preserve="1">
  <p:cSld name="Column.2Body.MainSu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676656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Right"/>
          <p:cNvSpPr>
            <a:spLocks noGrp="1"/>
          </p:cNvSpPr>
          <p:nvPr>
            <p:ph type="body" idx="2"/>
          </p:nvPr>
        </p:nvSpPr>
        <p:spPr>
          <a:xfrm>
            <a:off x="8046720" y="1417320"/>
            <a:ext cx="3474720" cy="466344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type="threeObj" preserve="1">
  <p:cSld name="Column.3Body.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1.Left"/>
          <p:cNvSpPr>
            <a:spLocks noGrp="1"/>
          </p:cNvSpPr>
          <p:nvPr>
            <p:ph type="body" idx="1"/>
          </p:nvPr>
        </p:nvSpPr>
        <p:spPr>
          <a:xfrm>
            <a:off x="731520" y="1325880"/>
            <a:ext cx="3200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Body2.Center"/>
          <p:cNvSpPr>
            <a:spLocks noGrp="1"/>
          </p:cNvSpPr>
          <p:nvPr>
            <p:ph type="body" idx="2"/>
          </p:nvPr>
        </p:nvSpPr>
        <p:spPr>
          <a:xfrm>
            <a:off x="4297680" y="1325880"/>
            <a:ext cx="3200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7" name="Body3.Right"/>
          <p:cNvSpPr>
            <a:spLocks noGrp="1"/>
          </p:cNvSpPr>
          <p:nvPr>
            <p:ph type="body" idx="3"/>
          </p:nvPr>
        </p:nvSpPr>
        <p:spPr>
          <a:xfrm>
            <a:off x="7863840" y="1325880"/>
            <a:ext cx="356616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8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14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KPI.1Value.Single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StatPanel"/><p:cNvSpPr><a:spLocks xmlns:ns1="http://schemas.openxmlformats.org/drawingml/2006/main" noGrp="1" noSelect="0" noRot="1" noMove="1"/></p:cNvSpPr><p:nvPr/></p:nvSpPr><p:spPr><a:xfrm xmlns:ns2="http://schemas.openxmlformats.org/drawingml/2006/main"><a:off x="2743200" y="1645920"/><a:ext cx="6675120" cy="4114800"/></a:xfrm><a:prstGeom xmlns:ns3="http://schemas.openxmlformats.org/drawingml/2006/main" prst="roundRect"><a:avLst><a:gd name="adj" fmla="val 10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AccentDot"/><p:cNvSpPr><a:spLocks xmlns:ns1="http://schemas.openxmlformats.org/drawingml/2006/main" noGrp="1"/></p:cNvSpPr><p:nvPr/></p:nvSpPr><p:spPr><a:xfrm xmlns:ns2="http://schemas.openxmlformats.org/drawingml/2006/main"><a:off x="3154680" y="2057400"/><a:ext cx="274320" cy="274320"/></a:xfrm><a:prstGeom xmlns:ns3="http://schemas.openxmlformats.org/drawingml/2006/main" prst="ellipse"/><a:solidFill xmlns:ns4="http://schemas.openxmlformats.org/drawingml/2006/main"><a:srgbClr val="3B82F6"/></a:solidFill><a:ln xmlns:ns5="http://schemas.openxmlformats.org/drawingml/2006/main"><a:noFill/></a:ln></p:spPr></p:sp><p:sp><p:nvSpPr><p:cNvPr id="5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6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7" name="Value.Center"/><p:cNvSpPr><a:spLocks noGrp="1"/></p:cNvSpPr><p:nvPr><p:ph type="body" idx="1"/></p:nvPr></p:nvSpPr><p:spPr><a:xfrm><a:off x="3200400" y="2011680"/><a:ext cx="5943600" cy="1828800"/></a:xfrm></p:spPr><p:txBody><a:bodyPr wrap="square" anchor="t" anchorCtr="0"/><a:lstStyle><a:defPPr algn="ctr"><a:defRPr sz="7200" b="1"><a:solidFill><a:srgbClr val="1E2761"/></a:solidFill></a:defRPr></a:defPPr></a:lstStyle><a:p><a:r><a:rPr lang="ja-JP"/><a:t> </a:t></a:r></a:p></p:txBody></p:sp><p:sp><p:nvSpPr><p:cNvPr id="8" name="ValueLabel.Center"/><p:cNvSpPr><a:spLocks noGrp="1"/></p:cNvSpPr><p:nvPr><p:ph type="body" idx="2"/></p:nvPr></p:nvSpPr><p:spPr><a:xfrm><a:off x="3200400" y="3840480"/><a:ext cx="5943600" cy="457200"/></a:xfrm></p:spPr><p:txBody><a:bodyPr wrap="square" anchor="t" anchorCtr="0"/><a:lstStyle><a:defPPr algn="ctr"><a:defRPr sz="1800" b="1"></a:defRPr></a:defPPr></a:lstStyle><a:p><a:r><a:rPr lang="ja-JP"/><a:t> </a:t></a:r></a:p></p:txBody></p:sp><p:sp><p:nvSpPr><p:cNvPr id="9" name="ValueDesc.Center"/><p:cNvSpPr><a:spLocks noGrp="1"/></p:cNvSpPr><p:nvPr><p:ph type="body" idx="3"/></p:nvPr></p:nvSpPr><p:spPr><a:xfrm><a:off x="3200400" y="4389120"/><a:ext cx="5943600" cy="914400"/></a:xfrm></p:spPr><p:txBody><a:bodyPr wrap="square" anchor="t" anchorCtr="0"/><a:lstStyle><a:defPPr algn="ctr"><a:defRPr sz="1300"><a:solidFill><a:srgbClr val="94A3B8"/></a:solidFill></a:defRPr></a:defPPr></a:lstStyle><a:p><a:r><a:rPr lang="ja-JP"/><a:t> </a:t></a:r></a:p></p:txBody></p:sp><p:sp><p:nvSpPr><p:cNvPr id="10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15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KPI.2Value.Equal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Card1"/><p:cNvSpPr><a:spLocks xmlns:ns1="http://schemas.openxmlformats.org/drawingml/2006/main" noGrp="1" noSelect="0" noRot="1" noMove="1"/></p:cNvSpPr><p:nvPr/></p:nvSpPr><p:spPr><a:xfrm xmlns:ns2="http://schemas.openxmlformats.org/drawingml/2006/main"><a:off x="640080" y="1371600"/><a:ext cx="5120640" cy="4754880"/></a:xfrm><a:prstGeom xmlns:ns3="http://schemas.openxmlformats.org/drawingml/2006/main" prst="roundRect"><a:avLst><a:gd name="adj" fmla="val 10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Card2"/><p:cNvSpPr><a:spLocks xmlns:ns1="http://schemas.openxmlformats.org/drawingml/2006/main" noGrp="1" noSelect="0" noRot="1" noMove="1"/></p:cNvSpPr><p:nvPr/></p:nvSpPr><p:spPr><a:xfrm xmlns:ns2="http://schemas.openxmlformats.org/drawingml/2006/main"><a:off x="6126480" y="1371600"/><a:ext cx="5303520" cy="4754880"/></a:xfrm><a:prstGeom xmlns:ns3="http://schemas.openxmlformats.org/drawingml/2006/main" prst="roundRect"><a:avLst><a:gd name="adj" fmla="val 10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5" name="Accent1"/><p:cNvSpPr><a:spLocks xmlns:ns1="http://schemas.openxmlformats.org/drawingml/2006/main" noGrp="1" noSelect="0" noRot="1" noMove="1"/></p:cNvSpPr><p:nvPr/></p:nvSpPr><p:spPr><a:xfrm xmlns:ns2="http://schemas.openxmlformats.org/drawingml/2006/main"><a:off x="640080" y="1371600"/><a:ext cx="5120640" cy="73152"/></a:xfrm><a:prstGeom xmlns:ns3="http://schemas.openxmlformats.org/drawingml/2006/main" prst="rect"/><a:solidFill xmlns:ns4="http://schemas.openxmlformats.org/drawingml/2006/main"><a:srgbClr val="3B82F6"/></a:solidFill><a:ln xmlns:ns5="http://schemas.openxmlformats.org/drawingml/2006/main"><a:noFill/></a:ln></p:spPr></p:sp><p:sp><p:nvSpPr><p:cNvPr id="6" name="Accent2"/><p:cNvSpPr><a:spLocks xmlns:ns1="http://schemas.openxmlformats.org/drawingml/2006/main" noGrp="1" noSelect="0" noRot="1" noMove="1"/></p:cNvSpPr><p:nvPr/></p:nvSpPr><p:spPr><a:xfrm xmlns:ns2="http://schemas.openxmlformats.org/drawingml/2006/main"><a:off x="6126480" y="1371600"/><a:ext cx="5303520" cy="73152"/></a:xfrm><a:prstGeom xmlns:ns3="http://schemas.openxmlformats.org/drawingml/2006/main" prst="rect"/><a:solidFill xmlns:ns4="http://schemas.openxmlformats.org/drawingml/2006/main"><a:srgbClr val="06B6D4"/></a:solidFill><a:ln xmlns:ns5="http://schemas.openxmlformats.org/drawingml/2006/main"><a:noFill/></a:ln></p:spPr></p:sp><p:sp><p:nvSpPr><p:cNvPr id="7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8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9" name="Value1.Left"/><p:cNvSpPr><a:spLocks noGrp="1"/></p:cNvSpPr><p:nvPr><p:ph type="body" idx="1"/></p:nvPr></p:nvSpPr><p:spPr><a:xfrm><a:off x="1097280" y="1828800"/><a:ext cx="4206240" cy="1645920"/></a:xfrm></p:spPr><p:txBody><a:bodyPr wrap="square" anchor="t" anchorCtr="0"/><a:lstStyle><a:defPPr algn="ctr"><a:defRPr sz="6000" b="1"><a:solidFill><a:srgbClr val="1E2761"/></a:solidFill></a:defRPr></a:defPPr></a:lstStyle><a:p><a:r><a:rPr lang="ja-JP"/><a:t> </a:t></a:r></a:p></p:txBody></p:sp><p:sp><p:nvSpPr><p:cNvPr id="10" name="ValueLabel1.Left"/><p:cNvSpPr><a:spLocks noGrp="1"/></p:cNvSpPr><p:nvPr><p:ph type="body" idx="2"/></p:nvPr></p:nvSpPr><p:spPr><a:xfrm><a:off x="1097280" y="3566160"/><a:ext cx="4206240" cy="2286000"/></a:xfrm></p:spPr><p:txBody><a:bodyPr wrap="square" anchor="t" anchorCtr="0"/><a:lstStyle><a:defPPr algn="ctr"><a:defRPr></a:defRPr></a:defPPr></a:lstStyle><a:p><a:r><a:rPr lang="ja-JP"/><a:t> </a:t></a:r></a:p></p:txBody></p:sp><p:sp><p:nvSpPr><p:cNvPr id="11" name="Value2.Right"/><p:cNvSpPr><a:spLocks noGrp="1"/></p:cNvSpPr><p:nvPr><p:ph type="body" idx="3"/></p:nvPr></p:nvSpPr><p:spPr><a:xfrm><a:off x="6583680" y="1828800"/><a:ext cx="4389120" cy="1645920"/></a:xfrm></p:spPr><p:txBody><a:bodyPr wrap="square" anchor="t" anchorCtr="0"/><a:lstStyle><a:defPPr algn="ctr"><a:defRPr sz="6000" b="1"><a:solidFill><a:srgbClr val="1E2761"/></a:solidFill></a:defRPr></a:defPPr></a:lstStyle><a:p><a:r><a:rPr lang="ja-JP"/><a:t> </a:t></a:r></a:p></p:txBody></p:sp><p:sp><p:nvSpPr><p:cNvPr id="12" name="ValueLabel2.Right"/><p:cNvSpPr><a:spLocks noGrp="1"/></p:cNvSpPr><p:nvPr><p:ph type="body" idx="4"/></p:nvPr></p:nvSpPr><p:spPr><a:xfrm><a:off x="6583680" y="3566160"/><a:ext cx="4389120" cy="2286000"/></a:xfrm></p:spPr><p:txBody><a:bodyPr wrap="square" anchor="t" anchorCtr="0"/><a:lstStyle><a:defPPr algn="ctr"><a:defRPr></a:defRPr></a:defPPr></a:lstStyle><a:p><a:r><a:rPr lang="ja-JP"/><a:t> </a:t></a:r></a:p></p:txBody></p:sp><p:sp><p:nvSpPr><p:cNvPr id="13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16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KPI.3Value.Equal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Card1"/><p:cNvSpPr><a:spLocks xmlns:ns1="http://schemas.openxmlformats.org/drawingml/2006/main" noGrp="1" noSelect="0" noRot="1" noMove="1"/></p:cNvSpPr><p:nvPr/></p:nvSpPr><p:spPr><a:xfrm xmlns:ns2="http://schemas.openxmlformats.org/drawingml/2006/main"><a:off x="457200" y="1371600"/><a:ext cx="3474720" cy="4754880"/></a:xfrm><a:prstGeom xmlns:ns3="http://schemas.openxmlformats.org/drawingml/2006/main" prst="roundRect"><a:avLst><a:gd name="adj" fmla="val 10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Card2"/><p:cNvSpPr><a:spLocks xmlns:ns1="http://schemas.openxmlformats.org/drawingml/2006/main" noGrp="1" noSelect="0" noRot="1" noMove="1"/></p:cNvSpPr><p:nvPr/></p:nvSpPr><p:spPr><a:xfrm xmlns:ns2="http://schemas.openxmlformats.org/drawingml/2006/main"><a:off x="4206240" y="1371600"/><a:ext cx="3657600" cy="4754880"/></a:xfrm><a:prstGeom xmlns:ns3="http://schemas.openxmlformats.org/drawingml/2006/main" prst="roundRect"><a:avLst><a:gd name="adj" fmla="val 10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5" name="Card3"/><p:cNvSpPr><a:spLocks xmlns:ns1="http://schemas.openxmlformats.org/drawingml/2006/main" noGrp="1" noSelect="0" noRot="1" noMove="1"/></p:cNvSpPr><p:nvPr/></p:nvSpPr><p:spPr><a:xfrm xmlns:ns2="http://schemas.openxmlformats.org/drawingml/2006/main"><a:off x="8138160" y="1371600"/><a:ext cx="3566160" cy="4754880"/></a:xfrm><a:prstGeom xmlns:ns3="http://schemas.openxmlformats.org/drawingml/2006/main" prst="roundRect"><a:avLst><a:gd name="adj" fmla="val 10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6" name="A1"/><p:cNvSpPr><a:spLocks xmlns:ns1="http://schemas.openxmlformats.org/drawingml/2006/main" noGrp="1" noSelect="0" noRot="1" noMove="1"/></p:cNvSpPr><p:nvPr/></p:nvSpPr><p:spPr><a:xfrm xmlns:ns2="http://schemas.openxmlformats.org/drawingml/2006/main"><a:off x="457200" y="1371600"/><a:ext cx="3474720" cy="54864"/></a:xfrm><a:prstGeom xmlns:ns3="http://schemas.openxmlformats.org/drawingml/2006/main" prst="rect"/><a:solidFill xmlns:ns4="http://schemas.openxmlformats.org/drawingml/2006/main"><a:srgbClr val="3B82F6"/></a:solidFill><a:ln xmlns:ns5="http://schemas.openxmlformats.org/drawingml/2006/main"><a:noFill/></a:ln></p:spPr></p:sp><p:sp><p:nvSpPr><p:cNvPr id="7" name="A2"/><p:cNvSpPr><a:spLocks xmlns:ns1="http://schemas.openxmlformats.org/drawingml/2006/main" noGrp="1" noSelect="0" noRot="1" noMove="1"/></p:cNvSpPr><p:nvPr/></p:nvSpPr><p:spPr><a:xfrm xmlns:ns2="http://schemas.openxmlformats.org/drawingml/2006/main"><a:off x="4206240" y="1371600"/><a:ext cx="3657600" cy="54864"/></a:xfrm><a:prstGeom xmlns:ns3="http://schemas.openxmlformats.org/drawingml/2006/main" prst="rect"/><a:solidFill xmlns:ns4="http://schemas.openxmlformats.org/drawingml/2006/main"><a:srgbClr val="06B6D4"/></a:solidFill><a:ln xmlns:ns5="http://schemas.openxmlformats.org/drawingml/2006/main"><a:noFill/></a:ln></p:spPr></p:sp><p:sp><p:nvSpPr><p:cNvPr id="8" name="A3"/><p:cNvSpPr><a:spLocks xmlns:ns1="http://schemas.openxmlformats.org/drawingml/2006/main" noGrp="1" noSelect="0" noRot="1" noMove="1"/></p:cNvSpPr><p:nvPr/></p:nvSpPr><p:spPr><a:xfrm xmlns:ns2="http://schemas.openxmlformats.org/drawingml/2006/main"><a:off x="8138160" y="1371600"/><a:ext cx="3566160" cy="54864"/></a:xfrm><a:prstGeom xmlns:ns3="http://schemas.openxmlformats.org/drawingml/2006/main" prst="rect"/><a:solidFill xmlns:ns4="http://schemas.openxmlformats.org/drawingml/2006/main"><a:srgbClr val="F59E0B"/></a:solidFill><a:ln xmlns:ns5="http://schemas.openxmlformats.org/drawingml/2006/main"><a:noFill/></a:ln></p:spPr></p:sp><p:sp><p:nvSpPr><p:cNvPr id="9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10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11" name="Value1"/><p:cNvSpPr><a:spLocks noGrp="1"/></p:cNvSpPr><p:nvPr><p:ph type="body" idx="1"/></p:nvPr></p:nvSpPr><p:spPr><a:xfrm><a:off x="731520" y="1828800"/><a:ext cx="2926080" cy="1371600"/></a:xfrm></p:spPr><p:txBody><a:bodyPr wrap="square" anchor="t" anchorCtr="0"/><a:lstStyle><a:defPPr algn="ctr"><a:defRPr sz="5200" b="1"><a:solidFill><a:srgbClr val="1E2761"/></a:solidFill></a:defRPr></a:defPPr></a:lstStyle><a:p><a:r><a:rPr lang="ja-JP"/><a:t> </a:t></a:r></a:p></p:txBody></p:sp><p:sp><p:nvSpPr><p:cNvPr id="12" name="Label1"/><p:cNvSpPr><a:spLocks noGrp="1"/></p:cNvSpPr><p:nvPr><p:ph type="body" idx="2"/></p:nvPr></p:nvSpPr><p:spPr><a:xfrm><a:off x="731520" y="3291840"/><a:ext cx="2926080" cy="2560320"/></a:xfrm></p:spPr><p:txBody><a:bodyPr wrap="square" anchor="t" anchorCtr="0"/><a:lstStyle><a:defPPr algn="ctr"><a:defRPr sz="1300"></a:defRPr></a:defPPr></a:lstStyle><a:p><a:r><a:rPr lang="ja-JP"/><a:t> </a:t></a:r></a:p></p:txBody></p:sp><p:sp><p:nvSpPr><p:cNvPr id="13" name="Value2"/><p:cNvSpPr><a:spLocks noGrp="1"/></p:cNvSpPr><p:nvPr><p:ph type="body" idx="3"/></p:nvPr></p:nvSpPr><p:spPr><a:xfrm><a:off x="4480560" y="1828800"/><a:ext cx="3108960" cy="1371600"/></a:xfrm></p:spPr><p:txBody><a:bodyPr wrap="square" anchor="t" anchorCtr="0"/><a:lstStyle><a:defPPr algn="ctr"><a:defRPr sz="5200" b="1"><a:solidFill><a:srgbClr val="1E2761"/></a:solidFill></a:defRPr></a:defPPr></a:lstStyle><a:p><a:r><a:rPr lang="ja-JP"/><a:t> </a:t></a:r></a:p></p:txBody></p:sp><p:sp><p:nvSpPr><p:cNvPr id="14" name="Label2"/><p:cNvSpPr><a:spLocks noGrp="1"/></p:cNvSpPr><p:nvPr><p:ph type="body" idx="4"/></p:nvPr></p:nvSpPr><p:spPr><a:xfrm><a:off x="4480560" y="3291840"/><a:ext cx="3108960" cy="2560320"/></a:xfrm></p:spPr><p:txBody><a:bodyPr wrap="square" anchor="t" anchorCtr="0"/><a:lstStyle><a:defPPr algn="ctr"><a:defRPr sz="1300"></a:defRPr></a:defPPr></a:lstStyle><a:p><a:r><a:rPr lang="ja-JP"/><a:t> </a:t></a:r></a:p></p:txBody></p:sp><p:sp><p:nvSpPr><p:cNvPr id="15" name="Value3"/><p:cNvSpPr><a:spLocks noGrp="1"/></p:cNvSpPr><p:nvPr><p:ph type="body" idx="5"/></p:nvPr></p:nvSpPr><p:spPr><a:xfrm><a:off x="8412480" y="1828800"/><a:ext cx="3017520" cy="1371600"/></a:xfrm></p:spPr><p:txBody><a:bodyPr wrap="square" anchor="t" anchorCtr="0"/><a:lstStyle><a:defPPr algn="ctr"><a:defRPr sz="5200" b="1"><a:solidFill><a:srgbClr val="1E2761"/></a:solidFill></a:defRPr></a:defPPr></a:lstStyle><a:p><a:r><a:rPr lang="ja-JP"/><a:t> </a:t></a:r></a:p></p:txBody></p:sp><p:sp><p:nvSpPr><p:cNvPr id="16" name="Label3"/><p:cNvSpPr><a:spLocks noGrp="1"/></p:cNvSpPr><p:nvPr><p:ph type="body" idx="6"/></p:nvPr></p:nvSpPr><p:spPr><a:xfrm><a:off x="8412480" y="3291840"/><a:ext cx="3017520" cy="2560320"/></a:xfrm></p:spPr><p:txBody><a:bodyPr wrap="square" anchor="t" anchorCtr="0"/><a:lstStyle><a:defPPr algn="ctr"><a:defRPr sz="1300"></a:defRPr></a:defPPr></a:lstStyle><a:p><a:r><a:rPr lang="ja-JP"/><a:t> </a:t></a:r></a:p></p:txBody></p:sp><p:sp><p:nvSpPr><p:cNvPr id="17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17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KPI.4Value.Grid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TL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5303520" cy="2286000"/></a:xfrm><a:prstGeom xmlns:ns3="http://schemas.openxmlformats.org/drawingml/2006/main" prst="roundRect"><a:avLst><a:gd name="adj" fmla="val 8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TR"/><p:cNvSpPr><a:spLocks xmlns:ns1="http://schemas.openxmlformats.org/drawingml/2006/main" noGrp="1" noSelect="0" noRot="1" noMove="1"/></p:cNvSpPr><p:nvPr/></p:nvSpPr><p:spPr><a:xfrm xmlns:ns2="http://schemas.openxmlformats.org/drawingml/2006/main"><a:off x="6126480" y="1280160"/><a:ext cx="5394960" cy="2286000"/></a:xfrm><a:prstGeom xmlns:ns3="http://schemas.openxmlformats.org/drawingml/2006/main" prst="roundRect"><a:avLst><a:gd name="adj" fmla="val 8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5" name="BL"/><p:cNvSpPr><a:spLocks xmlns:ns1="http://schemas.openxmlformats.org/drawingml/2006/main" noGrp="1" noSelect="0" noRot="1" noMove="1"/></p:cNvSpPr><p:nvPr/></p:nvSpPr><p:spPr><a:xfrm xmlns:ns2="http://schemas.openxmlformats.org/drawingml/2006/main"><a:off x="457200" y="3840480"/><a:ext cx="5303520" cy="2286000"/></a:xfrm><a:prstGeom xmlns:ns3="http://schemas.openxmlformats.org/drawingml/2006/main" prst="roundRect"><a:avLst><a:gd name="adj" fmla="val 8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6" name="BR"/><p:cNvSpPr><a:spLocks xmlns:ns1="http://schemas.openxmlformats.org/drawingml/2006/main" noGrp="1" noSelect="0" noRot="1" noMove="1"/></p:cNvSpPr><p:nvPr/></p:nvSpPr><p:spPr><a:xfrm xmlns:ns2="http://schemas.openxmlformats.org/drawingml/2006/main"><a:off x="6126480" y="3840480"/><a:ext cx="5394960" cy="2286000"/></a:xfrm><a:prstGeom xmlns:ns3="http://schemas.openxmlformats.org/drawingml/2006/main" prst="roundRect"><a:avLst><a:gd name="adj" fmla="val 8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7" name="A1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54864" cy="2286000"/></a:xfrm><a:prstGeom xmlns:ns3="http://schemas.openxmlformats.org/drawingml/2006/main" prst="rect"/><a:solidFill xmlns:ns4="http://schemas.openxmlformats.org/drawingml/2006/main"><a:srgbClr val="3B82F6"/></a:solidFill><a:ln xmlns:ns5="http://schemas.openxmlformats.org/drawingml/2006/main"><a:noFill/></a:ln></p:spPr></p:sp><p:sp><p:nvSpPr><p:cNvPr id="8" name="A2"/><p:cNvSpPr><a:spLocks xmlns:ns1="http://schemas.openxmlformats.org/drawingml/2006/main" noGrp="1" noSelect="0" noRot="1" noMove="1"/></p:cNvSpPr><p:nvPr/></p:nvSpPr><p:spPr><a:xfrm xmlns:ns2="http://schemas.openxmlformats.org/drawingml/2006/main"><a:off x="6126480" y="1280160"/><a:ext cx="54864" cy="2286000"/></a:xfrm><a:prstGeom xmlns:ns3="http://schemas.openxmlformats.org/drawingml/2006/main" prst="rect"/><a:solidFill xmlns:ns4="http://schemas.openxmlformats.org/drawingml/2006/main"><a:srgbClr val="06B6D4"/></a:solidFill><a:ln xmlns:ns5="http://schemas.openxmlformats.org/drawingml/2006/main"><a:noFill/></a:ln></p:spPr></p:sp><p:sp><p:nvSpPr><p:cNvPr id="9" name="A3"/><p:cNvSpPr><a:spLocks xmlns:ns1="http://schemas.openxmlformats.org/drawingml/2006/main" noGrp="1" noSelect="0" noRot="1" noMove="1"/></p:cNvSpPr><p:nvPr/></p:nvSpPr><p:spPr><a:xfrm xmlns:ns2="http://schemas.openxmlformats.org/drawingml/2006/main"><a:off x="457200" y="3840480"/><a:ext cx="54864" cy="2286000"/></a:xfrm><a:prstGeom xmlns:ns3="http://schemas.openxmlformats.org/drawingml/2006/main" prst="rect"/><a:solidFill xmlns:ns4="http://schemas.openxmlformats.org/drawingml/2006/main"><a:srgbClr val="F59E0B"/></a:solidFill><a:ln xmlns:ns5="http://schemas.openxmlformats.org/drawingml/2006/main"><a:noFill/></a:ln></p:spPr></p:sp><p:sp><p:nvSpPr><p:cNvPr id="10" name="A4"/><p:cNvSpPr><a:spLocks xmlns:ns1="http://schemas.openxmlformats.org/drawingml/2006/main" noGrp="1" noSelect="0" noRot="1" noMove="1"/></p:cNvSpPr><p:nvPr/></p:nvSpPr><p:spPr><a:xfrm xmlns:ns2="http://schemas.openxmlformats.org/drawingml/2006/main"><a:off x="6126480" y="3840480"/><a:ext cx="54864" cy="2286000"/></a:xfrm><a:prstGeom xmlns:ns3="http://schemas.openxmlformats.org/drawingml/2006/main" prst="rect"/><a:solidFill xmlns:ns4="http://schemas.openxmlformats.org/drawingml/2006/main"><a:srgbClr val="2563EB"/></a:solidFill><a:ln xmlns:ns5="http://schemas.openxmlformats.org/drawingml/2006/main"><a:noFill/></a:ln></p:spPr></p:sp><p:sp><p:nvSpPr><p:cNvPr id="11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12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13" name="Value1.TL"/><p:cNvSpPr><a:spLocks noGrp="1"/></p:cNvSpPr><p:nvPr><p:ph type="body" idx="1"/></p:nvPr></p:nvSpPr><p:spPr><a:xfrm><a:off x="914400" y="1463040"/><a:ext cx="4389120" cy="1828800"/></a:xfrm></p:spPr><p:txBody><a:bodyPr wrap="square" anchor="t" anchorCtr="0"/><a:lstStyle/><a:p><a:r><a:rPr lang="ja-JP"/><a:t> </a:t></a:r></a:p></p:txBody></p:sp><p:sp><p:nvSpPr><p:cNvPr id="14" name="Value2.TR"/><p:cNvSpPr><a:spLocks noGrp="1"/></p:cNvSpPr><p:nvPr><p:ph type="body" idx="2"/></p:nvPr></p:nvSpPr><p:spPr><a:xfrm><a:off x="6583680" y="1463040"/><a:ext cx="4572000" cy="1828800"/></a:xfrm></p:spPr><p:txBody><a:bodyPr wrap="square" anchor="t" anchorCtr="0"/><a:lstStyle/><a:p><a:r><a:rPr lang="ja-JP"/><a:t> </a:t></a:r></a:p></p:txBody></p:sp><p:sp><p:nvSpPr><p:cNvPr id="15" name="Value3.BL"/><p:cNvSpPr><a:spLocks noGrp="1"/></p:cNvSpPr><p:nvPr><p:ph type="body" idx="3"/></p:nvPr></p:nvSpPr><p:spPr><a:xfrm><a:off x="914400" y="4023360"/><a:ext cx="4389120" cy="1828800"/></a:xfrm></p:spPr><p:txBody><a:bodyPr wrap="square" anchor="t" anchorCtr="0"/><a:lstStyle/><a:p><a:r><a:rPr lang="ja-JP"/><a:t> </a:t></a:r></a:p></p:txBody></p:sp><p:sp><p:nvSpPr><p:cNvPr id="16" name="Value4.BR"/><p:cNvSpPr><a:spLocks noGrp="1"/></p:cNvSpPr><p:nvPr><p:ph type="body" idx="4"/></p:nvPr></p:nvSpPr><p:spPr><a:xfrm><a:off x="6583680" y="4023360"/><a:ext cx="4572000" cy="1828800"/></a:xfrm></p:spPr><p:txBody><a:bodyPr wrap="square" anchor="t" anchorCtr="0"/><a:lstStyle/><a:p><a:r><a:rPr lang="ja-JP"/><a:t> </a:t></a:r></a:p></p:txBody></p:sp><p:sp><p:nvSpPr><p:cNvPr id="17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18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Chart.1Chart.Single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ChartArea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11247120" cy="4937760"/></a:xfrm><a:prstGeom xmlns:ns3="http://schemas.openxmlformats.org/drawingml/2006/main" prst="roundRect"><a:avLst><a:gd name="adj" fmla="val 6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5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6" name="Body.Center"/><p:cNvSpPr><a:spLocks noGrp="1"/></p:cNvSpPr><p:nvPr><p:ph type="body" idx="1"/></p:nvPr></p:nvSpPr><p:spPr><a:xfrm><a:off x="731520" y="1463040"/><a:ext cx="10698480" cy="4572000"/></a:xfrm></p:spPr><p:txBody><a:bodyPr wrap="square" anchor="t" anchorCtr="0"/><a:lstStyle><a:defPPr algn="ctr"><a:defRPr><a:solidFill><a:srgbClr val="94A3B8"/></a:solidFill></a:defRPr></a:defPPr></a:lstStyle><a:p><a:r><a:rPr lang="ja-JP"/><a:t> </a:t></a:r></a:p></p:txBody></p:sp><p:sp><p:nvSpPr><p:cNvPr id="7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19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Chart.1Chart.Single+1Analysis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ChartArea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6858000" cy="4937760"/></a:xfrm><a:prstGeom xmlns:ns3="http://schemas.openxmlformats.org/drawingml/2006/main" prst="roundRect"><a:avLst><a:gd name="adj" fmla="val 6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5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6" name="Body.Left"/><p:cNvSpPr><a:spLocks noGrp="1"/></p:cNvSpPr><p:nvPr><p:ph type="body" idx="1"/></p:nvPr></p:nvSpPr><p:spPr><a:xfrm><a:off x="731520" y="1463040"/><a:ext cx="6309360" cy="4572000"/></a:xfrm></p:spPr><p:txBody><a:bodyPr wrap="square" anchor="t" anchorCtr="0"/><a:lstStyle><a:defPPr algn="ctr"><a:defRPr><a:solidFill><a:srgbClr val="94A3B8"/></a:solidFill></a:defRPr></a:defPPr></a:lstStyle><a:p><a:r><a:rPr lang="ja-JP"/><a:t> </a:t></a:r></a:p></p:txBody></p:sp><p:sp><p:nvSpPr><p:cNvPr id="7" name="Analysis.Right"/><p:cNvSpPr><a:spLocks noGrp="1"/></p:cNvSpPr><p:nvPr><p:ph type="body" idx="2"/></p:nvPr></p:nvSpPr><p:spPr><a:xfrm><a:off x="7680960" y="1371600"/><a:ext cx="4023360" cy="4846320"/></a:xfrm></p:spPr><p:txBody><a:bodyPr wrap="square" anchor="t" anchorCtr="0"/><a:lstStyle/><a:p><a:r><a:rPr lang="ja-JP"/><a:t> </a:t></a:r></a:p></p:txBody></p:sp><p:sp><p:nvSpPr><p:cNvPr id="8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20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Chart.2Chart.Equal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ChartL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5394960" cy="4937760"/></a:xfrm><a:prstGeom xmlns:ns3="http://schemas.openxmlformats.org/drawingml/2006/main" prst="roundRect"><a:avLst><a:gd name="adj" fmla="val 6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ChartR"/><p:cNvSpPr><a:spLocks xmlns:ns1="http://schemas.openxmlformats.org/drawingml/2006/main" noGrp="1" noSelect="0" noRot="1" noMove="1"/></p:cNvSpPr><p:nvPr/></p:nvSpPr><p:spPr><a:xfrm xmlns:ns2="http://schemas.openxmlformats.org/drawingml/2006/main"><a:off x="6126480" y="1280160"/><a:ext cx="5394960" cy="4937760"/></a:xfrm><a:prstGeom xmlns:ns3="http://schemas.openxmlformats.org/drawingml/2006/main" prst="roundRect"><a:avLst><a:gd name="adj" fmla="val 6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5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6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7" name="Body1.Left"/><p:cNvSpPr><a:spLocks noGrp="1"/></p:cNvSpPr><p:nvPr><p:ph type="body" idx="1"/></p:nvPr></p:nvSpPr><p:spPr><a:xfrm><a:off x="731520" y="1463040"/><a:ext cx="4846320" cy="4572000"/></a:xfrm></p:spPr><p:txBody><a:bodyPr wrap="square" anchor="t" anchorCtr="0"/><a:lstStyle><a:defPPr algn="ctr"><a:defRPr><a:solidFill><a:srgbClr val="94A3B8"/></a:solidFill></a:defRPr></a:defPPr></a:lstStyle><a:p><a:r><a:rPr lang="ja-JP"/><a:t> </a:t></a:r></a:p></p:txBody></p:sp><p:sp><p:nvSpPr><p:cNvPr id="8" name="Body2.Right"/><p:cNvSpPr><a:spLocks noGrp="1"/></p:cNvSpPr><p:nvPr><p:ph type="body" idx="2"/></p:nvPr></p:nvSpPr><p:spPr><a:xfrm><a:off x="6400800" y="1463040"/><a:ext cx="4846320" cy="4572000"/></a:xfrm></p:spPr><p:txBody><a:bodyPr wrap="square" anchor="t" anchorCtr="0"/><a:lstStyle><a:defPPr algn="ctr"><a:defRPr><a:solidFill><a:srgbClr val="94A3B8"/></a:solidFill></a:defRPr></a:defPPr></a:lstStyle><a:p><a:r><a:rPr lang="ja-JP"/><a:t> </a:t></a:r></a:p></p:txBody></p:sp><p:sp><p:nvSpPr><p:cNvPr id="9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able.1Table.Single+1Sour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Center"/>
          <p:cNvSpPr>
            <a:spLocks noGrp="1"/>
          </p:cNvSpPr>
          <p:nvPr>
            <p:ph type="body" idx="1"/>
          </p:nvPr>
        </p:nvSpPr>
        <p:spPr>
          <a:xfrm>
            <a:off x="457200" y="1325880"/>
            <a:ext cx="11247120" cy="457200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Source.Bottom"/>
          <p:cNvSpPr>
            <a:spLocks noGrp="1"/>
          </p:cNvSpPr>
          <p:nvPr>
            <p:ph type="body" idx="2"/>
          </p:nvPr>
        </p:nvSpPr>
        <p:spPr>
          <a:xfrm>
            <a:off x="731520" y="6035040"/>
            <a:ext cx="10058400" cy="365760"/>
          </a:xfrm>
        </p:spPr>
        <p:txBody>
          <a:bodyPr wrap="square" anchor="t" anchorCtr="0"/>
          <a:lstStyle>
            <a:defPPr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Table.1Table.Single+1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4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Body.Left"/>
          <p:cNvSpPr>
            <a:spLocks noGrp="1"/>
          </p:cNvSpPr>
          <p:nvPr>
            <p:ph type="body" idx="1"/>
          </p:nvPr>
        </p:nvSpPr>
        <p:spPr>
          <a:xfrm>
            <a:off x="457200" y="1325880"/>
            <a:ext cx="7772400" cy="493776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6" name="Notes.Right"/>
          <p:cNvSpPr>
            <a:spLocks noGrp="1"/>
          </p:cNvSpPr>
          <p:nvPr>
            <p:ph type="body" idx="2"/>
          </p:nvPr>
        </p:nvSpPr>
        <p:spPr>
          <a:xfrm>
            <a:off x="8869680" y="1417320"/>
            <a:ext cx="2651760" cy="4663440"/>
          </a:xfrm>
        </p:spPr>
        <p:txBody>
          <a:bodyPr wrap="square" anchor="t" anchorCtr="0"/>
          <a:lstStyle>
            <a:defPPr>
              <a:defRPr sz="12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3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Compare.2Option.Versus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PanelL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5303520" cy="4937760"/></a:xfrm><a:prstGeom xmlns:ns3="http://schemas.openxmlformats.org/drawingml/2006/main" prst="roundRect"><a:avLst><a:gd name="adj" fmla="val 8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PanelR"/><p:cNvSpPr><a:spLocks xmlns:ns1="http://schemas.openxmlformats.org/drawingml/2006/main" noGrp="1" noSelect="0" noRot="1" noMove="1"/></p:cNvSpPr><p:nvPr/></p:nvSpPr><p:spPr><a:xfrm xmlns:ns2="http://schemas.openxmlformats.org/drawingml/2006/main"><a:off x="6126480" y="1280160"/><a:ext cx="5394960" cy="4937760"/></a:xfrm><a:prstGeom xmlns:ns3="http://schemas.openxmlformats.org/drawingml/2006/main" prst="roundRect"><a:avLst><a:gd name="adj" fmla="val 8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5" name="AccentL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5303520" cy="54864"/></a:xfrm><a:prstGeom xmlns:ns3="http://schemas.openxmlformats.org/drawingml/2006/main" prst="rect"/><a:solidFill xmlns:ns4="http://schemas.openxmlformats.org/drawingml/2006/main"><a:srgbClr val="3B82F6"/></a:solidFill><a:ln xmlns:ns5="http://schemas.openxmlformats.org/drawingml/2006/main"><a:noFill/></a:ln></p:spPr></p:sp><p:sp><p:nvSpPr><p:cNvPr id="6" name="AccentR"/><p:cNvSpPr><a:spLocks xmlns:ns1="http://schemas.openxmlformats.org/drawingml/2006/main" noGrp="1" noSelect="0" noRot="1" noMove="1"/></p:cNvSpPr><p:nvPr/></p:nvSpPr><p:spPr><a:xfrm xmlns:ns2="http://schemas.openxmlformats.org/drawingml/2006/main"><a:off x="6126480" y="1280160"/><a:ext cx="5394960" cy="54864"/></a:xfrm><a:prstGeom xmlns:ns3="http://schemas.openxmlformats.org/drawingml/2006/main" prst="rect"/><a:solidFill xmlns:ns4="http://schemas.openxmlformats.org/drawingml/2006/main"><a:srgbClr val="06B6D4"/></a:solidFill><a:ln xmlns:ns5="http://schemas.openxmlformats.org/drawingml/2006/main"><a:noFill/></a:ln></p:spPr></p:sp><p:sp><p:nvSpPr><p:cNvPr id="7" name="VS"/><p:cNvSpPr><a:spLocks xmlns:ns1="http://schemas.openxmlformats.org/drawingml/2006/main" noGrp="1"/></p:cNvSpPr><p:nvPr/></p:nvSpPr><p:spPr><a:xfrm xmlns:ns2="http://schemas.openxmlformats.org/drawingml/2006/main"><a:off x="5309408461680" y="3428121901679"/><a:ext cx="548640" cy="548640"/></a:xfrm><a:prstGeom xmlns:ns3="http://schemas.openxmlformats.org/drawingml/2006/main" prst="ellipse"/><a:solidFill xmlns:ns4="http://schemas.openxmlformats.org/drawingml/2006/main"><a:srgbClr val="1E2761"/></a:solidFill><a:ln xmlns:ns5="http://schemas.openxmlformats.org/drawingml/2006/main"><a:noFill/></a:ln></p:spPr></p:sp><p:sp><p:nvSpPr><p:cNvPr id="8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9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10" name="OptionLabel1.Left"/><p:cNvSpPr><a:spLocks noGrp="1"/></p:cNvSpPr><p:nvPr><p:ph type="body" idx="1"/></p:nvPr></p:nvSpPr><p:spPr><a:xfrm><a:off x="731520" y="1554480"/><a:ext cx="4754880" cy="457200"/></a:xfrm></p:spPr><p:txBody><a:bodyPr wrap="square" anchor="t" anchorCtr="0"/><a:lstStyle><a:defPPr><a:defRPr sz="1600" b="1"><a:solidFill><a:srgbClr val="3B82F6"/></a:solidFill></a:defRPr></a:defPPr></a:lstStyle><a:p><a:r><a:rPr lang="ja-JP"/><a:t> </a:t></a:r></a:p></p:txBody></p:sp><p:sp><p:nvSpPr><p:cNvPr id="11" name="OptionContent1.Left"/><p:cNvSpPr><a:spLocks noGrp="1"/></p:cNvSpPr><p:nvPr><p:ph type="body" idx="2"/></p:nvPr></p:nvSpPr><p:spPr><a:xfrm><a:off x="731520" y="2103120"/><a:ext cx="4754880" cy="3840480"/></a:xfrm></p:spPr><p:txBody><a:bodyPr wrap="square" anchor="t" anchorCtr="0"/><a:lstStyle/><a:p><a:r><a:rPr lang="ja-JP"/><a:t> </a:t></a:r></a:p></p:txBody></p:sp><p:sp><p:nvSpPr><p:cNvPr id="12" name="OptionLabel2.Right"/><p:cNvSpPr><a:spLocks noGrp="1"/></p:cNvSpPr><p:nvPr><p:ph type="body" idx="3"/></p:nvPr></p:nvSpPr><p:spPr><a:xfrm><a:off x="6400800" y="1554480"/><a:ext cx="4846320" cy="457200"/></a:xfrm></p:spPr><p:txBody><a:bodyPr wrap="square" anchor="t" anchorCtr="0"/><a:lstStyle><a:defPPr><a:defRPr sz="1600" b="1"><a:solidFill><a:srgbClr val="06B6D4"/></a:solidFill></a:defRPr></a:defPPr></a:lstStyle><a:p><a:r><a:rPr lang="ja-JP"/><a:t> </a:t></a:r></a:p></p:txBody></p:sp><p:sp><p:nvSpPr><p:cNvPr id="13" name="OptionContent2.Right"/><p:cNvSpPr><a:spLocks noGrp="1"/></p:cNvSpPr><p:nvPr><p:ph type="body" idx="4"/></p:nvPr></p:nvSpPr><p:spPr><a:xfrm><a:off x="6400800" y="2103120"/><a:ext cx="4846320" cy="3840480"/></a:xfrm></p:spPr><p:txBody><a:bodyPr wrap="square" anchor="t" anchorCtr="0"/><a:lstStyle/><a:p><a:r><a:rPr lang="ja-JP"/><a:t> </a:t></a:r></a:p></p:txBody></p:sp><p:sp><p:nvSpPr><p:cNvPr id="14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ompare.1Matrix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ontent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457200" y="1280160"/>
            <a:ext cx="11247120" cy="5029200"/>
          </a:xfrm>
          <a:prstGeom xmlns:ns3="http://schemas.openxmlformats.org/drawingml/2006/main" prst="rect"/>
          <a:solidFill xmlns:ns4="http://schemas.openxmlformats.org/drawingml/2006/main">
            <a:srgbClr val="FFFFFF"/>
          </a:solidFill>
          <a:ln xmlns:ns5="http://schemas.openxmlformats.org/drawingml/2006/main">
            <a:noFill/>
          </a:ln>
        </p:spPr>
      </p:sp>
      <p:sp>
        <p:nvSpPr>
          <p:cNvPr id="4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5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Process.4Step.Sequ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ConnLine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1645920" y="2651760"/>
            <a:ext cx="8869680" cy="36576"/>
          </a:xfrm>
          <a:prstGeom xmlns:ns3="http://schemas.openxmlformats.org/drawingml/2006/main" prst="rect"/>
          <a:solidFill xmlns:ns4="http://schemas.openxmlformats.org/drawingml/2006/main">
            <a:srgbClr val="CADCFC"/>
          </a:solidFill>
          <a:ln xmlns:ns5="http://schemas.openxmlformats.org/drawingml/2006/main">
            <a:noFill/>
          </a:ln>
        </p:spPr>
      </p:sp>
      <p:sp>
        <p:nvSpPr>
          <p:cNvPr id="4" name="C1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72254463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C2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4347862015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C3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7023469567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C4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9615464383968" y="2466575455968"/>
            <a:ext cx="512064" cy="512064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8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10" name="Step1"/>
          <p:cNvSpPr>
            <a:spLocks noGrp="1"/>
          </p:cNvSpPr>
          <p:nvPr>
            <p:ph type="body" idx="1"/>
          </p:nvPr>
        </p:nvSpPr>
        <p:spPr>
          <a:xfrm>
            <a:off x="45720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1" name="Step2"/>
          <p:cNvSpPr>
            <a:spLocks noGrp="1"/>
          </p:cNvSpPr>
          <p:nvPr>
            <p:ph type="body" idx="2"/>
          </p:nvPr>
        </p:nvSpPr>
        <p:spPr>
          <a:xfrm>
            <a:off x="338328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2" name="Step3"/>
          <p:cNvSpPr>
            <a:spLocks noGrp="1"/>
          </p:cNvSpPr>
          <p:nvPr>
            <p:ph type="body" idx="3"/>
          </p:nvPr>
        </p:nvSpPr>
        <p:spPr>
          <a:xfrm>
            <a:off x="630936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3" name="Step4"/>
          <p:cNvSpPr>
            <a:spLocks noGrp="1"/>
          </p:cNvSpPr>
          <p:nvPr>
            <p:ph type="body" idx="4"/>
          </p:nvPr>
        </p:nvSpPr>
        <p:spPr>
          <a:xfrm>
            <a:off x="9144000" y="3291840"/>
            <a:ext cx="2560320" cy="2743200"/>
          </a:xfrm>
        </p:spPr>
        <p:txBody>
          <a:bodyPr wrap="square" anchor="t" anchorCtr="0"/>
          <a:lstStyle>
            <a:defPPr algn="ctr">
              <a:defRPr sz="1300"/>
            </a:defPPr>
          </a:lstStyle>
          <a:p>
            <a:r>
              <a:rPr lang="ja-JP"/>
              <a:t> </a:t>
            </a:r>
          </a:p>
        </p:txBody>
      </p:sp>
      <p:sp>
        <p:nvSpPr>
          <p:cNvPr id="14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Process.3Step.Sequent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105156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VLine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1828800" y="1645920"/>
            <a:ext cx="36576" cy="4389120"/>
          </a:xfrm>
          <a:prstGeom xmlns:ns3="http://schemas.openxmlformats.org/drawingml/2006/main" prst="rect"/>
          <a:solidFill xmlns:ns4="http://schemas.openxmlformats.org/drawingml/2006/main">
            <a:srgbClr val="CADCFC"/>
          </a:solidFill>
          <a:ln xmlns:ns5="http://schemas.openxmlformats.org/drawingml/2006/main">
            <a:noFill/>
          </a:ln>
        </p:spPr>
      </p:sp>
      <p:sp>
        <p:nvSpPr>
          <p:cNvPr id="4" name="S1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1839479990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S2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3177283766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6" name="S3"/>
          <p:cNvSpPr>
            <a:spLocks xmlns:ns1="http://schemas.openxmlformats.org/drawingml/2006/main" noGrp="1"/>
          </p:cNvSpPr>
          <p:nvPr/>
        </p:nvSpPr>
        <p:spPr>
          <a:xfrm xmlns:ns2="http://schemas.openxmlformats.org/drawingml/2006/main">
            <a:off x="1688977066032" y="4515087542832"/>
            <a:ext cx="402336" cy="402336"/>
          </a:xfrm>
          <a:prstGeom xmlns:ns3="http://schemas.openxmlformats.org/drawingml/2006/main" prst="ellipse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7" name="SlideTitle.Header"/>
          <p:cNvSpPr>
            <a:spLocks noGrp="1"/>
          </p:cNvSpPr>
          <p:nvPr>
            <p:ph type="body" idx="15"/>
          </p:nvPr>
        </p:nvSpPr>
        <p:spPr>
          <a:xfrm>
            <a:off x="731520" y="91440"/>
            <a:ext cx="9144000" cy="475488"/>
          </a:xfrm>
        </p:spPr>
        <p:txBody>
          <a:bodyPr wrap="square" anchor="t" anchorCtr="0"/>
          <a:lstStyle>
            <a:defPPr>
              <a:defRPr sz="28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SlideSubtitle.Header"/>
          <p:cNvSpPr>
            <a:spLocks noGrp="1"/>
          </p:cNvSpPr>
          <p:nvPr>
            <p:ph type="body" idx="16"/>
          </p:nvPr>
        </p:nvSpPr>
        <p:spPr>
          <a:xfrm>
            <a:off x="731520" y="658368"/>
            <a:ext cx="9144000" cy="274320"/>
          </a:xfrm>
        </p:spPr>
        <p:txBody>
          <a:bodyPr wrap="square" anchor="t" anchorCtr="0"/>
          <a:lstStyle>
            <a:defPPr>
              <a:defRPr sz="12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9" name="Step1.Top"/>
          <p:cNvSpPr>
            <a:spLocks noGrp="1"/>
          </p:cNvSpPr>
          <p:nvPr>
            <p:ph type="body" idx="1"/>
          </p:nvPr>
        </p:nvSpPr>
        <p:spPr>
          <a:xfrm>
            <a:off x="2560320" y="155448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0" name="Step2.Center"/>
          <p:cNvSpPr>
            <a:spLocks noGrp="1"/>
          </p:cNvSpPr>
          <p:nvPr>
            <p:ph type="body" idx="2"/>
          </p:nvPr>
        </p:nvSpPr>
        <p:spPr>
          <a:xfrm>
            <a:off x="2560320" y="301752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1" name="Step3.Bottom"/>
          <p:cNvSpPr>
            <a:spLocks noGrp="1"/>
          </p:cNvSpPr>
          <p:nvPr>
            <p:ph type="body" idx="3"/>
          </p:nvPr>
        </p:nvSpPr>
        <p:spPr>
          <a:xfrm>
            <a:off x="2560320" y="4480560"/>
            <a:ext cx="8686800" cy="1097280"/>
          </a:xfrm>
        </p:spPr>
        <p:txBody>
          <a:bodyPr wrap="square" anchor="t" anchorCtr="0"/>
          <a:lstStyle/>
          <a:p>
            <a:r>
              <a:rPr lang="ja-JP"/>
              <a:t> </a:t>
            </a:r>
          </a:p>
        </p:txBody>
      </p:sp>
      <p:sp>
        <p:nvSpPr>
          <p:cNvPr id="12" name="SlideNum.Footer"/>
          <p:cNvSpPr>
            <a:spLocks noGrp="1"/>
          </p:cNvSpPr>
          <p:nvPr>
            <p:ph type="sldNum" idx="50"/>
          </p:nvPr>
        </p:nvSpPr>
        <p:spPr>
          <a:xfrm>
            <a:off x="10972800" y="6446520"/>
            <a:ext cx="1097280" cy="274320"/>
          </a:xfrm>
        </p:spPr>
        <p:txBody>
          <a:bodyPr wrap="square" anchor="t" anchorCtr="0"/>
          <a:lstStyle>
            <a:defPPr algn="r">
              <a:defRPr sz="1000">
                <a:solidFill>
                  <a:srgbClr val="94A3B8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Summary.1Agenda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FFFFFF"/>
          </a:solidFill>
          <a:ln xmlns:ns5="http://schemas.openxmlformats.org/drawingml/2006/main">
            <a:noFill/>
          </a:ln>
        </p:spPr>
      </p:sp>
      <p:sp>
        <p:nvSpPr>
          <p:cNvPr id="3" name="Left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41148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4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5" name="Title.Left"/>
          <p:cNvSpPr>
            <a:spLocks noGrp="1"/>
          </p:cNvSpPr>
          <p:nvPr>
            <p:ph type="body" idx="15"/>
          </p:nvPr>
        </p:nvSpPr>
        <p:spPr>
          <a:xfrm>
            <a:off x="548640" y="914400"/>
            <a:ext cx="3200400" cy="1371600"/>
          </a:xfrm>
        </p:spPr>
        <p:txBody>
          <a:bodyPr wrap="square" anchor="t" anchorCtr="0"/>
          <a:lstStyle>
            <a:defPPr>
              <a:defRPr sz="3600" b="1">
                <a:solidFill>
                  <a:srgbClr val="FFFFFF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MeetingInfo.Left"/>
          <p:cNvSpPr>
            <a:spLocks noGrp="1"/>
          </p:cNvSpPr>
          <p:nvPr>
            <p:ph type="body" idx="16"/>
          </p:nvPr>
        </p:nvSpPr>
        <p:spPr>
          <a:xfrm>
            <a:off x="548640" y="2560320"/>
            <a:ext cx="3200400" cy="3200400"/>
          </a:xfrm>
        </p:spPr>
        <p:txBody>
          <a:bodyPr wrap="square" anchor="t" anchorCtr="0"/>
          <a:lstStyle>
            <a:defPPr>
              <a:defRPr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AgendaItems.Right"/>
          <p:cNvSpPr>
            <a:spLocks noGrp="1"/>
          </p:cNvSpPr>
          <p:nvPr>
            <p:ph type="body" idx="1"/>
          </p:nvPr>
        </p:nvSpPr>
        <p:spPr>
          <a:xfrm>
            <a:off x="4572000" y="731520"/>
            <a:ext cx="6858000" cy="5486400"/>
          </a:xfrm>
        </p:spPr>
        <p:txBody>
          <a:bodyPr wrap="square" anchor="t" anchorCtr="0"/>
          <a:lstStyle>
            <a:defPPr>
              <a:defRPr sz="1500"/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28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Summary.2Block.Equal"><p:spTree><p:nvGrpSpPr><p:cNvPr id="1" name=""/><p:cNvGrpSpPr/><p:nvPr/></p:nvGrpSpPr><p:grpSpPr><a:xfrm><a:off x="0" y="0"/><a:ext cx="0" cy="0"/><a:chOff x="0" y="0"/><a:chExt cx="0" cy="0"/></a:xfrm></p:grpSpPr><p:sp><p:nvSpPr><p:cNvPr id="2" name="Header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105156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FindingsPanel"/><p:cNvSpPr><a:spLocks xmlns:ns1="http://schemas.openxmlformats.org/drawingml/2006/main" noGrp="1" noSelect="0" noRot="1" noMove="1"/></p:cNvSpPr><p:nvPr/></p:nvSpPr><p:spPr><a:xfrm xmlns:ns2="http://schemas.openxmlformats.org/drawingml/2006/main"><a:off x="457200" y="1280160"/><a:ext cx="7132320" cy="5029200"/></a:xfrm><a:prstGeom xmlns:ns3="http://schemas.openxmlformats.org/drawingml/2006/main" prst="roundRect"><a:avLst><a:gd name="adj" fmla="val 8000"/></a:avLst></p:prstGeom><a:solidFill xmlns:ns4="http://schemas.openxmlformats.org/drawingml/2006/main"><a:srgbClr val="EDF0F7"/></a:solidFill><a:ln xmlns:ns5="http://schemas.openxmlformats.org/drawingml/2006/main"><a:noFill/></a:ln></p:spPr></p:sp><p:sp><p:nvSpPr><p:cNvPr id="4" name="RecPanel"/><p:cNvSpPr><a:spLocks xmlns:ns1="http://schemas.openxmlformats.org/drawingml/2006/main" noGrp="1" noSelect="0" noRot="1" noMove="1"/></p:cNvSpPr><p:nvPr/></p:nvSpPr><p:spPr><a:xfrm xmlns:ns2="http://schemas.openxmlformats.org/drawingml/2006/main"><a:off x="7863840" y="1280160"/><a:ext cx="3749039" cy="5029200"/></a:xfrm><a:prstGeom xmlns:ns3="http://schemas.openxmlformats.org/drawingml/2006/main" prst="roundRect"><a:avLst><a:gd name="adj" fmla="val 8000"/></a:avLst></p:prstGeom><a:solidFill xmlns:ns4="http://schemas.openxmlformats.org/drawingml/2006/main"><a:srgbClr val="F0F4FF"/></a:solidFill><a:ln xmlns:ns5="http://schemas.openxmlformats.org/drawingml/2006/main"><a:noFill/></a:ln></p:spPr></p:sp><p:sp><p:nvSpPr><p:cNvPr id="5" name="RecAccent"/><p:cNvSpPr><a:spLocks xmlns:ns1="http://schemas.openxmlformats.org/drawingml/2006/main" noGrp="1" noSelect="0" noRot="1" noMove="1"/></p:cNvSpPr><p:nvPr/></p:nvSpPr><p:spPr><a:xfrm xmlns:ns2="http://schemas.openxmlformats.org/drawingml/2006/main"><a:off x="7863840" y="1280160"/><a:ext cx="54864" cy="5029200"/></a:xfrm><a:prstGeom xmlns:ns3="http://schemas.openxmlformats.org/drawingml/2006/main" prst="rect"/><a:solidFill xmlns:ns4="http://schemas.openxmlformats.org/drawingml/2006/main"><a:srgbClr val="3B82F6"/></a:solidFill><a:ln xmlns:ns5="http://schemas.openxmlformats.org/drawingml/2006/main"><a:noFill/></a:ln></p:spPr></p:sp><p:sp><p:nvSpPr><p:cNvPr id="6" name="SlideTitle.Header"/><p:cNvSpPr><a:spLocks noGrp="1"/></p:cNvSpPr><p:nvPr><p:ph type="body" idx="15"/></p:nvPr></p:nvSpPr><p:spPr><a:xfrm><a:off x="731520" y="91440"/><a:ext cx="9144000" cy="475488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7" name="SlideSubtitle.Header"/><p:cNvSpPr><a:spLocks noGrp="1"/></p:cNvSpPr><p:nvPr><p:ph type="body" idx="16"/></p:nvPr></p:nvSpPr><p:spPr><a:xfrm><a:off x="731520" y="658368"/><a:ext cx="9144000" cy="274320"/></a:xfrm></p:spPr><p:txBody><a:bodyPr wrap="square" anchor="t" anchorCtr="0"/><a:lstStyle><a:defPPr><a:defRPr sz="1200"><a:solidFill><a:srgbClr val="CADCFC"/></a:solidFill></a:defRPr></a:defPPr></a:lstStyle><a:p><a:r><a:rPr lang="ja-JP"/><a:t> </a:t></a:r></a:p></p:txBody></p:sp><p:sp><p:nvSpPr><p:cNvPr id="8" name="Body1.Left"/><p:cNvSpPr><a:spLocks noGrp="1"/></p:cNvSpPr><p:nvPr><p:ph type="body" idx="1"/></p:nvPr></p:nvSpPr><p:spPr><a:xfrm><a:off x="822960" y="1554480"/><a:ext cx="6400800" cy="4572000"/></a:xfrm></p:spPr><p:txBody><a:bodyPr wrap="square" anchor="t" anchorCtr="0"/><a:lstStyle/><a:p><a:r><a:rPr lang="ja-JP"/><a:t> </a:t></a:r></a:p></p:txBody></p:sp><p:sp><p:nvSpPr><p:cNvPr id="9" name="Body2.Right"/><p:cNvSpPr><a:spLocks noGrp="1"/></p:cNvSpPr><p:nvPr><p:ph type="body" idx="2"/></p:nvPr></p:nvSpPr><p:spPr><a:xfrm><a:off x="8229600" y="1554480"/><a:ext cx="3108960" cy="4572000"/></a:xfrm></p:spPr><p:txBody><a:bodyPr wrap="square" anchor="t" anchorCtr="0"/><a:lstStyle><a:defPPr><a:defRPr sz="1300"></a:defRPr></a:defPPr></a:lstStyle><a:p><a:r><a:rPr lang="ja-JP"/><a:t> </a:t></a:r></a:p></p:txBody></p:sp><p:sp><p:nvSpPr><p:cNvPr id="10" name="SlideNum.Footer"/><p:cNvSpPr><a:spLocks noGrp="1"/></p:cNvSpPr><p:nvPr><p:ph type="sldNum" idx="50"/></p:nvPr></p:nvSpPr><p:spPr><a:xfrm><a:off x="10972800" y="6446520"/><a:ext cx="1097280" cy="274320"/></a:xfrm></p:spPr><p:txBody><a:bodyPr wrap="square" anchor="t" anchorCtr="0"/><a:lstStyle><a:defPPr algn="r"><a:defRPr sz="1000"><a:solidFill><a:srgbClr val="94A3B8"/></a:solidFill></a:defRPr></a:defPPr></a:lstStyle><a:p><a:r><a:rPr lang="ja-JP"/><a:t> </a:t></a:r></a:p></p:txBody></p:sp></p:spTree></p:cSld><p:clrMapOvr/>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Closing.1Message.Si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2192000" cy="6858000"/>
          </a:xfrm>
          <a:prstGeom xmlns:ns3="http://schemas.openxmlformats.org/drawingml/2006/main" prst="rect"/>
          <a:solidFill xmlns:ns4="http://schemas.openxmlformats.org/drawingml/2006/main">
            <a:srgbClr val="1E2761"/>
          </a:solidFill>
          <a:ln xmlns:ns5="http://schemas.openxmlformats.org/drawingml/2006/main">
            <a:noFill/>
          </a:ln>
        </p:spPr>
      </p:sp>
      <p:sp>
        <p:nvSpPr>
          <p:cNvPr id="3" name="AccentBar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0"/>
            <a:ext cx="164592" cy="6858000"/>
          </a:xfrm>
          <a:prstGeom xmlns:ns3="http://schemas.openxmlformats.org/drawingml/2006/main" prst="rect"/>
          <a:solidFill xmlns:ns4="http://schemas.openxmlformats.org/drawingml/2006/main">
            <a:srgbClr val="3B82F6"/>
          </a:solidFill>
          <a:ln xmlns:ns5="http://schemas.openxmlformats.org/drawingml/2006/main">
            <a:noFill/>
          </a:ln>
        </p:spPr>
      </p:sp>
      <p:sp>
        <p:nvSpPr>
          <p:cNvPr id="4" name="BottomPanel"/>
          <p:cNvSpPr>
            <a:spLocks xmlns:ns1="http://schemas.openxmlformats.org/drawingml/2006/main" noGrp="1" noSelect="0" noRot="1" noMove="1"/>
          </p:cNvSpPr>
          <p:nvPr/>
        </p:nvSpPr>
        <p:spPr>
          <a:xfrm xmlns:ns2="http://schemas.openxmlformats.org/drawingml/2006/main">
            <a:off x="0" y="4389120"/>
            <a:ext cx="12192000" cy="2468880"/>
          </a:xfrm>
          <a:prstGeom xmlns:ns3="http://schemas.openxmlformats.org/drawingml/2006/main" prst="rect"/>
          <a:solidFill xmlns:ns4="http://schemas.openxmlformats.org/drawingml/2006/main">
            <a:srgbClr val="141B41"/>
          </a:solidFill>
          <a:ln xmlns:ns5="http://schemas.openxmlformats.org/drawingml/2006/main">
            <a:noFill/>
          </a:ln>
        </p:spPr>
      </p:sp>
      <p:sp>
        <p:nvSpPr>
          <p:cNvPr id="5" name="CategoryLabel.Top"/>
          <p:cNvSpPr>
            <a:spLocks noGrp="1"/>
          </p:cNvSpPr>
          <p:nvPr>
            <p:ph type="body" idx="10"/>
          </p:nvPr>
        </p:nvSpPr>
        <p:spPr>
          <a:xfrm>
            <a:off x="1097280" y="1371600"/>
            <a:ext cx="9144000" cy="457200"/>
          </a:xfrm>
        </p:spPr>
        <p:txBody>
          <a:bodyPr wrap="square" anchor="t" anchorCtr="0"/>
          <a:lstStyle>
            <a:defPPr>
              <a:defRPr sz="1800" b="1">
                <a:solidFill>
                  <a:srgbClr val="3B82F6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6" name="Title.Center"/>
          <p:cNvSpPr>
            <a:spLocks noGrp="1"/>
          </p:cNvSpPr>
          <p:nvPr>
            <p:ph type="ctrTitle" idx="0"/>
          </p:nvPr>
        </p:nvSpPr>
        <p:spPr>
          <a:xfrm>
            <a:off x="1097280" y="2011680"/>
            <a:ext cx="9601200" cy="1463040"/>
          </a:xfrm>
        </p:spPr>
        <p:txBody>
          <a:bodyPr wrap="square" anchor="t" anchorCtr="0"/>
          <a:lstStyle>
            <a:defPPr>
              <a:defRPr sz="4200"/>
            </a:defPPr>
          </a:lstStyle>
          <a:p>
            <a:r>
              <a:rPr lang="ja-JP"/>
              <a:t> </a:t>
            </a:r>
          </a:p>
        </p:txBody>
      </p:sp>
      <p:sp>
        <p:nvSpPr>
          <p:cNvPr id="7" name="PresenterName.Bottom"/>
          <p:cNvSpPr>
            <a:spLocks noGrp="1"/>
          </p:cNvSpPr>
          <p:nvPr>
            <p:ph type="body" idx="11"/>
          </p:nvPr>
        </p:nvSpPr>
        <p:spPr>
          <a:xfrm>
            <a:off x="1097280" y="4754880"/>
            <a:ext cx="7315200" cy="457200"/>
          </a:xfrm>
        </p:spPr>
        <p:txBody>
          <a:bodyPr wrap="square" anchor="t" anchorCtr="0"/>
          <a:lstStyle>
            <a:defPPr>
              <a:defRPr sz="16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  <p:sp>
        <p:nvSpPr>
          <p:cNvPr id="8" name="Contact.Bottom"/>
          <p:cNvSpPr>
            <a:spLocks noGrp="1"/>
          </p:cNvSpPr>
          <p:nvPr>
            <p:ph type="body" idx="12"/>
          </p:nvPr>
        </p:nvSpPr>
        <p:spPr>
          <a:xfrm>
            <a:off x="1097280" y="5303520"/>
            <a:ext cx="7315200" cy="731520"/>
          </a:xfrm>
        </p:spPr>
        <p:txBody>
          <a:bodyPr wrap="square" anchor="t" anchorCtr="0"/>
          <a:lstStyle>
            <a:defPPr>
              <a:defRPr sz="1300">
                <a:solidFill>
                  <a:srgbClr val="CADCFC"/>
                </a:solidFill>
              </a:defRPr>
            </a:defPPr>
          </a:lstStyle>
          <a:p>
            <a:r>
              <a:rPr lang="ja-JP"/>
              <a:t> </a:t>
            </a:r>
          </a:p>
        </p:txBody>
      </p:sp>
    </p:spTree>
  </p:cSld>
  <p:clrMapOvr/>
</p:sldLayout>
</file>

<file path=ppt/slideLayouts/slideLayout30.xml><?xml version='1.0' encoding='UTF-8' standalone='yes'?><p:sldLayout xmlns:a="http://schemas.openxmlformats.org/drawingml/2006/main" xmlns:p="http://schemas.openxmlformats.org/presentationml/2006/main" xmlns:r="http://schemas.openxmlformats.org/officeDocument/2006/relationships" type="blank" preserve="1"><p:cSld name="Closing.1Steps.Single+1Notes"><p:spTree><p:nvGrpSpPr><p:cNvPr id="1" name=""/><p:cNvGrpSpPr/><p:nvPr/></p:nvGrpSpPr><p:grpSpPr><a:xfrm><a:off x="0" y="0"/><a:ext cx="0" cy="0"/><a:chOff x="0" y="0"/><a:chExt cx="0" cy="0"/></a:xfrm></p:grpSpPr><p:sp><p:nvSpPr><p:cNvPr id="2" name="BG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2192000" cy="6858000"/></a:xfrm><a:prstGeom xmlns:ns3="http://schemas.openxmlformats.org/drawingml/2006/main" prst="rect"/><a:solidFill xmlns:ns4="http://schemas.openxmlformats.org/drawingml/2006/main"><a:srgbClr val="1E2761"/></a:solidFill><a:ln xmlns:ns5="http://schemas.openxmlformats.org/drawingml/2006/main"><a:noFill/></a:ln></p:spPr></p:sp><p:sp><p:nvSpPr><p:cNvPr id="3" name="AccentBar"/><p:cNvSpPr><a:spLocks xmlns:ns1="http://schemas.openxmlformats.org/drawingml/2006/main" noGrp="1" noSelect="0" noRot="1" noMove="1"/></p:cNvSpPr><p:nvPr/></p:nvSpPr><p:spPr><a:xfrm xmlns:ns2="http://schemas.openxmlformats.org/drawingml/2006/main"><a:off x="0" y="0"/><a:ext cx="164592" cy="6858000"/></a:xfrm><a:prstGeom xmlns:ns3="http://schemas.openxmlformats.org/drawingml/2006/main" prst="rect"/><a:solidFill xmlns:ns4="http://schemas.openxmlformats.org/drawingml/2006/main"><a:srgbClr val="3B82F6"/></a:solidFill><a:ln xmlns:ns5="http://schemas.openxmlformats.org/drawingml/2006/main"><a:noFill/></a:ln></p:spPr></p:sp><p:sp><p:nvSpPr><p:cNvPr id="4" name="StepsPanel"/><p:cNvSpPr><a:spLocks xmlns:ns1="http://schemas.openxmlformats.org/drawingml/2006/main" noGrp="1" noSelect="0" noRot="1" noMove="1"/></p:cNvSpPr><p:nvPr/></p:nvSpPr><p:spPr><a:xfrm xmlns:ns2="http://schemas.openxmlformats.org/drawingml/2006/main"><a:off x="731520" y="914400"/><a:ext cx="6858000" cy="5029200"/></a:xfrm><a:prstGeom xmlns:ns3="http://schemas.openxmlformats.org/drawingml/2006/main" prst="roundRect"><a:avLst><a:gd name="adj" fmla="val 10000"/></a:avLst></p:prstGeom><a:solidFill xmlns:ns4="http://schemas.openxmlformats.org/drawingml/2006/main"><a:srgbClr val="141B41"/></a:solidFill><a:ln xmlns:ns5="http://schemas.openxmlformats.org/drawingml/2006/main"><a:noFill/></a:ln></p:spPr></p:sp><p:sp><p:nvSpPr><p:cNvPr id="5" name="CTAPanel"/><p:cNvSpPr><a:spLocks xmlns:ns1="http://schemas.openxmlformats.org/drawingml/2006/main" noGrp="1" noSelect="0" noRot="1" noMove="1"/></p:cNvSpPr><p:nvPr/></p:nvSpPr><p:spPr><a:xfrm xmlns:ns2="http://schemas.openxmlformats.org/drawingml/2006/main"><a:off x="8046720" y="914400"/><a:ext cx="3657600" cy="5029200"/></a:xfrm><a:prstGeom xmlns:ns3="http://schemas.openxmlformats.org/drawingml/2006/main" prst="roundRect"><a:avLst><a:gd name="adj" fmla="val 10000"/></a:avLst></p:prstGeom><a:solidFill xmlns:ns4="http://schemas.openxmlformats.org/drawingml/2006/main"><a:srgbClr val="2D3A6E"/></a:solidFill><a:ln xmlns:ns5="http://schemas.openxmlformats.org/drawingml/2006/main"><a:noFill/></a:ln></p:spPr></p:sp><p:sp><p:nvSpPr><p:cNvPr id="6" name="Title.Left"/><p:cNvSpPr><a:spLocks noGrp="1"/></p:cNvSpPr><p:nvPr><p:ph type="body" idx="15"/></p:nvPr></p:nvSpPr><p:spPr><a:xfrm><a:off x="1097280" y="1188720"/><a:ext cx="6217920" cy="640080"/></a:xfrm></p:spPr><p:txBody><a:bodyPr wrap="square" anchor="t" anchorCtr="0"/><a:lstStyle><a:defPPr><a:defRPr sz="2800" b="1"><a:solidFill><a:srgbClr val="FFFFFF"/></a:solidFill></a:defRPr></a:defPPr></a:lstStyle><a:p><a:r><a:rPr lang="ja-JP"/><a:t> </a:t></a:r></a:p></p:txBody></p:sp><p:sp><p:nvSpPr><p:cNvPr id="7" name="ActionSteps.Left"/><p:cNvSpPr><a:spLocks noGrp="1"/></p:cNvSpPr><p:nvPr><p:ph type="body" idx="1"/></p:nvPr></p:nvSpPr><p:spPr><a:xfrm><a:off x="1097280" y="2011680"/><a:ext cx="6217920" cy="3657600"/></a:xfrm></p:spPr><p:txBody><a:bodyPr wrap="square" anchor="t" anchorCtr="0"/><a:lstStyle><a:defPPr><a:defRPr sz="1500"><a:solidFill><a:srgbClr val="CADCFC"/></a:solidFill></a:defRPr></a:defPPr></a:lstStyle><a:p><a:r><a:rPr lang="ja-JP"/><a:t> </a:t></a:r></a:p></p:txBody></p:sp><p:sp><p:nvSpPr><p:cNvPr id="8" name="Notes.Right"/><p:cNvSpPr><a:spLocks noGrp="1"/></p:cNvSpPr><p:nvPr><p:ph type="body" idx="2"/></p:nvPr></p:nvSpPr><p:spPr><a:xfrm><a:off x="8321040" y="1188720"/><a:ext cx="3108960" cy="4572000"/></a:xfrm></p:spPr><p:txBody><a:bodyPr wrap="square" anchor="t" anchorCtr="0"/><a:lstStyle><a:defPPr><a:defRPr><a:solidFill><a:srgbClr val="FFFFFF"/></a:solidFill></a:defRPr></a:defPPr></a:lstStyle><a:p><a:r><a:rPr lang="ja-JP"/><a:t> </a:t></a:r></a:p></p:txBody></p:sp></p:spTree></p:cSld><p:clrMapOvr/>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</p:sldLayoutIdLst>
  <p:txStyles>
    <p:titleStyle>
      <a:lvl1pPr algn="l">
        <a:buNone/>
        <a:defRPr sz="4400" b="1">
          <a:solidFill>
            <a:srgbClr val="FFFFFF"/>
          </a:solidFill>
          <a:latin typeface="+mj-lt"/>
          <a:ea typeface="+mj-ea"/>
        </a:defRPr>
      </a:lvl1pPr>
    </p:titleStyle>
    <p:bodyStyle>
      <a:lvl1pPr algn="l">
        <a:buNone/>
        <a:defRPr sz="1400">
          <a:solidFill>
            <a:srgbClr val="1E293B"/>
          </a:solidFill>
          <a:latin typeface="+mn-lt"/>
          <a:ea typeface="+mn-ea"/>
        </a:defRPr>
      </a:lvl1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